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9"/>
  </p:notesMasterIdLst>
  <p:sldIdLst>
    <p:sldId id="281" r:id="rId3"/>
    <p:sldId id="257" r:id="rId4"/>
    <p:sldId id="259" r:id="rId5"/>
    <p:sldId id="258" r:id="rId6"/>
    <p:sldId id="260" r:id="rId7"/>
    <p:sldId id="261" r:id="rId8"/>
    <p:sldId id="262" r:id="rId9"/>
    <p:sldId id="264" r:id="rId10"/>
    <p:sldId id="265" r:id="rId11"/>
    <p:sldId id="266" r:id="rId12"/>
    <p:sldId id="263" r:id="rId13"/>
    <p:sldId id="278" r:id="rId14"/>
    <p:sldId id="280" r:id="rId15"/>
    <p:sldId id="267" r:id="rId16"/>
    <p:sldId id="279" r:id="rId17"/>
    <p:sldId id="268" r:id="rId18"/>
    <p:sldId id="269" r:id="rId19"/>
    <p:sldId id="270" r:id="rId20"/>
    <p:sldId id="271" r:id="rId21"/>
    <p:sldId id="282" r:id="rId22"/>
    <p:sldId id="272" r:id="rId23"/>
    <p:sldId id="273" r:id="rId24"/>
    <p:sldId id="274" r:id="rId25"/>
    <p:sldId id="275" r:id="rId26"/>
    <p:sldId id="276" r:id="rId27"/>
    <p:sldId id="277" r:id="rId2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617" autoAdjust="0"/>
    <p:restoredTop sz="86381" autoAdjust="0"/>
  </p:normalViewPr>
  <p:slideViewPr>
    <p:cSldViewPr>
      <p:cViewPr>
        <p:scale>
          <a:sx n="100" d="100"/>
          <a:sy n="100" d="100"/>
        </p:scale>
        <p:origin x="-342" y="17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5448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1-02-08T06:09:21.485"/>
    </inkml:context>
    <inkml:brush xml:id="br0">
      <inkml:brushProperty name="width" value="0.04667" units="cm"/>
      <inkml:brushProperty name="height" value="0.04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BB2D7760-CA33-422C-8C22-76A06134BC3F}" emma:medium="tactile" emma:mode="ink">
          <msink:context xmlns:msink="http://schemas.microsoft.com/ink/2010/main" type="inkDrawing" rotatedBoundingBox="1960,3873 2781,3274 2946,3501 2125,4099" semanticType="callout" shapeName="Other"/>
        </emma:interpretation>
      </emma:emma>
    </inkml:annotationXML>
    <inkml:trace contextRef="#ctx0" brushRef="#br0">0 379 59,'0'0'2,"0"0"-2,0 0 151,0 0-122,0 0 1,0 0-1,0 0-3,0 0 1,0 0 4,0 0-5,0 0 1,0 0 2,0 0-10,0 0 1,0 0 10,0 0 1,0 0-4,0 0-2,0 0 0,0 0-8,0 0-7,0 0-5,0 0-1,0 0-3,0 0-1,0 0-7,0 0-2,0 11 0,0 6 7,7 5 2,2 7 0,1 1 0,-1-2 2,-2 1-4,3-4 2,0 0 0,-1-6 0,-3-4 0,1-3 0,-4-6 0,1-1 0,-4-2 2,0-1 0,0-2 0,0 0 3,0 0 1,0 0 2,0 0 0,3 0 0,4-10 0,5-11-7,4-7-1,7-7-2,6-4-4,10 1-10,3-4-5,3 2 12,4-1-15,2-3 10,1 2-1,0 0 6,0 0 9,0 4-1,-7 5 0,-3 6 2,-13 6-1,0 5 0,-9 3-1,-1 3 1,-6 1-2,-3 3 2,0 0 0,0 1 2,-1 2-5,1 0 4,-7 0-1,0 3 0,0 0 0,-3 0-3,0 0-23,0 0-53,0 0-95</inkml:trace>
  </inkml:traceGroup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1-02-08T06:09:23.741"/>
    </inkml:context>
    <inkml:brush xml:id="br0">
      <inkml:brushProperty name="width" value="0.04667" units="cm"/>
      <inkml:brushProperty name="height" value="0.04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30896BC8-A088-452C-AABB-26C6915EA9B0}" emma:medium="tactile" emma:mode="ink">
          <msink:context xmlns:msink="http://schemas.microsoft.com/ink/2010/main" type="inkDrawing" rotatedBoundingBox="1915,7156 2683,6645 2825,6859 2058,7370" semanticType="callout" shapeName="Other"/>
        </emma:interpretation>
      </emma:emma>
    </inkml:annotationXML>
    <inkml:trace contextRef="#ctx0" brushRef="#br0">0 366 64,'0'0'55,"0"0"-32,0 0 41,0 0-19,0 0-19,0 0-3,0-4 9,0 2-4,0 2-1,0 0 7,0-1 0,0 1 2,0 0-1,0 0 0,0 0 5,0 0-10,0 0 2,0 0-9,0 0-8,0 0-2,0 0-2,0 0-7,0 0-4,0 0-7,0 0-9,0 7 3,6 11 8,4 3 4,3 10 2,3-1 0,-6-3 2,0-2-2,0-4 1,-4-3-2,1-5 1,2-5-1,-6-1 0,0-4 1,-3-2-1,0 1 2,4-2-2,-4 0 2,0 0 0,0 0 2,0 0-1,0 0-1,0 0 2,0 0-3,0 0 1,0 0 0,3 0 1,3 0 0,1-9 3,3-3-3,5-8 1,9-1-3,4-11-1,9-4 0,8-6 1,12-4-1,5-6-1,0 2 0,0 7-5,-11 1 2,-2 4 3,-4 6 1,-6 7-3,-7 1 3,-9 9 3,-4 1-3,-6 7 3,-6 1-2,-1 3 0,-6 3 1,3-2-2,-3 2 2,0-2-2,0 2 0,0-1 0,0 1-1,0 0 1,4-3-5,-4 0-77,0-8-174</inkml:trace>
  </inkml:traceGroup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1-02-08T06:09:27.241"/>
    </inkml:context>
    <inkml:brush xml:id="br0">
      <inkml:brushProperty name="width" value="0.04667" units="cm"/>
      <inkml:brushProperty name="height" value="0.04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9A8D1A5A-61B6-4209-ADCE-2EEDE92D0CD5}" emma:medium="tactile" emma:mode="ink">
          <msink:context xmlns:msink="http://schemas.microsoft.com/ink/2010/main" type="writingRegion" rotatedBoundingBox="8152,3488 10210,3651 10167,4188 8109,4025"/>
        </emma:interpretation>
      </emma:emma>
    </inkml:annotationXML>
    <inkml:traceGroup>
      <inkml:annotationXML>
        <emma:emma xmlns:emma="http://www.w3.org/2003/04/emma" version="1.0">
          <emma:interpretation id="{501911BA-65A3-4333-8F6C-AF22AFB21773}" emma:medium="tactile" emma:mode="ink">
            <msink:context xmlns:msink="http://schemas.microsoft.com/ink/2010/main" type="paragraph" rotatedBoundingBox="8152,3488 10210,3651 10167,4188 8109,4025" alignmentLevel="1"/>
          </emma:interpretation>
        </emma:emma>
      </inkml:annotationXML>
      <inkml:traceGroup>
        <inkml:annotationXML>
          <emma:emma xmlns:emma="http://www.w3.org/2003/04/emma" version="1.0">
            <emma:interpretation id="{5F36A77F-507B-416F-91AF-D3D7FC7E544A}" emma:medium="tactile" emma:mode="ink">
              <msink:context xmlns:msink="http://schemas.microsoft.com/ink/2010/main" type="line" rotatedBoundingBox="8152,3488 10210,3651 10167,4188 8109,4025"/>
            </emma:interpretation>
          </emma:emma>
        </inkml:annotationXML>
        <inkml:traceGroup>
          <inkml:annotationXML>
            <emma:emma xmlns:emma="http://www.w3.org/2003/04/emma" version="1.0">
              <emma:interpretation id="{2B97CE7E-7E41-4A90-8824-200B3A4FD1AC}" emma:medium="tactile" emma:mode="ink">
                <msink:context xmlns:msink="http://schemas.microsoft.com/ink/2010/main" type="inkWord" rotatedBoundingBox="8126,3807 8401,3806 8402,3808 8127,3809"/>
              </emma:interpretation>
              <emma:one-of disjunction-type="recognition" id="oneOf0">
                <emma:interpretation id="interp0" emma:lang="en-IN" emma:confidence="0">
                  <emma:literal>-</emma:literal>
                </emma:interpretation>
                <emma:interpretation id="interp1" emma:lang="en-IN" emma:confidence="0">
                  <emma:literal>_</emma:literal>
                </emma:interpretation>
                <emma:interpretation id="interp2" emma:lang="en-IN" emma:confidence="0">
                  <emma:literal>.</emma:literal>
                </emma:interpretation>
                <emma:interpretation id="interp3" emma:lang="en-IN" emma:confidence="0">
                  <emma:literal>=</emma:literal>
                </emma:interpretation>
                <emma:interpretation id="interp4" emma:lang="en-IN" emma:confidence="0">
                  <emma:literal>~</emma:literal>
                </emma:interpretation>
              </emma:one-of>
            </emma:emma>
          </inkml:annotationXML>
          <inkml:trace contextRef="#ctx0" brushRef="#br0">-1 2 29,'0'0'27,"0"0"8,0 0 9,0 0 6,0 0-15,0 0 0,0 0-4,0 0-2,0 0 3,0 0 5,0 0 5,0 0 0,0 0-3,0 0-6,0-2-11,0 2-4,0 0-11,0 0-6,0 0-1,4 0-2,3 0-8,11 0-1,5 0 11,12 0 3,1 0-3,-3 0-14,-1 0-12,-8 0 0,0 0-2,-7 0 4,-7 0 15,-1 0 4,-6 0-8,-3 0-8,0 0 8,0 0 0,0 0-20,0 0-40,0 0-78</inkml:trace>
        </inkml:traceGroup>
        <inkml:traceGroup>
          <inkml:annotationXML>
            <emma:emma xmlns:emma="http://www.w3.org/2003/04/emma" version="1.0">
              <emma:interpretation id="{6D9FFD1D-8FD7-4EDF-8ABD-B0F037CDA22F}" emma:medium="tactile" emma:mode="ink">
                <msink:context xmlns:msink="http://schemas.microsoft.com/ink/2010/main" type="inkWord" rotatedBoundingBox="8895,3547 10210,3651 10167,4188 8852,4084"/>
              </emma:interpretation>
              <emma:one-of disjunction-type="recognition" id="oneOf1">
                <emma:interpretation id="interp5" emma:lang="en-IN" emma:confidence="0">
                  <emma:literal>ISE</emma:literal>
                </emma:interpretation>
                <emma:interpretation id="interp6" emma:lang="en-IN" emma:confidence="0">
                  <emma:literal>IsE</emma:literal>
                </emma:interpretation>
                <emma:interpretation id="interp7" emma:lang="en-IN" emma:confidence="0">
                  <emma:literal>I5E</emma:literal>
                </emma:interpretation>
                <emma:interpretation id="interp8" emma:lang="en-IN" emma:confidence="0">
                  <emma:literal>IPSE</emma:literal>
                </emma:interpretation>
                <emma:interpretation id="interp9" emma:lang="en-IN" emma:confidence="0">
                  <emma:literal>ELSE</emma:literal>
                </emma:interpretation>
              </emma:one-of>
            </emma:emma>
          </inkml:annotationXML>
          <inkml:trace contextRef="#ctx0" brushRef="#br0" timeOffset="1072.3291">727 250 7,'0'0'16,"0"0"-3,0 0 20,0 0 9,0 0-15,94 0-14,-60 0-11,1-3-2,0-1 2,-6 3-2,-3-2 1,-6 2-1,-5-1 11,-5 2 20,-3-1-17,-7 1-1,3 0-13,-3 0 0,0 0-3,0 0-22,0 0-79</inkml:trace>
          <inkml:trace contextRef="#ctx0" brushRef="#br0" timeOffset="539.9507">779-148 254,'0'0'92,"0"0"-59,0 0 44,0 0-31,0 0-33,0 0-13,-7-4-3,7 4-3,0 0-5,17 0-3,8 0 14,6 0 7,10 0-2,-2 0-5,-1 0-17,-8 0-12,-5 0-1,-5-1 10,-10 1-30,-1-2 7,-6 0-6,-3 1-21,0-4 3</inkml:trace>
          <inkml:trace contextRef="#ctx0" brushRef="#br0" timeOffset="817.1497">1018-181 54,'0'0'103,"0"0"-15,0 0-25,0 0-16,0 0-7,0 0-18,-9-10-22,9 10-3,0 0-17,0 10-2,-6 8 20,0 11 2,2 2 6,-1 5-5,3 2 1,-1 1-2,0-1 0,0-5 4,-1-1 0,1-8-3,3-3 1,-3-3 0,3-1-2,0-9 0,0-2-13,-4 1-3,4-4-10,0-2-4,-7 2-10,-1-2-10,-5 1-20,-4-1-43</inkml:trace>
          <inkml:trace contextRef="#ctx0" brushRef="#br0" timeOffset="1820.8852">1459-74 137,'0'0'93,"0"0"-43,0 0 53,0 0 9,0 0-40,0 0-23,6-18-6,-6 14-35,-10-3-8,-12 6-5,-8 1-11,-5 0 13,-7 0-6,0 5 3,5 5 3,9 1 1,3 0 0,12 0-3,3-2-2,3-1-2,7 2-10,0 1 5,7-1 7,9 4 5,6-4-1,3 2-1,5-1 4,4-2 2,1 3 3,-3-2-4,-2 4-2,-2-3-5,-7 5-17,-3-2-10,-5-2 10,-9 5 4,0-6 6,-4 3 1,0 1 7,0-5 3,-8 0 0,-5-2 1,-5-1 1,1-3 2,-7 1-1,-1-5 5,-1 0-4,0 0 2,3 0-1,2-5 7,7-4-2,-5-1-7,6-1-1,3 1-27,0-1-58,3 2-49,4-2-76</inkml:trace>
          <inkml:trace contextRef="#ctx0" brushRef="#br0" timeOffset="2271.2311">1718-116 296,'0'0'43,"0"0"92,0 0-40,0 0 7,0 0-39,0 0-28,6-8-15,-6 8-17,0 0-3,0 0-13,0 10-8,0 6-1,0 10 22,0 4 1,0 4 6,1 1-7,3 0 0,-2-2 3,1-5-1,1-4 1,-3 1-2,1-7-1,-2-2-37,0-4-47,0-1-34,0-4-63,-6-5-76</inkml:trace>
          <inkml:trace contextRef="#ctx0" brushRef="#br0" timeOffset="2925.7579">1708 84 223,'0'0'22,"0"0"-20,0 0 43,0 0 7,0 0-6,0 0 3,65 17-30,-40-14-5,0-2-6,2-1-6,-4 3-1,3-3 2,-10 2-3,-1-1 0,-1-1 0,-8 3-7,1-1-30,-7 2-42,0 1-30,0-4-83</inkml:trace>
          <inkml:trace contextRef="#ctx0" brushRef="#br0" timeOffset="2617.5178">1739-145 172,'0'0'134,"0"0"-126,0 0 10,0 0-13,0 0-3,0 0-2,111-15-1,-87 15 1,4-3 1,-8 3 0,-6 0 3,0 0-2,-4-1 3,-3 1-5,-4 0 0,-3 0-13,0 0-68,0 0-121</inkml:trace>
          <inkml:trace contextRef="#ctx0" brushRef="#br0" timeOffset="3210.0558">1714 331 116,'0'0'155,"0"0"-146,0 0-2,0 0 45,0 0 38,0 0-27,46 27-14,-23-24-14,9-1 5,-5-2-5,8 0-22,-3 0-11,-3 0 1,0 0-1,-9 0-2,2 0 0,-9 0-6,-3 0-58,-1 0-74,-9 0-141</inkml:trace>
        </inkml:traceGroup>
      </inkml:traceGroup>
    </inkml:traceGroup>
  </inkml:traceGroup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1-02-08T06:09:32.034"/>
    </inkml:context>
    <inkml:brush xml:id="br0">
      <inkml:brushProperty name="width" value="0.04667" units="cm"/>
      <inkml:brushProperty name="height" value="0.04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00ED8451-9A06-40F5-8713-A520089741C0}" emma:medium="tactile" emma:mode="ink">
          <msink:context xmlns:msink="http://schemas.microsoft.com/ink/2010/main" type="writingRegion" rotatedBoundingBox="21577,6829 23273,6773 23290,7270 21594,7325"/>
        </emma:interpretation>
      </emma:emma>
    </inkml:annotationXML>
    <inkml:traceGroup>
      <inkml:annotationXML>
        <emma:emma xmlns:emma="http://www.w3.org/2003/04/emma" version="1.0">
          <emma:interpretation id="{6455865A-8CCF-4377-95A6-9630B4E412ED}" emma:medium="tactile" emma:mode="ink">
            <msink:context xmlns:msink="http://schemas.microsoft.com/ink/2010/main" type="paragraph" rotatedBoundingBox="21577,6829 23273,6773 23290,7270 21594,7325" alignmentLevel="1"/>
          </emma:interpretation>
        </emma:emma>
      </inkml:annotationXML>
      <inkml:traceGroup>
        <inkml:annotationXML>
          <emma:emma xmlns:emma="http://www.w3.org/2003/04/emma" version="1.0">
            <emma:interpretation id="{A4BB56E4-1593-4FFB-8869-82560F69029C}" emma:medium="tactile" emma:mode="ink">
              <msink:context xmlns:msink="http://schemas.microsoft.com/ink/2010/main" type="line" rotatedBoundingBox="21577,6829 23273,6773 23289,7270 21594,7325"/>
            </emma:interpretation>
          </emma:emma>
        </inkml:annotationXML>
        <inkml:traceGroup>
          <inkml:annotationXML>
            <emma:emma xmlns:emma="http://www.w3.org/2003/04/emma" version="1.0">
              <emma:interpretation id="{B8862A76-8CF2-4280-A536-685397165A3D}" emma:medium="tactile" emma:mode="ink">
                <msink:context xmlns:msink="http://schemas.microsoft.com/ink/2010/main" type="inkWord" rotatedBoundingBox="21577,6829 23273,6773 23289,7270 21594,7325"/>
              </emma:interpretation>
              <emma:one-of disjunction-type="recognition" id="oneOf0">
                <emma:interpretation id="interp0" emma:lang="en-IN" emma:confidence="0">
                  <emma:literal>-SSE</emma:literal>
                </emma:interpretation>
                <emma:interpretation id="interp1" emma:lang="en-IN" emma:confidence="0">
                  <emma:literal>-15 E</emma:literal>
                </emma:interpretation>
                <emma:interpretation id="interp2" emma:lang="en-IN" emma:confidence="0">
                  <emma:literal>-Is E</emma:literal>
                </emma:interpretation>
                <emma:interpretation id="interp3" emma:lang="en-IN" emma:confidence="0">
                  <emma:literal>-LSE</emma:literal>
                </emma:interpretation>
                <emma:interpretation id="interp4" emma:lang="en-IN" emma:confidence="0">
                  <emma:literal>-35 E</emma:literal>
                </emma:interpretation>
              </emma:one-of>
            </emma:emma>
          </inkml:annotationXML>
          <inkml:trace contextRef="#ctx0" brushRef="#br0">5 21 185,'0'0'14,"0"0"18,0 0 36,0 0-33,0 0-4,0 0 27,0 0-11,-5 0-9,5 0-1,0 0-20,0 0-9,6 0-8,17 0-3,16-3 3,11-4 9,0 3-9,-5-2 1,-12 6-1,-12-1-7,-10 1 2,-7 0 1,-4 0 1,0 0-7,0 0-10,0 0-9,0 0-37,0 0-73,-10 0-19</inkml:trace>
          <inkml:trace contextRef="#ctx0" brushRef="#br0" timeOffset="835.0164">498-275 364,'0'0'14,"0"0"68,0 0 17,0 0-61,0 0-20,0 0-5,10-3-13,3 2-4,15-2 4,6-3 1,13 3 1,3-5-2,-2 4 1,-3-2-1,-13 4-14,-12-4-12,-7 6-9,-10-3 10,-3 2 6,0-2-9,-9 0-13,-11-2-33,-1 2 41,-1 0 26,3 0-1,7 3 8,6 0 6,2 0-5,4 0 1,0 0-2,0 0 0,0 0-2,-1 9-5,-2 6 7,0 9 8,3 2 5,0 4-7,0 0-4,0 2 0,0-2 4,0 0-4,0-3-1,0-1 1,0-2 0,0-6-1,1-5 1,1-2-1,-2-4-1,0-4-10,0 1-6,0-4 4,0 0 9,0 0 2,-6 0 1,-8 0 0,-7 0 1,1 0-1,-3 0 0,1 0 0,4 0 3,1 0 0,7 0-1,5 0-2,5 1 0,0 1-8,0 2-3,4 0 6,16-1 5,12-3 5,6 0 9,7 0-6,2 0-6,-2 0 3,-6-3-3,-10-1 6,-9 0 4,-4 1 18,-10-1-8,-2 1 6,-1 2-10,-3 1-12,0-2-6,0 1-19,2-5-42,-1-2-36,5-2-70</inkml:trace>
          <inkml:trace contextRef="#ctx0" brushRef="#br0" timeOffset="1396.777">1268-229 410,'0'0'68,"0"0"-57,0 0 107,0 0-55,0 0-21,0 0-17,7-32-25,-8 29-11,-17 3 0,-8 0-4,-4 0 5,1 0 5,2 11 1,2 2 3,5-1-5,6-1 4,6 2-6,2 1-5,5-1 1,1-1-6,0 2-1,1-4 10,15 4 2,3-3 4,2-1 0,3 2 2,2 0-1,0 0 2,-5 5-8,0-2-8,-7 1 1,-2-1 3,-5-1-8,-3 0 9,-2-3 3,-2-1 3,0-2-4,-3-1 4,-14 0 2,-6-4 3,-5 1 8,-7-2 0,2-2-3,0 0 5,2 0-1,4 0-1,3-3-3,3-4-3,2 1-4,6-5-3,0 4-50,9-7-45,2 0-73</inkml:trace>
          <inkml:trace contextRef="#ctx0" brushRef="#br0" timeOffset="2649.8568">1306 93 5,'0'0'54,"0"0"57,0 0 0,0 0-30,0 0-1,114 31-39,-75-31-10,-1 0 6,1 0-5,-8 0-1,-4 0-13,-6 0 12,-5 0-11,-6 0 0,-4 0-10,-2 0-7,-1 0-2,2 0-1,2 0-2,5 0-16,-1 0-84,1 0-101</inkml:trace>
          <inkml:trace contextRef="#ctx0" brushRef="#br0" timeOffset="2364.6593">1368-151 371,'0'0'43,"0"0"2,0 0 27,0 0-50,0 0-15,0 0 9,78 0-7,-48 0 5,2 0-11,0 0 1,-3-3-1,-6 3-3,-4 0-1,-6 0 1,-6 0 0,-2 0-6,-4-1-16,-1 1-42,0 0-17,0 0-55,-20 0-54</inkml:trace>
          <inkml:trace contextRef="#ctx0" brushRef="#br0" timeOffset="1779.0493">1400-362 420,'0'0'29,"0"0"37,0 0 28,0 0-76,0 0-18,0 0-14,5 7-9,-3 16 3,-1 7 20,1 4 3,-1 2 5,1 0 11,-1-2-10,2 1-7,-2-3 2,2-7 1,0-1-4,0-1-1,-2-10 6,-1-2-6,2-2 0,-2-8-37,0-1-42,2 0-19,-2 0-9,0-18-81</inkml:trace>
          <inkml:trace contextRef="#ctx0" brushRef="#br0" timeOffset="2072.2581">1417-317 283,'0'0'70,"0"0"-39,0 0 79,0 0-53,0 0-32,0 0-2,16-21-18,4 17-5,8-2-3,3 1 1,4-1 0,2 3-1,-6-1 2,-5 1-17,-8 3-13,-7 0 13,-5 0 8,-4 0-11,-2 0-37,0 0-21,0 0-44,-19 6-50</inkml:trace>
        </inkml:traceGroup>
      </inkml:traceGroup>
    </inkml:traceGroup>
  </inkml:traceGroup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44.20712" units="1/cm"/>
          <inkml:channelProperty channel="Y" name="resolution" value="44.39306" units="1/cm"/>
        </inkml:channelProperties>
      </inkml:inkSource>
      <inkml:timestamp xml:id="ts0" timeString="2021-02-08T06:11:39.778"/>
    </inkml:context>
    <inkml:brush xml:id="br0">
      <inkml:brushProperty name="width" value="0.04667" units="cm"/>
      <inkml:brushProperty name="height" value="0.04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42BB5F38-3FCE-4FE9-87F2-C71A6F166062}" emma:medium="tactile" emma:mode="ink">
          <msink:context xmlns:msink="http://schemas.microsoft.com/ink/2010/main" type="writingRegion" rotatedBoundingBox="13149,12011 13164,12011 13164,12026 13149,12026"/>
        </emma:interpretation>
      </emma:emma>
    </inkml:annotationXML>
    <inkml:traceGroup>
      <inkml:annotationXML>
        <emma:emma xmlns:emma="http://www.w3.org/2003/04/emma" version="1.0">
          <emma:interpretation id="{6266FC48-40CA-464B-94BC-21B7D3FBFF24}" emma:medium="tactile" emma:mode="ink">
            <msink:context xmlns:msink="http://schemas.microsoft.com/ink/2010/main" type="paragraph" rotatedBoundingBox="13149,12011 13164,12011 13164,12026 13149,12026" alignmentLevel="1"/>
          </emma:interpretation>
        </emma:emma>
      </inkml:annotationXML>
      <inkml:traceGroup>
        <inkml:annotationXML>
          <emma:emma xmlns:emma="http://www.w3.org/2003/04/emma" version="1.0">
            <emma:interpretation id="{63D83AE3-857D-4C3F-8699-6C939013F244}" emma:medium="tactile" emma:mode="ink">
              <msink:context xmlns:msink="http://schemas.microsoft.com/ink/2010/main" type="line" rotatedBoundingBox="13149,12011 13164,12011 13164,12026 13149,12026"/>
            </emma:interpretation>
          </emma:emma>
        </inkml:annotationXML>
        <inkml:traceGroup>
          <inkml:annotationXML>
            <emma:emma xmlns:emma="http://www.w3.org/2003/04/emma" version="1.0">
              <emma:interpretation id="{568E9CC7-CE0D-4B91-9A25-72C7655C43FF}" emma:medium="tactile" emma:mode="ink">
                <msink:context xmlns:msink="http://schemas.microsoft.com/ink/2010/main" type="inkWord" rotatedBoundingBox="13149,12011 13164,12011 13164,12026 13149,12026"/>
              </emma:interpretation>
              <emma:one-of disjunction-type="recognition" id="oneOf0">
                <emma:interpretation id="interp0" emma:lang="en-IN" emma:confidence="0">
                  <emma:literal>.</emma:literal>
                </emma:interpretation>
                <emma:interpretation id="interp1" emma:lang="en-IN" emma:confidence="0">
                  <emma:literal>`</emma:literal>
                </emma:interpretation>
                <emma:interpretation id="interp2" emma:lang="en-IN" emma:confidence="0">
                  <emma:literal>'</emma:literal>
                </emma:interpretation>
                <emma:interpretation id="interp3" emma:lang="en-IN" emma:confidence="0">
                  <emma:literal>l</emma:literal>
                </emma:interpretation>
                <emma:interpretation id="interp4" emma:lang="en-IN" emma:confidence="0">
                  <emma:literal>,</emma:literal>
                </emma:interpretation>
              </emma:one-of>
            </emma:emma>
          </inkml:annotationXML>
          <inkml:trace contextRef="#ctx0" brushRef="#br0">0 0</inkml:trace>
        </inkml:traceGroup>
      </inkml:traceGroup>
    </inkml:traceGroup>
  </inkml:traceGroup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1-02-08T06:17:18.685"/>
    </inkml:context>
    <inkml:brush xml:id="br0">
      <inkml:brushProperty name="width" value="0.04667" units="cm"/>
      <inkml:brushProperty name="height" value="0.04667" units="cm"/>
      <inkml:brushProperty name="fitToCurve" value="1"/>
    </inkml:brush>
  </inkml:definitions>
  <inkml:traceGroup>
    <inkml:annotationXML>
      <emma:emma xmlns:emma="http://www.w3.org/2003/04/emma" version="1.0">
        <emma:interpretation id="{3E94A6FB-17ED-4BE0-BFF1-A50BF66F64E3}" emma:medium="tactile" emma:mode="ink">
          <msink:context xmlns:msink="http://schemas.microsoft.com/ink/2010/main" type="inkDrawing" rotatedBoundingBox="12738,5732 17068,5691 17069,5722 12739,5763" shapeName="Other"/>
        </emma:interpretation>
      </emma:emma>
    </inkml:annotationXML>
    <inkml:trace contextRef="#ctx0" brushRef="#br0">-2 50 94,'0'0'32,"0"0"17,0 0 19,0 0-28,0 0-23,0 0-6,-3 3 4,3-3-3,0 0-3,0 3 3,0-3 7,0 0-6,0 0-6,0 0-7,0 0 0,0 1-2,7-1 2,7 0 6,13 0 21,7 0-4,7 0-3,8 0-12,3 0-7,1 0 0,2 0 0,-2 0-1,-5 0-3,-1 0 3,-4 0 0,1 0 1,-2 0-2,0 0 1,3 0 0,-3 0 0,3 0 1,4 0-1,-1 0 1,1 0-1,-1 0 0,1 0-1,-1 0 0,-4 0 1,0 0 0,2 0-1,-3 0-2,1 0 2,-2 0-8,0 0 8,0 0-2,-3 0 3,4 0 1,3-1-1,2-2 0,-1 0-1,2 3 1,0 0 0,-6 0 0,1 0 0,-2 0-2,0 0 3,-5 0-2,5 0 0,0 0-3,0 0-1,2 0 4,-2 0 0,-5-3-5,4 3 5,-2 0-3,-1-1 2,-3-2 2,-1 3 0,-2-4 0,-1 4-1,3 0-1,-1 0-15,4 0-2,-4 0-6,3 0 20,-1 0 5,1 0 0,1 0 0,0 0 2,2-1-1,-5-1-1,7 1-3,2-2 3,4 3-1,-1-3 0,-4 3 1,-4 0-2,0 0 0,-3 0 0,-1 0 2,0 0 0,2 0-1,1 0 0,2 0 2,-1 0-2,3 0 1,3 0-5,1 0-1,-1 0 6,1 0 1,-1 0-1,-2 0-1,0 0 1,-5 0-1,4 0 1,-2 0-7,0 0 2,2 0-3,-3 0-9,0-1 15,-2 1-2,-2-2 3,-1 2 1,-3 0 0,2 0 0,-4 0 0,1 0 7,-6-1 1,2-3 2,-7 4 10,-2 0-10,-4-3 12,-9 3 8,0 0 8,-3 0-25,0-1-13,-12-5-25,-21-5-248</inkml:trace>
  </inkml:traceGroup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1-02-08T06:18:13.095"/>
    </inkml:context>
    <inkml:brush xml:id="br0">
      <inkml:brushProperty name="width" value="0.04667" units="cm"/>
      <inkml:brushProperty name="height" value="0.04667" units="cm"/>
      <inkml:brushProperty name="fitToCurve" value="1"/>
    </inkml:brush>
  </inkml:definitions>
  <inkml:traceGroup>
    <inkml:annotationXML>
      <emma:emma xmlns:emma="http://www.w3.org/2003/04/emma" version="1.0">
        <emma:interpretation id="{923799A9-1FD2-4186-8D3E-A6CE426E779A}" emma:medium="tactile" emma:mode="ink">
          <msink:context xmlns:msink="http://schemas.microsoft.com/ink/2010/main" type="inkDrawing" rotatedBoundingBox="12441,10100 12882,7719 14003,7927 13562,10307" semanticType="underline" shapeName="Other">
            <msink:sourceLink direction="with" ref="{F3C3228A-1925-458D-A90C-2AC053C6AD58}"/>
            <msink:sourceLink direction="with" ref="{2FBF3BD5-FAEE-4839-8CBC-9D10A9F30E14}"/>
          </msink:context>
        </emma:interpretation>
      </emma:emma>
    </inkml:annotationXML>
    <inkml:trace contextRef="#ctx0" brushRef="#br0">33 98 37,'0'0'52,"0"0"-10,0 0 24,0 0-22,0 0-3,0 0 4,0 0-13,0-18-9,0 12-2,0-1 24,0-4-23,0 4-7,0-4 12,0 0 1,0 1 1,0 2-10,0 2 4,0 2 4,0 1-3,0 3-7,0-3-2,0 3-8,0 0-7,0 0-2,0 0-3,0 0-4,0 0-3,0 10 3,0 10 7,0 2 0,0 7 2,0 3 3,0-1-3,0 4-1,0 0-1,0 1 2,0-2 0,0 1-1,0-3 1,0-3 1,0-1-1,0 0 0,0-4 0,0 2 0,0 1 0,0-1 0,0-2 0,0 1 2,1 3-2,-1-3 1,3 2-2,-3-1 1,0-2 0,0 1 0,0-4 1,0 4-1,1-4 0,1-3 0,1 3 0,-2 0 1,2 0-1,-2 0-1,1 3 0,-2 2 2,0-2-1,0 0 0,0-2-3,0 2 3,0 1 0,0-4 2,0-3-2,0 3 1,0-3-1,0-1 0,0-3 0,0 0 0,0 1-1,0 2 1,0-2 0,0-2 0,1 5 0,-1 3 1,0 0-1,0 0 0,0 1 0,0-1 0,0 0 0,0 0 0,0-3 0,0 3-3,0-4 3,0 1 0,0-4 0,-1 3-1,-1 1 1,2-4 0,-1 4 1,-3 0-1,1 0 0,0 3 0,-1 0 0,1 3 2,-3-3-2,5 3 0,-5-3-3,2 2 3,1-3 0,0-2 1,-2 0-1,4-5 2,1 2-2,0-1 0,0 4 0,0-5 0,0 2-2,0 2 2,0-3 0,6 1 0,-3-2 3,0 2-3,1 2 0,-1-4 1,0-1-1,-3 2 1,0-7 0,0 0-1,0-6 1,0-1-1,1 3 0,-1-3-29,0-3-107,0-16-143</inkml:trace>
    <inkml:trace contextRef="#ctx0" brushRef="#br0" timeOffset="94844.7704">-1165 2233 95,'0'0'39,"0"0"11,0 0 41,0 0-35,0 0-22,0 0-5,-3 0 1,3 0-12,0 0 0,0 0-15,7 0-3,10 0-2,21 0 0,14 0 2,13 0 1,12 4-1,10 2 1,1 2 1,6-4-2,0 2 0,-4-3-1,-6-3 1,-12 0 0,-5 0 1,-12 0-1,-6 0-1,-15-6 1,-9-1 0,-9 4 4,-8-2 8,-5 2 21,-3 3 15,0-3 7,0 3-6,0-3-15,0 2-13,0 1-5,0 0-2,0 0-14,0 0-10,-1 0-162,-21 1-212</inkml:trace>
  </inkml:traceGroup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1-02-08T06:18:19.754"/>
    </inkml:context>
    <inkml:brush xml:id="br0">
      <inkml:brushProperty name="width" value="0.04667" units="cm"/>
      <inkml:brushProperty name="height" value="0.04667" units="cm"/>
      <inkml:brushProperty name="fitToCurve" value="1"/>
    </inkml:brush>
  </inkml:definitions>
  <inkml:traceGroup>
    <inkml:annotationXML>
      <emma:emma xmlns:emma="http://www.w3.org/2003/04/emma" version="1.0">
        <emma:interpretation id="{F3C3228A-1925-458D-A90C-2AC053C6AD58}" emma:medium="tactile" emma:mode="ink">
          <msink:context xmlns:msink="http://schemas.microsoft.com/ink/2010/main" type="inkDrawing" rotatedBoundingBox="12366,8167 19910,7602 20019,9055 12475,9621" hotPoints="20492,7987 17213,8995 13813,8535 17093,7527" semanticType="enclosure" shapeName="Ellipse">
            <msink:sourceLink direction="with" ref="{B968A4FF-1ED8-46BD-9AEA-BE70DB7EBCD6}"/>
            <msink:sourceLink direction="with" ref="{4AFF6AE0-0171-4C99-9BA6-638CFB772F2F}"/>
            <msink:sourceLink direction="with" ref="{C488762A-3FCB-4215-B309-23A2ECA277E8}"/>
            <msink:destinationLink direction="with" ref="{923799A9-1FD2-4186-8D3E-A6CE426E779A}"/>
          </msink:context>
        </emma:interpretation>
      </emma:emma>
    </inkml:annotationXML>
    <inkml:trace contextRef="#ctx0" brushRef="#br0">0 1113 6,'0'0'53,"0"0"-11,0 0-7,0 0 4,0 0 2,0 0-13,0 0-8,0 0-4,0 0-7,0 0 3,0 0 7,0 0 11,0 0 5,0 0 1,0 0-9,0 0-10,0 0-7,0 0 1,0 0 5,0 0 2,0 0 6,0 0-1,0-3 6,1 0-1,1-4-8,2-1-15,-1 1 1,0-4-3,3-2 2,-3-1-5,0 0 1,1-1 1,2 2 4,-5 2-3,2-2 6,-2 1-5,1 1-3,1-2 2,0 2 0,2 1-3,1-4 0,2 3 1,-1-4-1,-1 5 0,-1-1-2,4-2 2,-2 2 0,0 1 0,1-1 0,-2 1 0,4-1 0,-3 0 0,-1 1 0,2-1-2,3 4 2,-4-4-2,4 1-2,1-1 0,-1 1 4,3-1 0,0 1 0,-1-1 2,1 1-4,1 2 2,-4-2 0,1 2 0,-1-2 0,3 3 0,-6 0 0,2 0 2,-1-1-1,3-1-1,-2 1 1,0 1-1,1-4 0,1 4-2,3-2 2,-5-2-2,3 4 2,3-1-2,-3 2 2,-3-1 0,0-1 1,1 2-2,0-1 1,2-1 0,-2 2 0,2-2 0,2 1-1,-2 0 1,0 0 0,-2 3 0,4-2 0,-5 1 0,1-1-1,6 2 1,-1-2-3,1-2 3,8 4-1,-8-2 1,8 1-2,-6-1 2,1 3 0,-1-1 0,-1 1 0,-2 0-1,-1-2 0,-1 2 0,-2 3 1,0-3 0,1 3 0,1-4 0,0 4 0,4-3 0,-1-1 0,3 0 1,2 4-4,1-3 6,3 3-3,-3 0 0,-2 0 0,-4 0 0,1 0-1,-5 0-2,1 0 2,-1 0 2,6 6-1,-6-1 1,4 2 3,1 2-3,-1-1-1,-1 2 0,0 1 0,-2 2 0,-1-1-3,2 2 1,-6 0 2,3 0 0,-3 0 3,4 1-2,-1-1-1,-1-1 0,1 2 1,-1-4 0,3 2 0,-4-2 0,1 2-1,1 1 2,0-2-2,-2 2 0,-3-4 0,1 5 0,2-4 0,-4 2 1,5 1-1,-1-4 0,-5 5-1,3-4 1,2 6 2,-2-3-2,3 0 0,0 0 0,-1 1 0,0-5 0,0 4 1,4 1-1,-6-5 0,4 1 0,-1-1 0,4 1 0,-8-1 1,2 1-1,-1-1-1,1 4 1,-1-3 0,2 4 0,-3 1 0,1-2 0,1 1 0,-3-5-1,-1 4 0,2 1 2,0-2-1,1 1 0,0-3 1,0 2-1,-1-1 0,4-1 1,-5-1-1,4 1 1,-2-1-1,2 1 0,4-1 0,-3 4 0,5 0 2,1-3-1,2 3-1,0 0 0,0-4 1,-3 4-1,2-5 0,0 4 0,-4-2 1,2-1-2,-1 1 1,-2-4 0,0 3 0,0-3 0,0 0 1,0 4 0,0-4-1,1 0 0,4 3 1,-1-2-1,1 2 0,-3 1 0,3 2 0,5-2 1,-6-1-1,2-2 2,1 2-2,-1-2 1,-1 2-1,0-2 1,1-2 0,3-2 0,-6 3-1,2 0 0,0-1 0,-2-1 1,3 1-1,-6-2 0,1-1 0,2 2 2,-1 1-2,-1-3 0,-1 1 0,6-1 1,-6 2-1,0-2 0,6 0 1,-6 1 0,4-1-1,1 0 0,-1 2-1,3-5 2,2 3-1,-2-3 4,2 0-4,-2 0 0,-1 0 1,0 0-1,1 0 2,2 0-1,-2 0-1,1 0 1,1-6 0,0 1 4,0 1-5,-1-2 4,0-2 13,-1 2 3,0 2-6,0-4-3,-2-1-3,1-2-1,1 4-3,-2-3 2,4 2-4,-3 1-2,6-4 0,-8 1 3,8-4-3,-4 3 0,2-2 0,1 1 5,-3-5-5,1 4-1,0-2 1,0-2 0,-4-1 0,2 3 0,-2-2 0,-1-1 3,1 5-3,-7-5 0,2 3 1,-3-2-1,0 3 0,1 0 1,-4 0-1,3-1 2,-1-2-2,-1 2 0,3-4 0,-4-1 1,3 0 0,-1-5-2,1 4 2,3-3-2,-6 3-4,3 3 5,-3 0 0,2 1 0,-5-1 1,7-3-2,-4 3 1,-3-3-1,5 3 1,-1-3 0,2 0-11,1 0 11,-5-4 0,-1 4 0,1 0 0,3 0-5,-2 3 4,0-3-3,1 3 2,-1-3 2,-1 3-3,1-2 3,1-1 0,0 3-2,5-3-3,-6 3 5,2 0-1,1 1 1,1-4-1,3 3 2,-4-6 0,4 3-1,-3 0-2,3 2 2,-3-1 0,1 2 1,1 0-1,0 1 0,-4 2-1,2-1 1,2 4 0,-3-2-1,2 4 3,-5-4-4,6 3-3,0 1 4,2-1-1,-4 1 2,5-1 1,-3 4-1,2-1 0,-1 1-1,-1 1-1,2-2 2,-1 1-1,0 1 1,4-2-1,-2 1 1,1 0 0,1 0-2,-1 1 1,1 2 2,-1-3-2,0 3 1,-3 1-1,3 0-2,0-2 4,2 2-2,0 3 0,1-3 1,2 2 2,-1-2-2,3 3-2,-1 0 1,0 0 1,3 0-1,-2 0 1,0 0 0,-1 0 0,1 0-1,-1 0 1,-1 0 1,0 0-1,0 0 1,-1 3-3,0 0 2,-1 1-2,-3 1 0,2-2 1,0 4 1,-2 4 0,2-5 0,0 5-1,0-4-3,1 4 6,-1-1-4,1 4 2,0-4-1,-2 5-3,-1 2 3,0-2-3,1 5 3,-4-2 1,3-3 0,0 3 1,-3-2-1,2 2 0,-1 0 0,0 3-1,1 0 1,1-3 0,2 3 1,-4 1-1,-1-1 0,2-5 0,-3 5 0,2-3 0,2 4 1,0-4 0,1 3 1,4 0-1,2 0 1,1 0-1,2 3 1,2-3 1,-1 1-2,2 0-1,-2-1 0,0 0 0,0-1 1,1-2 0,0-4 0,-3 3 0,1-2 1,4-4-2,-4-1 1,5 1 0,2-5 0,3-2 4,1-1-1,1 2-4,1-2 1,-3 0-6,-3-3 10,-3 0-5,-4 0 2,-7 0-1,-4 0 0,-3 0 0,-2 0 1,-6 0-1,0-3-1,-5 0-5,0-8-84,-13-4-318</inkml:trace>
    <inkml:trace contextRef="#ctx0" brushRef="#br0" timeOffset="-4874.5891">-1220 1247 81,'0'0'91,"0"0"-69,0 0 46,0 0 6,0 0-47,0 0-11,-2 0 25,2 0-3,0 0-22,0 0-5,0 0-1,0 0-7,0 3-3,0-3-4,17 0 4,4 0 4,17 0 14,0-3-7,11 0 0,0-1-7,-1-2 2,1 3-5,-1-2-2,1 2-3,3-1-1,3-2 5,6-2 7,1 1-6,2-3-1,-9 3 0,-3 4-1,-7-2 3,-3 2-6,-2 3 7,0 0-6,-2 0 0,0 0 3,4-3 0,-5-1-2,5 1 1,2-2-6,-1-1-2,5-1 9,-3-4 0,3 4 4,1-4-4,0 5-5,-1 2 3,1 4-3,-4-3 5,-3 3 2,-1-3 0,6 3-2,2-2 0,0-1 0,2 0 0,0 0 8,-5 2-8,-4-5-7,-1 2 7,-3 3 0,1-5 0,1-1-3,2 0-2,3 0 3,1 0 2,3-4 0,-2 0 5,-4 5-4,1-1-2,-5-1 9,-6 2-12,-3 5 4,-4-2-3,2 3 2,-4-3-2,4 0 3,0 1 0,3-1 1,4 0 3,3-1-2,-4 1-2,1 0-5,0-2 5,0-1 0,-2 2-1,3-2 0,2 4-1,-1-4 2,8 6-2,0-4-7,1 1 0,2 0 6,-5-1-3,-3 0 2,-4 1 2,-5 0 2,1-1-2,-3 0 2,7 1-3,1-1-10,2 1 13,-1 0 3,0-2-2,-1 2-2,0 0-3,0-1-1,0 4-2,-2-3-1,1 0 8,5 3 1,-8-5-1,3 2 3,-1 0-5,-2 3 4,0-1-1,2-2-1,-2 3-1,2 0-2,0-3 3,0 3 4,-2 0-4,6-3 1,1 1-8,0-1 5,1 0 0,1 0 2,-1 3 0,-1-4-2,-3 4 2,-7-6 0,-1 6-5,-5-5 2,-2 2 0,0 0 3,-2 3 4,-5-4 1,-4 4-1,-2-3 0,-3 3-3,-6 0-1,0-4-91</inkml:trace>
  </inkml:traceGroup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1-02-08T06:18:21.502"/>
    </inkml:context>
    <inkml:brush xml:id="br0">
      <inkml:brushProperty name="width" value="0.04667" units="cm"/>
      <inkml:brushProperty name="height" value="0.04667" units="cm"/>
      <inkml:brushProperty name="fitToCurve" value="1"/>
    </inkml:brush>
  </inkml:definitions>
  <inkml:traceGroup>
    <inkml:annotationXML>
      <emma:emma xmlns:emma="http://www.w3.org/2003/04/emma" version="1.0">
        <emma:interpretation id="{8B380E20-7390-4FA4-8452-46E7448E4644}" emma:medium="tactile" emma:mode="ink">
          <msink:context xmlns:msink="http://schemas.microsoft.com/ink/2010/main" type="inkDrawing" rotatedBoundingBox="17308,8548 21433,8482 21434,8533 17309,8599" semanticType="underline" shapeName="Other">
            <msink:sourceLink direction="with" ref="{222BEC17-C81C-45BF-83E7-A417E39579CA}"/>
          </msink:context>
        </emma:interpretation>
      </emma:emma>
    </inkml:annotationXML>
    <inkml:trace contextRef="#ctx0" brushRef="#br0">0 105 12,'0'0'66,"0"0"-31,111-7 43,-67 4-39,1-3-13,1 6-5,-6-5 22,2 5-16,-1 0-8,-2-3-4,3 3 0,-3 0-13,4 0 2,5 0-4,0 0 0,1 0 2,-1 0-2,-1 0 0,-2 0 0,-1 0 0,-2 0 4,-2 0-4,-2 0 0,1 0 0,0 0-1,0 0 1,5 0 0,2 0 0,-6 0 2,6 0-5,-1 0 6,0 0-3,3 0 0,-2 0-1,1 0 1,0 0 0,0 0-4,3 0 4,0 0 4,2 0-4,0 0-2,-2 0-1,2 0-3,-1 0 0,0 0 0,-2-3 6,-3 3 0,-1-1 3,-1-2-3,2 3-1,2 0-7,1 0 7,0 0-5,-1 0-3,0 0 2,-1 0 4,-2 0 3,-1 0 2,-3 0-1,3-3 1,-1 3-2,2 0 0,0-3 1,0 3 2,1 0-3,-2-2 4,1-1-4,0 3 3,2 0-2,-4 0 0,1-3 3,-2 3 3,0-3 3,-3 3-5,5-1 4,-1 1-5,2-3 5,-1 3 0,1-3 9,0-1-9,0 3 3,3-2-3,1 0-5,-1 3-1,-2-4-1,-1 1-2,-4 3 0,-4-4-2,-5 4 2,-4 0 0,-3 0 9,-3-1 4,-3-2 10,-3 3 4,-1-3-2,-4 3 5,-2 0-8,-4 0-6,-2-3-11,-3 3-5,0-4-5,0-3-80,-21 0-311</inkml:trace>
  </inkml:traceGroup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1-02-08T06:18:25.918"/>
    </inkml:context>
    <inkml:brush xml:id="br0">
      <inkml:brushProperty name="width" value="0.04667" units="cm"/>
      <inkml:brushProperty name="height" value="0.04667" units="cm"/>
      <inkml:brushProperty name="fitToCurve" value="1"/>
    </inkml:brush>
    <inkml:brush xml:id="br1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2A88FD70-B6A5-4032-9E4C-9C8FB5E9FFE7}" emma:medium="tactile" emma:mode="ink">
          <msink:context xmlns:msink="http://schemas.microsoft.com/ink/2010/main" type="writingRegion" rotatedBoundingBox="12216,7331 17790,7331 17790,9734 12216,9734"/>
        </emma:interpretation>
      </emma:emma>
    </inkml:annotationXML>
    <inkml:traceGroup>
      <inkml:annotationXML>
        <emma:emma xmlns:emma="http://www.w3.org/2003/04/emma" version="1.0">
          <emma:interpretation id="{479E9C97-88AA-435B-8773-5D0B7F4FC0C2}" emma:medium="tactile" emma:mode="ink">
            <msink:context xmlns:msink="http://schemas.microsoft.com/ink/2010/main" type="paragraph" rotatedBoundingBox="12216,7331 15921,7331 15921,8215 12216,8215" alignmentLevel="1"/>
          </emma:interpretation>
        </emma:emma>
      </inkml:annotationXML>
      <inkml:traceGroup>
        <inkml:annotationXML>
          <emma:emma xmlns:emma="http://www.w3.org/2003/04/emma" version="1.0">
            <emma:interpretation id="{C875DA8F-B313-440D-A328-C17EB0DE4EA2}" emma:medium="tactile" emma:mode="ink">
              <msink:context xmlns:msink="http://schemas.microsoft.com/ink/2010/main" type="line" rotatedBoundingBox="12216,7331 15921,7331 15921,8215 12216,8215"/>
            </emma:interpretation>
          </emma:emma>
        </inkml:annotationXML>
        <inkml:traceGroup>
          <inkml:annotationXML>
            <emma:emma xmlns:emma="http://www.w3.org/2003/04/emma" version="1.0">
              <emma:interpretation id="{975CFB98-29F6-4526-990D-E0F673270C75}" emma:medium="tactile" emma:mode="ink">
                <msink:context xmlns:msink="http://schemas.microsoft.com/ink/2010/main" type="inkWord" rotatedBoundingBox="12137,7421 13778,7133 13956,8144 12314,8432"/>
              </emma:interpretation>
              <emma:one-of disjunction-type="recognition" id="oneOf0">
                <emma:interpretation id="interp0" emma:lang="en-IN" emma:confidence="0">
                  <emma:literal>iron</emma:literal>
                </emma:interpretation>
                <emma:interpretation id="interp1" emma:lang="en-IN" emma:confidence="0">
                  <emma:literal>ion</emma:literal>
                </emma:interpretation>
                <emma:interpretation id="interp2" emma:lang="en-IN" emma:confidence="0">
                  <emma:literal>icon</emma:literal>
                </emma:interpretation>
                <emma:interpretation id="interp3" emma:lang="en-IN" emma:confidence="0">
                  <emma:literal>nfil</emma:literal>
                </emma:interpretation>
                <emma:interpretation id="interp4" emma:lang="en-IN" emma:confidence="0">
                  <emma:literal>nfi1</emma:literal>
                </emma:interpretation>
              </emma:one-of>
            </emma:emma>
          </inkml:annotationXML>
          <inkml:trace contextRef="#ctx0" brushRef="#br0">-8058-1316 285,'0'0'11,"0"0"-11,0 0 16,0 0-13,0 0-3,0 0 23,-80 71 1,63-47-22,6-1 3,1-4 0,0-4-2,3-1-2,4-7 0,0-2-1,3-3 2,0-2 0,0 0 4,0-7-6,17-17-4,5-7-32,4-5 36,-5-4 0,0-2 8,-7-3-5,1 3 14,1 7 19,-9 5 3,2 6 1,-2 14 19,-3 2-21,0 5-7,-1 3 8,5 0-33,2 0-6,6 11-9,10 13 4,7 9 4,3 9 0,5 11-2,-6-1 2,-2 4-83,-7-12-95</inkml:trace>
          <inkml:trace contextRef="#ctx0" brushRef="#br0" timeOffset="-675.6319">-8034-1368 192,'0'0'25,"0"0"32,0 0 12,0 0-30,0 0-14,0 0 10,0 0 2,3 0-10,-3 0 1,2 0 3,-2 0-7,0 0-7,0 0 4,0 0 0,0 0-5,0 0-1,0 0-8,0-3 1,0-2-3,0-4 10,0-3 8,-2-5 8,2-4-18,-3 0-6,0 0 1,0 0-1,-1 6 7,1 5-12,0 3 8,3 7-3,0 0-7,0 0-1,0 0-9,0 0-7,-4 17 0,0 15 4,1 14 12,-1 7-1,1 0 2,2-1 3,-1-2-3,2 3 1,0 3-2,0-3 2,0 0-2,0 0 2,6-3-1,5-8 0,-4-1 0,0-9 2,-4 0-2,-3-3-19,0-5-26,0 0-41,0-3-50,-13-6-83</inkml:trace>
          <inkml:trace contextRef="#ctx0" brushRef="#br0" timeOffset="862.1803">-9405-991 187,'0'0'4,"0"0"29,0 0 6,0 0-23,0 0 20,0 0 1,61-42 24,-49 30-16,1-4 12,0 1-14,-2-5-14,0 5 11,-4 1-23,-4-1 1,1 5 14,-4 2-25,0 2 2,0 6-9,0 0-4,0 0-2,0 0-1,0 11-11,-10 13 8,-6 9 10,3 2 2,3-1 2,4 1-4,2-6 2,4-4-2,0-1 2,0-3-2,10-6 2,3-1-5,5-4 2,6-3-12,1-6-44,2-1-52,-2 0-106</inkml:trace>
          <inkml:trace contextRef="#ctx0" brushRef="#br0" timeOffset="1321.794">-9343-1424 336,'0'0'2,"0"0"2,0 0 64,0 0-9,0 0-52,0 0 8,-7-12 14,7 12-4,0 0-7,0 0 6,0 0-2,0 0-11,0 0-6,0 0-2,0 0-1,0 0 2,0 0 1,0 0 0,0 0 4,0 0 1,0 0 1,0 0 9,0 0 10,0 0 9,0 0 4,0 0-7,0-2 4,0-2 10,0 4-9,0-5-11,0-1-13,0 2-17,0 1 0,0 0-1,0 3-11,0 0-77,0 6-114,0 13-217</inkml:trace>
          <inkml:trace contextRef="#ctx0" brushRef="#br0" timeOffset="2115.6787">-8858-1274 299,'0'0'12,"0"0"-11,0 0-1,0 0-10,0 0 10,-40 103 19,21-47 16,-1 1-7,1 3 15,6-4-21,0-10-6,2-1 11,6-9-14,2-4-10,-1-3 0,2-5 4,1-3-6,1-3-1,-2-5 0,1-5-30,1-2-55,0-6-34,0 0-92</inkml:trace>
          <inkml:trace contextRef="#ctx0" brushRef="#br0" timeOffset="2970.342">-8707-1125 239,'0'0'187,"0"0"-157,0 0 82,0 0-39,0 0-56,0 0-3,19-13 1,-12 13-8,3 0-7,0 0-4,3 3 1,2 10 1,3 5-1,3 7 0,-5 3 1,-1 1 2,-3 2 0,0 1 1,-5-4-2,-3-3 3,1-1-2,0-6 0,-3-5 0,-1-5 1,1-1 1,0 0 0,0-4-2,-1-2-9,1-1-11,7 0 1,1 0 12,6-11 5,6-4-9,-5-6-3,-3 0-16,0 3 4,-3-3 22,-5 1 4,1-1 3,-4-1 0,0 1 0,-1 3 1,-2-2-4,0 2 10,0 0-3,0 1-7,0-1 0,0 5-2,0-2 2,0 1-3,0-1 3,0 5-2,-5 2-4,2-1 0,-1 5-5,1-3 9,0 6 2,-4-2 1,3 0-1,1 3 0,1 0-2,0 0-1,1 0-1,-2 0 4,-1 0-1,1 0 1,0 0 0,-3 3-4,5 5 2,-5-1 1,2 2 1,1 2 1,0-1 2,-1 2 4,4 2 0,0-1 7,0-2-5,0 0 2,0-4-6,0 4 0,0-4 1,7 3 2,3 4-1,4 0 1,11 1-5,-1-2-3,7-8-140</inkml:trace>
        </inkml:traceGroup>
        <inkml:traceGroup>
          <inkml:annotationXML>
            <emma:emma xmlns:emma="http://www.w3.org/2003/04/emma" version="1.0">
              <emma:interpretation id="{B968A4FF-1ED8-46BD-9AEA-BE70DB7EBCD6}" emma:medium="tactile" emma:mode="ink">
                <msink:context xmlns:msink="http://schemas.microsoft.com/ink/2010/main" type="inkWord" rotatedBoundingBox="14793,7527 15921,7527 15921,8215 14793,8215">
                  <msink:destinationLink direction="with" ref="{F3C3228A-1925-458D-A90C-2AC053C6AD58}"/>
                </msink:context>
              </emma:interpretation>
              <emma:one-of disjunction-type="recognition" id="oneOf1">
                <emma:interpretation id="interp5" emma:lang="en-IN" emma:confidence="0">
                  <emma:literal>the</emma:literal>
                </emma:interpretation>
                <emma:interpretation id="interp6" emma:lang="en-IN" emma:confidence="0">
                  <emma:literal>tree</emma:literal>
                </emma:interpretation>
                <emma:interpretation id="interp7" emma:lang="en-IN" emma:confidence="0">
                  <emma:literal>Ire</emma:literal>
                </emma:interpretation>
                <emma:interpretation id="interp8" emma:lang="en-IN" emma:confidence="0">
                  <emma:literal>tre</emma:literal>
                </emma:interpretation>
                <emma:interpretation id="interp9" emma:lang="en-IN" emma:confidence="0">
                  <emma:literal>+re.</emma:literal>
                </emma:interpretation>
              </emma:one-of>
            </emma:emma>
          </inkml:annotationXML>
          <inkml:trace contextRef="#ctx0" brushRef="#br0" timeOffset="16849.9916">-6821-1135 10,'0'0'26,"0"0"-7,0 0 5,0 0-5,0 0-12,0 0-5,0 0 0,0 0 0,-3 0 9,3 0 10,-4 0 33,4 0-4,0 0-8,0 0-7,0 0-6,0 0-1,0 0-1,0 0-5,0 0-16,0 0-6,7 0 0,8 0 5,5 0 3,4 0 6,2 0-2,1 0-4,-1 0-5,0 0-2,-4 0-1,0 0-1,-5 0-6,0 0-30,-3 0-47,-9 0-41,-5 0-108</inkml:trace>
          <inkml:trace contextRef="#ctx0" brushRef="#br0" timeOffset="17193.2356">-6703-1290 264,'0'0'22,"0"0"79,0 0-27,0 0-36,0 0-5,0 0-10,-1-5-9,1 5-14,0 5 0,0 8 0,4 8 4,3 8 6,3 6-6,1 4-2,-1 6 1,-6 8-3,-4 4-48,0 0-149</inkml:trace>
          <inkml:trace contextRef="#ctx0" brushRef="#br0" timeOffset="20906.3174">-6454-1206 178,'0'0'54,"0"0"45,0 0-47,0 0 5,0 0-5,0 0 3,0-21-15,0 21-13,0-3 3,0 3-7,0 0-1,0 0 5,0-1-5,0 1-6,1 0-9,1 0-7,2 0-1,5 1-9,7 13 2,1 4 3,8 6 1,-6 4 3,1 1 0,2-2 1,-8-3-4,-1-6 1,-1-3-20,-9-4-8,4-5 5,-7-3 10,0-3-5,0 0 21,0 0 8,1-3 7,-1-11-13,0-7 0,2-3 1,3 3-2,-2-5 0,3 2 2,4-1-3,1 4 1,-1 3-1,0 4 0,1 4-1,-1 2 2,1 2-1,-1 3 0,-3 3-5,-1 0 3,2 0-4,2 0-1,4 10 2,-3 4 2,2 0 1,-2-4 2,0-2-2,-1-1 2,0-4-2,-1 0-1,1-3-2,2 0 3,-2 0-1,4-10-1,-4-4-2,-2-1-1,-1-5 7,-4 2 2,-3-3 2,0 3-4,0 5-9,0 1 8,0 6-4,-6 1-2,-9 5-7,2 0 1,-1 0 13,-4 8-1,4 10 1,-2 6-11,5 4 9,-1 4 0,3 4 2,5-1 0,4 0 4,0-7-3,0 1-1,14-8 0,12-3 0,8-5 3,6-5 7,8-5-2,5-3-5,3 0 0,-4-5-3,-14-5-37,-7-4-76,-15 1-84</inkml:trace>
          <inkml:trace contextRef="#ctx0" brushRef="#br1" timeOffset="263310.5053">-6107-678 35,'0'0'25,"0"0"1,0 0 19,0 0-22,0 0-14,0 0 19,0 0 11,0 4-17,0-1 1,0-3-11,13 0 2,12 1 21,10-1-15,6 3-13,7-3-4,-3 3-1,3-3-2,-10 3 0,-2-3-2,-10 1 2,-4-1-4,-8 0 4,-5 0-2,-5 0-1,-4 0-11,0 4-37,0 2-36,-13-2-55</inkml:trace>
        </inkml:traceGroup>
      </inkml:traceGroup>
    </inkml:traceGroup>
    <inkml:traceGroup>
      <inkml:annotationXML>
        <emma:emma xmlns:emma="http://www.w3.org/2003/04/emma" version="1.0">
          <emma:interpretation id="{E3BA2B3A-4E88-433E-A878-761506B8FF92}" emma:medium="tactile" emma:mode="ink">
            <msink:context xmlns:msink="http://schemas.microsoft.com/ink/2010/main" type="paragraph" rotatedBoundingBox="13632,8194 17790,8194 17790,9734 13632,9734" alignmentLevel="2"/>
          </emma:interpretation>
        </emma:emma>
      </inkml:annotationXML>
      <inkml:traceGroup>
        <inkml:annotationXML>
          <emma:emma xmlns:emma="http://www.w3.org/2003/04/emma" version="1.0">
            <emma:interpretation id="{0109D6E1-DE52-4D33-B27A-C0025B767C28}" emma:medium="tactile" emma:mode="ink">
              <msink:context xmlns:msink="http://schemas.microsoft.com/ink/2010/main" type="inkBullet" rotatedBoundingBox="13632,8370 15257,8370 15257,8712 13632,8712"/>
            </emma:interpretation>
            <emma:one-of disjunction-type="recognition" id="oneOf2">
              <emma:interpretation id="interp10" emma:lang="en-IN" emma:confidence="0">
                <emma:literal>¥</emma:literal>
              </emma:interpretation>
              <emma:interpretation id="interp11" emma:lang="en-IN" emma:confidence="0">
                <emma:literal>t</emma:literal>
              </emma:interpretation>
              <emma:interpretation id="interp12" emma:lang="en-IN" emma:confidence="0">
                <emma:literal>E</emma:literal>
              </emma:interpretation>
              <emma:interpretation id="interp13" emma:lang="en-IN" emma:confidence="0">
                <emma:literal>€</emma:literal>
              </emma:interpretation>
              <emma:interpretation id="interp14" emma:lang="en-IN" emma:confidence="0">
                <emma:literal>=</emma:literal>
              </emma:interpretation>
            </emma:one-of>
          </emma:emma>
        </inkml:annotationXML>
        <inkml:trace contextRef="#ctx0" brushRef="#br1" timeOffset="267557.0943">-7723-473 60,'0'0'79,"0"0"-5,0 0-4,0 0 9,0 0-7,0 0-20,32-18-14,-32 18-7,0 0-27,0 0-4,0 0-12,-6 0-1,-10 8 11,-6 5 2,-2 8 4,-8 3 0,0 2-3,-1-2-1,1 0 1,3-6-2,6 0-9,2-4-3,7-4 10,5-5-17,4 1 6,5-5 2,0-1 1,0 0 0,0 0 5,0 0 6,0 0 7,0 0 5,7 0 4,4-1-4,7-2 2,-1 0-5,9 0-5,3 3 6,6 0-7,3 0 0,2 16-3,6 10-5,2 9-9,-3-4-132,-5 1-198</inkml:trace>
        <inkml:trace contextRef="#ctx0" brushRef="#br1" timeOffset="266730.0015">-7892-438 43,'0'0'54,"0"0"-27,0 0-10,0 0 2,0 0-1,0 0 3,0 0 0,0 0-6,0 0-3,0 0-2,0 0-3,0 0-7,0 0-2,0 0-9,0 4 7,0-1 4,-3 3-2,0-4 1,3-2-2,-4 3 3,4-3-2,0 3 4,0-3-2,0 0 3,0 0-2,0 0-1,0 0 0,0 0-7,0 3-8,4-2 15,12 2 3,13 0 27,5-3 1,15 0-16,3 0-9,7 0-3,-4 0-3,-3 0 0,3 0 0,-2 0-5,6 0 0,5 0-2,0 0 1,-1 0 1,-5-3 3,-6-1-2,-7-2 3,-4 3 0,-3 1 1,1-4 0,-3 3 0,6 2 0,1-2-1,2 0 0,-4 0 1,-2 1 0,-6-1-3,-3 3 3,-5 0 0,-2 0 0,-3 0 0,1 0 0,-3-3 3,-2 3-3,2 0 2,-5 0-2,1-3 4,-3 3-3,3 0 1,-1 0 1,0 0-1,3-1-1,-6-2-1,-7 3-1,-3 0-13,0 0-99</inkml:trace>
      </inkml:traceGroup>
      <inkml:traceGroup>
        <inkml:annotationXML>
          <emma:emma xmlns:emma="http://www.w3.org/2003/04/emma" version="1.0">
            <emma:interpretation id="{4AFF6AE0-0171-4C99-9BA6-638CFB772F2F}" emma:medium="tactile" emma:mode="ink">
              <msink:context xmlns:msink="http://schemas.microsoft.com/ink/2010/main" type="line" rotatedBoundingBox="15727,8194 17790,8194 17790,9734 15727,9734">
                <msink:destinationLink direction="with" ref="{F3C3228A-1925-458D-A90C-2AC053C6AD58}"/>
              </msink:context>
            </emma:interpretation>
          </emma:emma>
        </inkml:annotationXML>
        <inkml:traceGroup>
          <inkml:annotationXML>
            <emma:emma xmlns:emma="http://www.w3.org/2003/04/emma" version="1.0">
              <emma:interpretation id="{D5A87B29-A5FF-4653-9100-1E6972783634}" emma:medium="tactile" emma:mode="ink">
                <msink:context xmlns:msink="http://schemas.microsoft.com/ink/2010/main" type="inkWord" rotatedBoundingBox="15727,8194 17790,8194 17790,9734 15727,9734"/>
              </emma:interpretation>
              <emma:one-of disjunction-type="recognition" id="oneOf3">
                <emma:interpretation id="interp15" emma:lang="en-IN" emma:confidence="0">
                  <emma:literal>I-em</emma:literal>
                </emma:interpretation>
                <emma:interpretation id="interp16" emma:lang="en-IN" emma:confidence="0">
                  <emma:literal>'re*</emma:literal>
                </emma:interpretation>
                <emma:interpretation id="interp17" emma:lang="en-IN" emma:confidence="0">
                  <emma:literal>'-em</emma:literal>
                </emma:interpretation>
                <emma:interpretation id="interp18" emma:lang="en-IN" emma:confidence="0">
                  <emma:literal>IX.t</emma:literal>
                </emma:interpretation>
                <emma:interpretation id="interp19" emma:lang="en-IN" emma:confidence="0">
                  <emma:literal>1X.t</emma:literal>
                </emma:interpretation>
              </emma:one-of>
            </emma:emma>
          </inkml:annotationXML>
          <inkml:trace contextRef="#ctx0" brushRef="#br1" timeOffset="259523.1218">-4104-340 3,'0'0'14,"0"0"23,0 0 2,0 0-8,0 0 9,0 0 7,0 0-8,0-6-6,0 6-4,0 0-7,0 0 0,0 0-1,0 0 2,0-4 6,0 4 3,0 0-1,0-1 5,0 1 1,0 0-7,0 0 0,0 0-10,0 0-7,0 0-13,-1 0-8,-9 1-10,-5 13 18,-4 4 9,-6 6 0,0 0 3,-2 2 0,2 1-7,3-4-3,7-2 4,2-3-5,5-8-1,5 1-2,-3-5-2,6-3 2,-2-2-19,2 2-45,0-3-12,0 0-23,0 0-19,0-7-31</inkml:trace>
          <inkml:trace contextRef="#ctx0" brushRef="#br1" timeOffset="259802.3751">-4283-382 116,'0'0'300,"0"0"-255,0 0 46,0 0 0,0 0-50,0 0-41,40-10-5,-20 30 5,5 2 5,1 7 6,0 3-4,0-1-3,-1 7-3,-2-2-1,-1-1-6,-2-4-84,-1-5-88,-8-9-180</inkml:trace>
          <inkml:trace contextRef="#ctx0" brushRef="#br1" timeOffset="265132.228">-5536-491 126,'0'0'23,"0"0"-9,0 0 20,0 0-23,0 0-9,0 0-1,-3 0 5,3 0 7,0 0 7,0 0-6,0 0-14,0 3-4,0-2-1,8 6 5,7-4 8,11 1 21,1-1-6,9 0-13,4-1-3,-2-2-1,3 0-5,-2 3-1,0-3 1,2 0 2,-5 3-3,4-3 0,-2 3 0,4-2-1,-1 2-2,1 0-8,-2-3 1,5 0-1,-2 0 6,6 0 5,-2 0-1,2 0-5,0 0 0,2 0 6,-1 0-1,-5 0 1,-7 0 0,0 0 1,-8-3 2,-1 0-1,0 3-1,-2 0 5,-2 0-1,0 0-5,0 0 1,0 0 3,3 0-4,-5 0 2,2 0 0,-2 0 1,3 0-3,-5 0 0,1 0 1,0 3-1,-1-3 1,1 0 2,1 0 0,1 0 2,-3 0 1,-4 0 2,-2 0 0,-5 0 2,-1 0 4,-5 0 6,-2 0-2,0 0 1,-2 0-1,0 0-7,0 0-5,0 0-1,0 0-5,-5 0-15,-11 0-4,-6-7-36,-2 4 9,-1-5 25,0 2 7,1-1 11,5-4-4,0 4 7,7-4 0,4 4 4,1-1 3,5-1 5,1 4 10,1-1 17,0 5-13,0 1 10,0 0-15,0 0-13,0 0-8,0 0-2,0 0-6,0 0-5,0 0-1,1 4 14,11 7 0,4 3 9,0-1 9,1-1 2,2 2-6,-6 1-8,0-2-5,-3 1 5,-1-4-3,-6 4-1,-3-2-4,-3 5-7,-31 4-2,-16-3-63,-12-4-187</inkml:trace>
          <inkml:trace contextRef="#ctx0" brushRef="#br1" timeOffset="263669.7616">-5894-646 309,'0'0'55,"0"0"84,0 0-39,0 0-33,0 0-13,0 0-15,0-21-14,0 21-9,0 0-15,0 0-1,0 0-3,0 0-6,0 11-13,0 7 7,0 6 15,0 4 12,0 4-3,0-1 9,0-2-8,0 0-1,0-5-5,0-3 0,1 0 0,1-7-4,-1 0 4,4-3-4,-5-2 1,0-4 2,0 2-6,0 4 1,0-4-60,0 4-69,0-8-98,0-3-167</inkml:trace>
          <inkml:trace contextRef="#ctx0" brushRef="#br0" timeOffset="18402.2553">-5089 826 419,'0'0'20,"0"0"-18,0 0 18,0 0-19,0 0 7,0 0 2,87-6-4,-64 6-4,1 0-1,-5 0-1,-2 0-23,1 0-94,-7 0-48</inkml:trace>
          <inkml:trace contextRef="#ctx0" brushRef="#br0" timeOffset="19112.6613">-4813 760 333,'0'0'159,"0"0"-143,0 0 79,0 0-59,0 0-33,0 0-3,40-14 4,-30 14-4,1 0-1,2 8 0,-3 5-6,0 4-1,0 1 7,-2 0-2,-4-1 2,-1-5 1,-3-2-2,1-1-9,-1-4-1,0-5-4,2 0 14,-1 0 2,3 0 8,1-3 6,3-12 6,2-6-18,4 0 0,-4 0-1,5-1-2,-2 4 3,1 5-3,-4 5 1,-2 2 0,1 2-1,-6 4-1,0-3-1,3 3-3,0 0-3,-1 0 1,5 0 3,-2 3-1,4 4-10,2-1-14,-3-4-5,5-2 21,-2 0-10,1 0-6,-3 0-2,-1-8 8,-1-7 15,1 2 1,-10-5 6,-1 1 1,0-1 1,0 0 0,-1 8 3,-5-1 8,-7 5 3,4 3 4,-1 3 10,-4 0-23,0 0 0,0 6 1,-2 12 0,1 3-2,2 3 16,3 2-4,5-2-13,5-3-2,0-3 4,4-5 2,10 1-1,7-3 0,0-7-2,10-1 5,5-3-1,6 0-8,4-17-59,3-5-149</inkml:trace>
        </inkml:traceGroup>
      </inkml:traceGroup>
    </inkml:traceGroup>
  </inkml:traceGroup>
</inkml:ink>
</file>

<file path=ppt/ink/ink11.xml><?xml version="1.0" encoding="utf-8"?>
<inkml:ink xmlns:inkml="http://www.w3.org/2003/InkML">
  <inkml:definitions/>
  <inkml:traceGroup>
    <inkml:annotationXML>
      <emma:emma xmlns:emma="http://www.w3.org/2003/04/emma" version="1.0">
        <emma:interpretation id="{7B76ADE5-6CDD-41CE-9DF6-027F95AA8BB6}" emma:medium="tactile" emma:mode="ink">
          <msink:context xmlns:msink="http://schemas.microsoft.com/ink/2010/main" type="writingRegion" rotatedBoundingBox="1363,9920 2457,9920 2457,11037 1363,11037"/>
        </emma:interpretation>
      </emma:emma>
    </inkml:annotationXML>
  </inkml:traceGroup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1-02-08T06:19:00.338"/>
    </inkml:context>
    <inkml:brush xml:id="br0">
      <inkml:brushProperty name="width" value="0.04667" units="cm"/>
      <inkml:brushProperty name="height" value="0.04667" units="cm"/>
      <inkml:brushProperty name="fitToCurve" value="1"/>
    </inkml:brush>
  </inkml:definitions>
  <inkml:traceGroup>
    <inkml:annotationXML>
      <emma:emma xmlns:emma="http://www.w3.org/2003/04/emma" version="1.0">
        <emma:interpretation id="{570D5907-9E99-4B0D-BCBA-B5E1CDA75E79}" emma:medium="tactile" emma:mode="ink">
          <msink:context xmlns:msink="http://schemas.microsoft.com/ink/2010/main" type="inkDrawing" rotatedBoundingBox="2502,10991 3650,10890 3651,10901 2502,11001" semanticType="underline" shapeName="Other">
            <msink:sourceLink direction="with" ref="{ACBA2723-4180-4901-B23C-BC25F3ED1A77}"/>
            <msink:destinationLink direction="to" ref="{E6A235C8-FDFF-45CD-8EC0-9EB31C814534}"/>
          </msink:context>
        </emma:interpretation>
      </emma:emma>
    </inkml:annotationXML>
    <inkml:trace contextRef="#ctx0" brushRef="#br0">485 1166 377,'0'0'78,"0"0"-55,0 0 39,0 0-46,0 0-16,0 0-2,13 0 2,16 0 11,19 0 7,21-3-7,15-5-11,19-2 5,4-4-4,7 0-1,-2 4 1,-8 2 1,-10 1-2,-13 1 1,-17 1-1,-15 2 20,-13 0 21,-17 3-19,-6-3 9,-6 3 4,-4 0-15,-3 0-16,0 0-4,0 0-15,0 0-120,-26 0-180</inkml:trace>
  </inkml:traceGroup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1-02-08T06:19:33.864"/>
    </inkml:context>
    <inkml:brush xml:id="br0">
      <inkml:brushProperty name="width" value="0.04667" units="cm"/>
      <inkml:brushProperty name="height" value="0.04667" units="cm"/>
      <inkml:brushProperty name="fitToCurve" value="1"/>
    </inkml:brush>
  </inkml:definitions>
  <inkml:traceGroup>
    <inkml:annotationXML>
      <emma:emma xmlns:emma="http://www.w3.org/2003/04/emma" version="1.0">
        <emma:interpretation id="{FCAADAD6-C0BF-47FF-BA1B-4FAC89E9EF32}" emma:medium="tactile" emma:mode="ink">
          <msink:context xmlns:msink="http://schemas.microsoft.com/ink/2010/main" type="inkDrawing" rotatedBoundingBox="6143,11012 7795,10817 7798,10843 6146,11038" semanticType="underline" shapeName="Other">
            <msink:destinationLink direction="with" ref="{E8D46B69-396D-4950-94FB-01D8B3D73FE4}"/>
          </msink:context>
        </emma:interpretation>
      </emma:emma>
    </inkml:annotationXML>
    <inkml:trace contextRef="#ctx0" brushRef="#br0">0 215 24,'0'0'49,"0"0"-18,0 0 4,0 0 39,0 0 5,0 0-9,4-10 2,-4 10-23,0 0-5,0 0-19,0 0-19,0 0-6,0 0-3,3 0-3,10 0-1,16 0 7,19-6 14,24-2 5,22-2-15,19-5 5,20-3-3,6 1-5,6 2 8,-6-2-3,-9 4 5,-10 1-1,-13 1 1,-14 1 0,-12 1 10,-13 1-1,-13 1 12,-19-1-3,-16 5-9,-13 0-8,-5 2-5,-2-2-5,0 3-2,0 0-3,-6-3-54,-24-5-160</inkml:trace>
  </inkml:traceGroup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1-02-08T06:20:34.931"/>
    </inkml:context>
    <inkml:brush xml:id="br0">
      <inkml:brushProperty name="width" value="0.04667" units="cm"/>
      <inkml:brushProperty name="height" value="0.04667" units="cm"/>
      <inkml:brushProperty name="fitToCurve" value="1"/>
    </inkml:brush>
  </inkml:definitions>
  <inkml:traceGroup>
    <inkml:annotationXML>
      <emma:emma xmlns:emma="http://www.w3.org/2003/04/emma" version="1.0">
        <emma:interpretation id="{40CD174A-CC9F-4C4D-B88E-DF75709F73AF}" emma:medium="tactile" emma:mode="ink">
          <msink:context xmlns:msink="http://schemas.microsoft.com/ink/2010/main" type="writingRegion" rotatedBoundingBox="7315,8484 7551,11067 5853,11222 5617,8639"/>
        </emma:interpretation>
      </emma:emma>
    </inkml:annotationXML>
    <inkml:traceGroup>
      <inkml:annotationXML>
        <emma:emma xmlns:emma="http://www.w3.org/2003/04/emma" version="1.0">
          <emma:interpretation id="{E220885A-D3C6-43CA-800A-139098D72D96}" emma:medium="tactile" emma:mode="ink">
            <msink:context xmlns:msink="http://schemas.microsoft.com/ink/2010/main" type="paragraph" rotatedBoundingBox="7315,8484 7551,11067 5853,11222 5617,8639" alignmentLevel="1"/>
          </emma:interpretation>
        </emma:emma>
      </inkml:annotationXML>
      <inkml:traceGroup>
        <inkml:annotationXML>
          <emma:emma xmlns:emma="http://www.w3.org/2003/04/emma" version="1.0">
            <emma:interpretation id="{B9FA84DE-C2A4-4CCB-A157-06B8F1B2FAC4}" emma:medium="tactile" emma:mode="ink">
              <msink:context xmlns:msink="http://schemas.microsoft.com/ink/2010/main" type="line" rotatedBoundingBox="7326,8600 7551,11067 7334,11087 7108,8620"/>
            </emma:interpretation>
          </emma:emma>
        </inkml:annotationXML>
        <inkml:traceGroup>
          <inkml:annotationXML>
            <emma:emma xmlns:emma="http://www.w3.org/2003/04/emma" version="1.0">
              <emma:interpretation id="{689958C5-DF0C-418C-A984-1A3CAC940141}" emma:medium="tactile" emma:mode="ink">
                <msink:context xmlns:msink="http://schemas.microsoft.com/ink/2010/main" type="inkWord" rotatedBoundingBox="7326,8600 7551,11067 7334,11087 7108,8620"/>
              </emma:interpretation>
              <emma:one-of disjunction-type="recognition" id="oneOf0">
                <emma:interpretation id="interp0" emma:lang="en-IN" emma:confidence="0">
                  <emma:literal>:</emma:literal>
                </emma:interpretation>
                <emma:interpretation id="interp1" emma:lang="en-IN" emma:confidence="0">
                  <emma:literal>0 O</emma:literal>
                </emma:interpretation>
                <emma:interpretation id="interp2" emma:lang="en-IN" emma:confidence="0">
                  <emma:literal>O O</emma:literal>
                </emma:interpretation>
                <emma:interpretation id="interp3" emma:lang="en-IN" emma:confidence="0">
                  <emma:literal>o O</emma:literal>
                </emma:interpretation>
                <emma:interpretation id="interp4" emma:lang="en-IN" emma:confidence="0">
                  <emma:literal>D O</emma:literal>
                </emma:interpretation>
              </emma:one-of>
            </emma:emma>
          </inkml:annotationXML>
          <inkml:trace contextRef="#ctx0" brushRef="#br0">5178-1212 141,'0'0'101,"0"0"-87,0 0 54,0 0-35,0 0-24,0 0 9,0 0 14,0 0-2,0 0-16,0 4-8,-6 3-6,2 7-3,-6 7 3,0 5 3,2 4 0,2-2-2,5 1 1,1-8-2,0 3 0,0-6 1,0-4-1,7-2 1,1-2-3,2-4-2,4-1 4,-1-5-10,2 0 4,5 0 2,1-5-7,0-5-3,-4-4 10,-6-1 4,-4-3 1,-3-3 0,-4-3 0,0 0 13,-8 0-4,-6 3 3,0 3 8,-7 6-16,0 3-5,-2 7-9,-12 2-86,-7 0-100</inkml:trace>
          <inkml:trace contextRef="#ctx0" brushRef="#br0" timeOffset="1350.3373">5389 1008 189,'0'0'82,"0"0"-25,0 0 37,0 0-44,0 0-29,0 0 2,0 0 13,0 0-13,0 0-4,0 0-3,0 0-10,0 0-1,-10 4-3,-3 13-2,-4 1-3,0 6 0,9-3 0,-2 0-3,7 0 5,3-3-3,0 3 1,0 0 3,3-3 1,4-4-1,4-4-6,3-2 3,2-4-10,1-1 11,2-3-1,1 0 2,3 0-6,-1-10 7,-2-4 0,-2 2 0,-4-4 1,-8 1 2,-2 1 4,-4-4-4,0 1 0,-14 3 0,-11-3-3,-5 5-3,-15 3-15,-7 4-101</inkml:trace>
        </inkml:traceGroup>
      </inkml:traceGroup>
      <inkml:traceGroup>
        <inkml:annotationXML>
          <emma:emma xmlns:emma="http://www.w3.org/2003/04/emma" version="1.0">
            <emma:interpretation id="{6587B9DF-282A-4771-B077-5616DE2923B2}" emma:medium="tactile" emma:mode="ink">
              <msink:context xmlns:msink="http://schemas.microsoft.com/ink/2010/main" type="line" rotatedBoundingBox="7037,9579 7008,10041 6582,10014 6612,9551"/>
            </emma:interpretation>
          </emma:emma>
        </inkml:annotationXML>
        <inkml:traceGroup>
          <inkml:annotationXML>
            <emma:emma xmlns:emma="http://www.w3.org/2003/04/emma" version="1.0">
              <emma:interpretation id="{EFE86ACE-516C-4AC4-955C-3C638AC1D5D9}" emma:medium="tactile" emma:mode="ink">
                <msink:context xmlns:msink="http://schemas.microsoft.com/ink/2010/main" type="inkWord" rotatedBoundingBox="7037,9579 7008,10041 6582,10014 6612,9551"/>
              </emma:interpretation>
              <emma:one-of disjunction-type="recognition" id="oneOf1">
                <emma:interpretation id="interp5" emma:lang="en-IN" emma:confidence="0">
                  <emma:literal>z</emma:literal>
                </emma:interpretation>
                <emma:interpretation id="interp6" emma:lang="en-IN" emma:confidence="0">
                  <emma:literal>Z</emma:literal>
                </emma:interpretation>
                <emma:interpretation id="interp7" emma:lang="en-IN" emma:confidence="0">
                  <emma:literal>]</emma:literal>
                </emma:interpretation>
                <emma:interpretation id="interp8" emma:lang="en-IN" emma:confidence="0">
                  <emma:literal>1</emma:literal>
                </emma:interpretation>
                <emma:interpretation id="interp9" emma:lang="en-IN" emma:confidence="0">
                  <emma:literal>a</emma:literal>
                </emma:interpretation>
              </emma:one-of>
            </emma:emma>
          </inkml:annotationXML>
          <inkml:trace contextRef="#ctx0" brushRef="#br0" timeOffset="-59859.0822">4621-236 160,'0'0'43,"0"0"53,0 0-7,0 0-8,0 0-24,0 0-18,-28 0-11,28 0-7,0 0-11,0 0-10,0 0-8,0 0-1,22-3 4,11 3 5,12-4 5,3 1-1,1 0-4,-10-2 0,-7 5-7,-13 0-45,-9 0-2,-6 0-3,-4 0-24,-4 0 3,-16 8 53,-10-1 10,2-4-43,6 0 49,2-3 9,10 0 11,2 0 15,5 0 45,3 0 10,0 0-16,0 0-11,0 0-8,0 0-6,0 0-17,0 0-23,0 5-6,0 11-17,0 7 15,0 12 5,0 2 3,0 2 4,-1-3-1,1-1-3,0 0 1,0-4 0,0-5 1,0-2-2,0-3 0,3-6 0,-3-4-1,1-4-8,4-1-6,-5-6-7,0 3 7,0-3 6,0 0 2,0 0 5,-6 0 0,-7 0-5,-7 0-9,-5 0 4,-2 0-4,-1 5 0,1 1 5,9-2 5,8-1 6,6-3 1,4 0-1,0 0-3,0 0-8,0 0-7,14 0 18,14 0 2,8 0 1,4 0 5,4 0-3,-2-6-2,0 2 1,-3-4 5,-1 5 10,-8-4 9,-1 4-2,-13 3-12,-4 0-14,-6 0 0,-6 0-72,-8 3-315</inkml:trace>
        </inkml:traceGroup>
      </inkml:traceGroup>
      <inkml:traceGroup>
        <inkml:annotationXML>
          <emma:emma xmlns:emma="http://www.w3.org/2003/04/emma" version="1.0">
            <emma:interpretation id="{393E8483-E24F-467E-A6D5-84A4A9A5F5DB}" emma:medium="tactile" emma:mode="ink">
              <msink:context xmlns:msink="http://schemas.microsoft.com/ink/2010/main" type="line" rotatedBoundingBox="6174,8640 5987,9975 5676,9931 5864,8597">
                <msink:destinationLink direction="with" ref="{1E25CE31-5896-4097-A505-EE2F06FDD2C4}"/>
              </msink:context>
            </emma:interpretation>
          </emma:emma>
        </inkml:annotationXML>
        <inkml:traceGroup>
          <inkml:annotationXML>
            <emma:emma xmlns:emma="http://www.w3.org/2003/04/emma" version="1.0">
              <emma:interpretation id="{AC81B208-706B-44AD-8E34-EDFE35F5E8FC}" emma:medium="tactile" emma:mode="ink">
                <msink:context xmlns:msink="http://schemas.microsoft.com/ink/2010/main" type="inkWord" rotatedBoundingBox="5676,9931 5864,8597 6174,8640 5987,9975"/>
              </emma:interpretation>
              <emma:one-of disjunction-type="recognition" id="oneOf2">
                <emma:interpretation id="interp10" emma:lang="en-IN" emma:confidence="0">
                  <emma:literal>all</emma:literal>
                </emma:interpretation>
                <emma:interpretation id="interp11" emma:lang="en-IN" emma:confidence="0">
                  <emma:literal>a,1</emma:literal>
                </emma:interpretation>
                <emma:interpretation id="interp12" emma:lang="en-IN" emma:confidence="0">
                  <emma:literal>Nil</emma:literal>
                </emma:interpretation>
                <emma:interpretation id="interp13" emma:lang="en-IN" emma:confidence="0">
                  <emma:literal>Nit</emma:literal>
                </emma:interpretation>
                <emma:interpretation id="interp14" emma:lang="en-IN" emma:confidence="0">
                  <emma:literal>ant</emma:literal>
                </emma:interpretation>
              </emma:one-of>
            </emma:emma>
          </inkml:annotationXML>
          <inkml:trace contextRef="#ctx0" brushRef="#br0" timeOffset="-65703.6099">3866-334 43,'0'0'55,"0"0"33,0 0 12,0 0-17,0 0-12,0 0-17,0-10-20,0 10-16,0 0-18,0 0-10,-8 9-7,-12 12 17,-5 8 7,-2 2 9,2-5-12,5 1-2,3-9-1,3 0 3,6-4-3,5-10-1,0-1-2,3 0 1,0-3 1,0 0 1,0 0 12,0-10 2,10-8-6,1-3-6,3-7-2,-4 0 2,0 2-2,-3-1-1,0 3 2,1 3-2,-1 6 0,-4 1 0,4 7 0,-7 4 1,3 3 0,-3 0 1,3 0-2,7 0-16,9 6 2,4 12 8,6 6 6,0 1 0,3 7-1,-3 6 1,-2-5-45,-5-2-178</inkml:trace>
          <inkml:trace contextRef="#ctx0" brushRef="#br0" timeOffset="-66310.0413">3880-299 55,'0'0'68,"0"0"-43,0 0-6,0 0-13,0 0 20,0 0 0,0 0-18,-14 0 10,9 0-14,2 0-4,-4 0-12,4 0 12,3 0 8,-3 0-3,3 0 0,0 0 9,0 0 24,0 0 7,0-3 5,0-1 8,0-3-4,0 3-5,0 1 3,0-1-10,0 1-21,0-1-4,0 4-9,0-3 0,-4 2-2,4 1 4,0-3 3,0 3-2,0-3 3,0 3 1,0 0 1,0 0 3,0-3-3,0 2 1,0-3-9,0 1-1,0 3-2,0 0-2,0 0-3,0 0 0,0 0-4,0 0-4,0 0-4,0 3-4,0 15 1,0 11 11,-3 12 4,0 5 0,-1 1 0,1 4 1,0-7-1,3-5 0,0-4 0,0-7 0,0-4-1,0-3 1,0-3-1,0-4 1,3-3 0,-3-7 0,0 2-3,3-3-17,-3-3-41,0 1-38,0-1-36,0 0-33,0-22-39</inkml:trace>
          <inkml:trace contextRef="#ctx0" brushRef="#br0" timeOffset="-62618.715">3948-1119 179,'0'0'28,"0"0"21,0 0 4,0 0 3,0 0-29,0 0 4,-6-82-4,2 75-1,1 3 19,0 0-15,3 4-6,0 0-4,0 0-13,0 0-7,0 5-22,0 19-5,0 18 15,0 11 11,0 7 1,0 0 4,0 0 6,0-7-3,0-3-2,3-5 1,7-3-3,-3-7 1,0-4 2,4-2-2,-4-8-4,0 3 8,-4-6-8,-3 3-28,0 0-87,-10-9-82</inkml:trace>
        </inkml:traceGroup>
      </inkml:traceGroup>
    </inkml:traceGroup>
  </inkml:traceGroup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1-02-08T06:17:17.050"/>
    </inkml:context>
    <inkml:brush xml:id="br0">
      <inkml:brushProperty name="width" value="0.04667" units="cm"/>
      <inkml:brushProperty name="height" value="0.04667" units="cm"/>
      <inkml:brushProperty name="fitToCurve" value="1"/>
    </inkml:brush>
  </inkml:definitions>
  <inkml:traceGroup>
    <inkml:annotationXML>
      <emma:emma xmlns:emma="http://www.w3.org/2003/04/emma" version="1.0">
        <emma:interpretation id="{651595AB-B27B-45E0-8076-BA6EEB5AD376}" emma:medium="tactile" emma:mode="ink">
          <msink:context xmlns:msink="http://schemas.microsoft.com/ink/2010/main" type="inkDrawing" rotatedBoundingBox="13636,5919 13679,4617 13759,4619 13715,5922" semanticType="verticalRange" shapeName="Line">
            <msink:sourceLink direction="with" ref="{027F9679-930A-42E7-BB3E-0D27B2141AC1}"/>
            <msink:sourceLink direction="with" ref="{83F34017-A814-4CC7-A640-9E7059E2D1B5}"/>
            <msink:sourceLink direction="with" ref="{09D17ECC-5F10-4F1A-A788-B7C2AA365CA7}"/>
          </msink:context>
        </emma:interpretation>
      </emma:emma>
    </inkml:annotationXML>
    <inkml:trace contextRef="#ctx0" brushRef="#br0">55 72 57,'0'0'6,"0"0"43,0 0 2,0 0-29,0 0 17,0 0-2,0 0-5,0 0-1,18-11 5,-18 11 8,0 0 0,0 0-12,0-1-11,0 1 0,0-3-1,0 0-1,0 0 1,0-5-1,3 1 2,-3 1-5,3-2 7,1 1 9,-4 0-20,1 3 16,-1 0-11,2 2-10,-2 2 1,0 0-8,0 0-8,0 0-1,0 0-12,0 6-12,0 15 12,0 8 16,0 5 3,-7 2 0,-3-1-2,-2 3 4,6-5-1,-1 2 0,1-4-5,2 1 5,-2-4 0,2 1 1,1-1 0,3 0 0,-3-3 0,3 4-1,0-2-1,-5 1 1,4 3 1,-1-6-1,2 4-12,-1-4 9,1-1 1,0-3 0,0 1-2,-2-4 5,2-2-2,-1 2 2,-2-1-3,3-2 3,0 3-1,0 0 1,0 2 0,0 1 1,0-3 1,0 3-2,0-3-2,0 0 2,0 2-1,0-2 1,4-3-1,-1 4 1,0-4 0,2 2 0,-5-2-1,3-1 0,-3-1 0,0-1-1,0-1 2,0 2-1,0-1 1,0 0 0,0 0-1,3 2 1,1-1 0,-1 1 0,0-3 0,-2-1 0,3-1 0,-1-3 0,0 1-1,1 1 1,-1-2-1,2-2 1,-4 3 0,3-3 1,0-1 1,-4 0-2,0-2 0,0-1-68,0 0-103,-12 0-173</inkml:trace>
  </inkml:traceGroup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1-02-08T06:19:44.963"/>
    </inkml:context>
    <inkml:brush xml:id="br0">
      <inkml:brushProperty name="width" value="0.04667" units="cm"/>
      <inkml:brushProperty name="height" value="0.04667" units="cm"/>
      <inkml:brushProperty name="fitToCurve" value="1"/>
    </inkml:brush>
  </inkml:definitions>
  <inkml:traceGroup>
    <inkml:annotationXML>
      <emma:emma xmlns:emma="http://www.w3.org/2003/04/emma" version="1.0">
        <emma:interpretation id="{2FBF3BD5-FAEE-4839-8CBC-9D10A9F30E14}" emma:medium="tactile" emma:mode="ink">
          <msink:context xmlns:msink="http://schemas.microsoft.com/ink/2010/main" type="inkDrawing" rotatedBoundingBox="11812,11312 11975,10000 12955,10122 12792,11433" hotPoints="12852,11156 12258,11496 11824,10967 12417,10627" semanticType="underline" shapeName="Ellipse">
            <msink:sourceLink direction="with" ref="{97B8F5AC-8254-4640-969B-798B91BA8FF8}"/>
            <msink:destinationLink direction="with" ref="{923799A9-1FD2-4186-8D3E-A6CE426E779A}"/>
          </msink:context>
        </emma:interpretation>
      </emma:emma>
    </inkml:annotationXML>
    <inkml:trace contextRef="#ctx0" brushRef="#br0">709 117 126,'0'0'62,"0"0"1,0 0-5,0 0-14,0 0 0,0 0-4,-18-26 3,11 23-17,-3-4-11,-3 0-1,-1 3-10,-3-2-4,3 1 0,-5 2 0,2-3 0,-3 2 1,2-4 3,1 5-4,-2-4 1,4 4 0,1-3 0,0 4 6,-4-1-6,4 0-1,-2 0 1,0 2-1,3-2 0,-3 3 0,-2 0 0,5 0 0,2 0 0,-7 0 2,4 0-2,1 0-2,-4 0 2,-2 0 0,6 0 0,0 0-1,-3 0 0,4 3 1,1 1 0,-2 2-2,-1-1 2,-1 1-1,2 1 1,3 1-2,-2-1 1,0 2-2,4 2 3,-5 1-3,-1 1 2,2 4-1,3 1 2,-1 0-3,3 3 1,-2 3 0,4-1 2,1 4 0,4-3 0,0 2 0,0 2 0,0-4 7,0 2-6,0-2-1,0 0 4,3-3 3,3 0-4,3 0-2,1 0 3,-3 1-1,4-1 0,2-3-3,1 6 2,-1-6 3,-2 3-2,3 0 7,3-3-6,0 0 1,5-4-2,-2-1 1,4 2-1,1-1 2,3 1-5,-2-2 4,0-2-2,-3 2-2,-1-5 0,1-1 0,-3-4 0,2 1 2,2 0 3,4-4-2,-4 0 0,5 0-1,-6 0-1,1 0 3,0 0-2,-2 0-1,1-4 0,5-10 2,-3 0-1,6-1-1,-3-3 4,0-3-4,-1 0 1,-3-3 2,-2 6-3,-8-2 3,1 2-4,1 3 3,-3-3-2,-3 2 0,0-2 2,0 0 0,-1-2-3,-6 2 4,0 0-3,1-3-1,-4 0 0,0-5 0,0 2 0,0 0 0,0-2 0,0 2 1,0-3-1,-4 5 2,-2 1 1,2-1-1,-4 6 0,1 1-2,0-2 1,-2 2 3,2 2-2,-8-1-2,2 2 7,-1-5 1,1 6 0,-3-3-4,0 3-4,-1 4-7,-5 1 1,-8 6-111,-2 0-84</inkml:trace>
    <inkml:trace contextRef="#ctx0" brushRef="#br0" timeOffset="749.521">619-395 49,'0'0'54,"0"0"0,0 0 19,0 0-16,0 0-17,0 0 5,0-11 2,0 8-8,0 0-11,0-1 2,0-5 1,0-2-8,0-1 1,0 2 9,0-1-9,0 1-13,0 2 16,0 2 2,0 6-14,0 0 4,-3 0-19,3 0-14,0 7-12,0 18 2,0 14 11,-4 10 13,4 10 0,-3 4 3,3 2 1,0 1-2,0-6 0,-4-4 6,4-6-2,0-5 1,0-6 2,0-7 1,0-4 0,0-7-4,0-3-1,0-4 2,0-3-5,0-4 0,-1-1 4,1 2-3,-3-1-3,3 8-14,0 6-81,0-4-123</inkml:trace>
  </inkml:traceGroup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1-02-08T06:19:43.605"/>
    </inkml:context>
    <inkml:brush xml:id="br0">
      <inkml:brushProperty name="width" value="0.04667" units="cm"/>
      <inkml:brushProperty name="height" value="0.04667" units="cm"/>
      <inkml:brushProperty name="fitToCurve" value="1"/>
    </inkml:brush>
  </inkml:definitions>
  <inkml:traceGroup>
    <inkml:annotationXML>
      <emma:emma xmlns:emma="http://www.w3.org/2003/04/emma" version="1.0">
        <emma:interpretation id="{97B8F5AC-8254-4640-969B-798B91BA8FF8}" emma:medium="tactile" emma:mode="ink">
          <msink:context xmlns:msink="http://schemas.microsoft.com/ink/2010/main" type="writingRegion" rotatedBoundingBox="12116,10804 12538,10804 12538,11061 12116,11061">
            <msink:destinationLink direction="with" ref="{2FBF3BD5-FAEE-4839-8CBC-9D10A9F30E14}"/>
          </msink:context>
        </emma:interpretation>
      </emma:emma>
    </inkml:annotationXML>
    <inkml:traceGroup>
      <inkml:annotationXML>
        <emma:emma xmlns:emma="http://www.w3.org/2003/04/emma" version="1.0">
          <emma:interpretation id="{5D8FBC48-D0FB-49DE-9BEF-38AB39D0A983}" emma:medium="tactile" emma:mode="ink">
            <msink:context xmlns:msink="http://schemas.microsoft.com/ink/2010/main" type="paragraph" rotatedBoundingBox="12116,10804 12538,10804 12538,11061 12116,1106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34CE1E08-7529-4BD8-BC74-0B79DE27DB7C}" emma:medium="tactile" emma:mode="ink">
              <msink:context xmlns:msink="http://schemas.microsoft.com/ink/2010/main" type="line" rotatedBoundingBox="12116,10804 12538,10804 12538,11061 12116,11061"/>
            </emma:interpretation>
          </emma:emma>
        </inkml:annotationXML>
        <inkml:traceGroup>
          <inkml:annotationXML>
            <emma:emma xmlns:emma="http://www.w3.org/2003/04/emma" version="1.0">
              <emma:interpretation id="{CE832170-00C0-42C8-B2EF-A11050BC1C85}" emma:medium="tactile" emma:mode="ink">
                <msink:context xmlns:msink="http://schemas.microsoft.com/ink/2010/main" type="inkWord" rotatedBoundingBox="12116,10804 12538,10804 12538,11061 12116,11061"/>
              </emma:interpretation>
              <emma:one-of disjunction-type="recognition" id="oneOf0">
                <emma:interpretation id="interp0" emma:lang="en-IN" emma:confidence="0">
                  <emma:literal>~</emma:literal>
                </emma:interpretation>
                <emma:interpretation id="interp1" emma:lang="en-IN" emma:confidence="0">
                  <emma:literal>a</emma:literal>
                </emma:interpretation>
                <emma:interpretation id="interp2" emma:lang="en-IN" emma:confidence="0">
                  <emma:literal>+</emma:literal>
                </emma:interpretation>
                <emma:interpretation id="interp3" emma:lang="en-IN" emma:confidence="0">
                  <emma:literal>^</emma:literal>
                </emma:interpretation>
                <emma:interpretation id="interp4" emma:lang="en-IN" emma:confidence="0">
                  <emma:literal>n</emma:literal>
                </emma:interpretation>
              </emma:one-of>
            </emma:emma>
          </inkml:annotationXML>
          <inkml:trace contextRef="#ctx0" brushRef="#br0">0 213 180,'0'0'74,"0"0"5,0 0 1,0 0-19,0 0-11,0 0-8,0-13-5,0 13 8,0-2 0,0 2-9,0-3-4,0-4-7,0 1-8,0-2-10,0 1 1,0-7 1,2 0-7,5 0 3,0-8-5,8 1-4,-2 2 4,0 1-2,3 3 2,-3 4-4,-2 4 0,-1 0 2,0 3-2,-3 4-1,0 0-6,3 0-6,0 11-1,4 10 5,1 1-1,-2 2 7,1 5 2,0-5-1,0 0 4,-3-6-3,1 3 4,3-6 0,-5 2 1,0-7 0,0 1 0,-2-7-2,3-1 2,-5 0 0,4-3 1,1 0-1,3 0 3,3-3 2,-6-7 1,3-1-4,-6 4 1,1-4 0,-9 1 1,0 4-1,0-2-3,0 1-10,0-1-27,-3 2-9,-8-1-49,-2-1-13,2-5-72</inkml:trace>
        </inkml:traceGroup>
      </inkml:traceGroup>
    </inkml:traceGroup>
  </inkml:traceGroup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1-02-08T06:19:50.506"/>
    </inkml:context>
    <inkml:brush xml:id="br0">
      <inkml:brushProperty name="width" value="0.04667" units="cm"/>
      <inkml:brushProperty name="height" value="0.04667" units="cm"/>
      <inkml:brushProperty name="fitToCurve" value="1"/>
    </inkml:brush>
  </inkml:definitions>
  <inkml:traceGroup>
    <inkml:annotationXML>
      <emma:emma xmlns:emma="http://www.w3.org/2003/04/emma" version="1.0">
        <emma:interpretation id="{DAFA1866-0947-45D9-A6E2-4B3CC7BEF907}" emma:medium="tactile" emma:mode="ink">
          <msink:context xmlns:msink="http://schemas.microsoft.com/ink/2010/main" type="writingRegion" rotatedBoundingBox="10303,10729 11491,10790 11457,11465 10269,11404"/>
        </emma:interpretation>
      </emma:emma>
    </inkml:annotationXML>
    <inkml:traceGroup>
      <inkml:annotationXML>
        <emma:emma xmlns:emma="http://www.w3.org/2003/04/emma" version="1.0">
          <emma:interpretation id="{CDF57A4A-2AF5-4046-ACBE-8C4BD1B8ED8C}" emma:medium="tactile" emma:mode="ink">
            <msink:context xmlns:msink="http://schemas.microsoft.com/ink/2010/main" type="paragraph" rotatedBoundingBox="10303,10729 11491,10790 11457,11465 10269,11404" alignmentLevel="1"/>
          </emma:interpretation>
        </emma:emma>
      </inkml:annotationXML>
      <inkml:traceGroup>
        <inkml:annotationXML>
          <emma:emma xmlns:emma="http://www.w3.org/2003/04/emma" version="1.0">
            <emma:interpretation id="{8FF3A5ED-3423-47CE-AA14-05064AEF7F84}" emma:medium="tactile" emma:mode="ink">
              <msink:context xmlns:msink="http://schemas.microsoft.com/ink/2010/main" type="line" rotatedBoundingBox="10303,10729 11491,10790 11457,11465 10269,11404"/>
            </emma:interpretation>
          </emma:emma>
        </inkml:annotationXML>
        <inkml:traceGroup>
          <inkml:annotationXML>
            <emma:emma xmlns:emma="http://www.w3.org/2003/04/emma" version="1.0">
              <emma:interpretation id="{884932C7-E14B-483A-8C91-7856FD19ED0F}" emma:medium="tactile" emma:mode="ink">
                <msink:context xmlns:msink="http://schemas.microsoft.com/ink/2010/main" type="inkWord" rotatedBoundingBox="10303,10729 11491,10790 11457,11465 10269,11404"/>
              </emma:interpretation>
              <emma:one-of disjunction-type="recognition" id="oneOf0">
                <emma:interpretation id="interp0" emma:lang="en-IN" emma:confidence="0">
                  <emma:literal>Ott)</emma:literal>
                </emma:interpretation>
                <emma:interpretation id="interp1" emma:lang="en-IN" emma:confidence="0">
                  <emma:literal>vet)</emma:literal>
                </emma:interpretation>
                <emma:interpretation id="interp2" emma:lang="en-IN" emma:confidence="0">
                  <emma:literal>reft)</emma:literal>
                </emma:interpretation>
                <emma:interpretation id="interp3" emma:lang="en-IN" emma:confidence="0">
                  <emma:literal>set)</emma:literal>
                </emma:interpretation>
                <emma:interpretation id="interp4" emma:lang="en-IN" emma:confidence="0">
                  <emma:literal>ret)</emma:literal>
                </emma:interpretation>
              </emma:one-of>
            </emma:emma>
          </inkml:annotationXML>
          <inkml:trace contextRef="#ctx0" brushRef="#br0">0 134 5,'0'0'45,"0"0"10,0 0-13,0 0-10,0 0 2,0 0 15,0 0 1,0 0-5,0-14-4,0 13 3,0-2-18,0 0-1,0 0 1,0 2 3,0 1 5,0-4 1,0 1 1,0-1-10,0 4-9,0 0-5,0 0-8,3 0-4,0 0-3,4 0-4,1 0 0,3 0 0,-1 0 1,0 12-2,1 5 3,1 4 0,0 0 3,-5 7 0,3-4 2,-4-2 0,2-1 0,3-3 0,-4-4 0,-1 3 0,1-3 2,-1-4-2,1-2-5,0-1-2,0-4-7,4-3-4,3 0 10,-1 0 2,2 0 1,5-10-1,-7-4-2,3 1-12,-6-2-3,-4-2 7,1-1-8,-4-3 2,-3-3 1,0 1 4,0 2 14,0 0 1,0 3 1,0-2 2,-3 5 3,-4-1-4,1 4 0,-1 1 0,-1-2 0,1 2 0,0 1-1,0-1 0,1 4 1,-1-1 0,4 5 1,0 0-1,-1 3 3,4 0 4,-4 0 2,4 0-9,-1 0-9,-1 0 7,-3 6 0,0 9-2,1 3 2,3-1 2,1 4 2,0-3 4,0 3-2,4-3-2,7-1 0,6 1 4,-2-3-6,3-5-15,1-2-111,-2-5-195</inkml:trace>
          <inkml:trace contextRef="#ctx0" brushRef="#br0" timeOffset="406.0143">612-149 315,'0'0'43,"0"0"58,0 0-59,0 0-42,0 0-21,0 0 16,-12 39 5,1-7 14,-6 4 6,3 2-1,3 5-7,1-1 6,3 0 7,7 1-19,0-4 0,0-5-4,4-5 1,10-5-3,3-3 4,7-3-4,0-4-18,10-4-33,2-10-18,2 0-66,-5 0-176</inkml:trace>
          <inkml:trace contextRef="#ctx0" brushRef="#br0" timeOffset="1379.6271">634 148 74,'0'0'49,"0"0"31,0 0-16,0 0-38,0 0 2,0 0 20,-3-3-7,3 3 8,0 0-38,0 0-9,0 0-2,6 0-7,8-5 7,8 5 2,5-6 4,4-1-3,2 3-1,-1-3 1,-3 4-3,-9 0 1,-6 2 2,0-6-2,-10 7 0,2 0-1,-6 0 4,0 0-3,0 0-1,0 0-6,0 0-38,0 0-102,0 0-99</inkml:trace>
          <inkml:trace contextRef="#ctx0" brushRef="#br0" timeOffset="908.2783">813-149 189,'0'0'47,"0"0"6,0 0 24,0 0-20,0 0-57,0 0-6,-13 1-10,7 21 16,5-1 19,-2 6-4,-1 5 8,1-1 4,3 1 7,-3 1-9,3 1-16,0 1 3,0 4 0,0-3-2,0-4-3,0-1-4,0-9 0,0-5-2,0 0 1,0-2 3,0-4-5,3-1 0,4-4 0,-4-1 0,5 1 0,2-5 0,7-1 1,3 0-1,5 0-12,-1-1-32,1-10-50,-9 1-50,-2-4-46</inkml:trace>
          <inkml:trace contextRef="#ctx0" brushRef="#br0" timeOffset="1859.8776">1077-190 269,'0'0'64,"0"0"13,0 0-14,0 0-63,0 0-15,0 0-3,21 49 18,0-16 12,-4 7-1,-1 4 12,0 9-6,-9 7-5,-4 6 4,-3 0-6,0-8-2,0-10-2,0-12 0,-3-5-5,3-2 3,-10 0-4,-5-5-44,-6-11-217</inkml:trace>
        </inkml:traceGroup>
      </inkml:traceGroup>
    </inkml:traceGroup>
  </inkml:traceGroup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1-02-08T06:19:32.918"/>
    </inkml:context>
    <inkml:brush xml:id="br0">
      <inkml:brushProperty name="width" value="0.04667" units="cm"/>
      <inkml:brushProperty name="height" value="0.04667" units="cm"/>
      <inkml:brushProperty name="fitToCurve" value="1"/>
    </inkml:brush>
  </inkml:definitions>
  <inkml:traceGroup>
    <inkml:annotationXML>
      <emma:emma xmlns:emma="http://www.w3.org/2003/04/emma" version="1.0">
        <emma:interpretation id="{D83FE29E-160D-432F-8E49-81439A95A072}" emma:medium="tactile" emma:mode="ink">
          <msink:context xmlns:msink="http://schemas.microsoft.com/ink/2010/main" type="inkDrawing" rotatedBoundingBox="6055,8601 7226,8587 7227,8651 6056,8665" shapeName="Other"/>
        </emma:interpretation>
      </emma:emma>
    </inkml:annotationXML>
    <inkml:trace contextRef="#ctx0" brushRef="#br0">4039-1187 23,'0'0'164,"0"0"-118,0 0 8,0 0 6,0 0 1,0 0-33,0-15-1,0 15 1,0 0-6,0 0-6,0-3 2,13 0-9,16 0-9,13-2 0,16 2 0,23 3 4,11-3-4,13-1 1,5 1-1,-3 3 0,-3-3 0,-7 3 0,-10 0-5,-15 0 2,-12 0-2,-13 0 2,-12 0 2,-17 0 1,-7 0 0,-8 0 2,-3 0 1,0 0 4,0 0-7,0 3-5,0 14-46,-15 1-96,-2 3-68</inkml:trace>
  </inkml:traceGroup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1-02-08T06:18:57.428"/>
    </inkml:context>
    <inkml:brush xml:id="br0">
      <inkml:brushProperty name="width" value="0.04667" units="cm"/>
      <inkml:brushProperty name="height" value="0.04667" units="cm"/>
      <inkml:brushProperty name="fitToCurve" value="1"/>
    </inkml:brush>
  </inkml:definitions>
  <inkml:traceGroup>
    <inkml:annotationXML>
      <emma:emma xmlns:emma="http://www.w3.org/2003/04/emma" version="1.0">
        <emma:interpretation id="{F1D06641-9B9A-4ABD-A604-7BC6725B6B17}" emma:medium="tactile" emma:mode="ink">
          <msink:context xmlns:msink="http://schemas.microsoft.com/ink/2010/main" type="inkDrawing" rotatedBoundingBox="2431,10252 2460,11036 2449,11037 2420,10252" semanticType="callout" shapeName="Other"/>
        </emma:interpretation>
      </emma:emma>
    </inkml:annotationXML>
    <inkml:trace contextRef="#ctx0" brushRef="#br0">414 427 191,'0'0'117,"0"0"-57,0 0 66,0 0-48,0 0-32,0 0-4,0 0-7,0 0-13,0 0-10,0 0-12,0 0-7,0 7-9,0 14-2,0 14 18,0 10 1,0 9 5,0 2-6,0 4 2,4-4 0,-4-2-1,3-1-1,-1-5 0,1-5 0,1-2 0,-1-2 0,0-6 2,-3-2-2,0-6 0,4-1 0,-4-3 1,0 0-2,0-9-55,0-6-123,0-6-222</inkml:trace>
  </inkml:traceGroup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1-02-08T06:20:31.820"/>
    </inkml:context>
    <inkml:brush xml:id="br0">
      <inkml:brushProperty name="width" value="0.04667" units="cm"/>
      <inkml:brushProperty name="height" value="0.04667" units="cm"/>
      <inkml:brushProperty name="fitToCurve" value="1"/>
    </inkml:brush>
  </inkml:definitions>
  <inkml:traceGroup>
    <inkml:annotationXML>
      <emma:emma xmlns:emma="http://www.w3.org/2003/04/emma" version="1.0">
        <emma:interpretation id="{E6A235C8-FDFF-45CD-8EC0-9EB31C814534}" emma:medium="tactile" emma:mode="ink">
          <msink:context xmlns:msink="http://schemas.microsoft.com/ink/2010/main" type="inkDrawing" rotatedBoundingBox="3536,11030 3569,10881 3694,10909 3661,11057" semanticType="callout" shapeName="Other">
            <msink:sourceLink direction="to" ref="{570D5907-9E99-4B0D-BCBA-B5E1CDA75E79}"/>
          </msink:context>
        </emma:interpretation>
      </emma:emma>
    </inkml:annotationXML>
    <inkml:trace contextRef="#ctx0" brushRef="#br0">135 71 13,'0'0'56,"0"0"-49,0 0 33,0 0-26,0 0-9,0 0 2,-6-14-5,2 11 13,1-1 13,-2 1-8,1 0 10,-2-2-13,2 2-8,1-1 15,-4 1-9,4 0 3,0-2 13,-1 2-5,1 3 6,3-3-26,-3 3 20,3 0-14,-3 0-7,-3 0-5,-4 0 0,0 3 0,-3 8-3,-1-1 2,6 4 1,1-2 1,4 2 2,0-1-3,3 1-3,0-4 1,0-1-1,0 2 3,10-2 3,-1-2-3,4-4-1,0-1 1,0-2 1,3 0 6,-7 0 0,1 0 0,0 0-2,-3 0 5,0-5 3,-6-5 5,3 2 7,-4-2 6,0-4-11,0 4 4,0-5-2,0 1-15,-5 4-1,-2-4-6,-3 3-2,3 1-1,-9 2-25,-3 1-50,-4-4-127</inkml:trace>
  </inkml:traceGroup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1-02-08T06:19:01.778"/>
    </inkml:context>
    <inkml:brush xml:id="br0">
      <inkml:brushProperty name="width" value="0.04667" units="cm"/>
      <inkml:brushProperty name="height" value="0.04667" units="cm"/>
      <inkml:brushProperty name="fitToCurve" value="1"/>
    </inkml:brush>
  </inkml:definitions>
  <inkml:traceGroup>
    <inkml:annotationXML>
      <emma:emma xmlns:emma="http://www.w3.org/2003/04/emma" version="1.0">
        <emma:interpretation id="{ACBA2723-4180-4901-B23C-BC25F3ED1A77}" emma:medium="tactile" emma:mode="ink">
          <msink:context xmlns:msink="http://schemas.microsoft.com/ink/2010/main" type="writingRegion" rotatedBoundingBox="1363,9001 3613,9001 3613,10526 1363,10526">
            <msink:destinationLink direction="with" ref="{570D5907-9E99-4B0D-BCBA-B5E1CDA75E79}"/>
          </msink:context>
        </emma:interpretation>
      </emma:emma>
    </inkml:annotationXML>
    <inkml:traceGroup>
      <inkml:annotationXML>
        <emma:emma xmlns:emma="http://www.w3.org/2003/04/emma" version="1.0">
          <emma:interpretation id="{843AA784-4C34-4A81-9185-B2A92B035C7B}" emma:medium="tactile" emma:mode="ink">
            <msink:context xmlns:msink="http://schemas.microsoft.com/ink/2010/main" type="paragraph" rotatedBoundingBox="1363,9001 3613,9001 3613,10526 1363,10526" alignmentLevel="1"/>
          </emma:interpretation>
        </emma:emma>
      </inkml:annotationXML>
      <inkml:traceGroup>
        <inkml:annotationXML>
          <emma:emma xmlns:emma="http://www.w3.org/2003/04/emma" version="1.0">
            <emma:interpretation id="{DCDB68A3-AE14-4CA2-83A4-18B910A78B31}" emma:medium="tactile" emma:mode="ink">
              <msink:context xmlns:msink="http://schemas.microsoft.com/ink/2010/main" type="line" rotatedBoundingBox="1363,9001 3613,9001 3613,10526 1363,10526"/>
            </emma:interpretation>
          </emma:emma>
        </inkml:annotationXML>
        <inkml:traceGroup>
          <inkml:annotationXML>
            <emma:emma xmlns:emma="http://www.w3.org/2003/04/emma" version="1.0">
              <emma:interpretation id="{A89419CA-B7E9-4C5A-8727-D3E9738A719F}" emma:medium="tactile" emma:mode="ink">
                <msink:context xmlns:msink="http://schemas.microsoft.com/ink/2010/main" type="inkWord" rotatedBoundingBox="1363,9001 3613,9001 3613,10526 1363,10526"/>
              </emma:interpretation>
              <emma:one-of disjunction-type="recognition" id="oneOf0">
                <emma:interpretation id="interp0" emma:lang="en-IN" emma:confidence="0">
                  <emma:literal>"</emma:literal>
                </emma:interpretation>
                <emma:interpretation id="interp1" emma:lang="en-IN" emma:confidence="0">
                  <emma:literal>#</emma:literal>
                </emma:interpretation>
                <emma:interpretation id="interp2" emma:lang="en-IN" emma:confidence="0">
                  <emma:literal>i</emma:literal>
                </emma:interpretation>
                <emma:interpretation id="interp3" emma:lang="en-IN" emma:confidence="0">
                  <emma:literal>l</emma:literal>
                </emma:interpretation>
                <emma:interpretation id="interp4" emma:lang="en-IN" emma:confidence="0">
                  <emma:literal>y</emma:literal>
                </emma:interpretation>
              </emma:one-of>
            </emma:emma>
          </inkml:annotationXML>
          <inkml:trace contextRef="#ctx0" brushRef="#br0">-379 113 145,'0'0'6,"0"0"47,0 0 18,0 0-16,0 0 2,0 0 8,0-18-24,0 18-18,0 0-3,0 0-18,0 4-2,0 18 0,-3 8 3,-7 12 22,0 2-1,-2 4 6,2 2-6,-3-1-1,6-3-2,1-3 0,2-1-4,1-4-3,0-6-7,3-4-1,-3-4-1,3-6 8,-1-3-3,-1-4-6,2-2 2,-3-5-4,3 0 5,0-4-5,0 3 2,0-3 3,0 0-1,0 0-1,0 0-5,0 0-100,0-17-297</inkml:trace>
          <inkml:trace contextRef="#ctx0" brushRef="#br0" timeOffset="-508.3616">-654 229 337,'0'0'42,"0"0"48,0 0 14,0 0-46,0 0-25,0 0-19,6-28-7,-6 28-7,7 0-8,-1 10-3,8 8 9,4 7 2,-1 3 3,6 7 1,-1 1-1,-2 3 1,-1-8-2,1 4-1,-4-6 0,0-5 1,-3 1-1,0-8 1,-3 1-2,-1-4 0,-3-4 1,1-2-1,-4-1 0,1-1-31,-1-1-57,-3-5-28,0 0-54,0-3-101</inkml:trace>
          <inkml:trace contextRef="#ctx0" brushRef="#br0" timeOffset="88754.4975">1430-824 73,'0'0'137,"0"0"-91,0 0 16,0 0-33,0 0-25,0 0-2,0 0-2,-3 0 0,3 0-1,0 0 1,0 0 4,-3 3 2,-1 4 0,1 4-4,-4-1 2,4 5 1,-2 2-1,5-2-3,0 2 0,0 1-1,0 0 0,0-2 2,8 2-2,2-4 1,-3 1-1,3-5 3,3-2-3,-1-2-7,-2-6 6,7 0 1,-2 0 12,2 0 1,-1 0-2,-1-10-6,2-4-1,-4-1-2,-6-2 7,0 2 0,-7 2-2,0-1 10,0 4 14,-4-1-5,-2 0-6,-7 4-18,-1 0 3,-1 0-5,-2 6-7,-6 1-67,-2 0-106</inkml:trace>
        </inkml:traceGroup>
      </inkml:traceGroup>
    </inkml:traceGroup>
  </inkml:traceGroup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1-02-08T06:19:30.632"/>
    </inkml:context>
    <inkml:brush xml:id="br0">
      <inkml:brushProperty name="width" value="0.04667" units="cm"/>
      <inkml:brushProperty name="height" value="0.04667" units="cm"/>
      <inkml:brushProperty name="fitToCurve" value="1"/>
    </inkml:brush>
  </inkml:definitions>
  <inkml:traceGroup>
    <inkml:annotationXML>
      <emma:emma xmlns:emma="http://www.w3.org/2003/04/emma" version="1.0">
        <emma:interpretation id="{1E25CE31-5896-4097-A505-EE2F06FDD2C4}" emma:medium="tactile" emma:mode="ink">
          <msink:context xmlns:msink="http://schemas.microsoft.com/ink/2010/main" type="inkDrawing" rotatedBoundingBox="5130,10030 5579,8982 6612,9425 6163,10472" semanticType="enclosure" shapeName="Other">
            <msink:sourceLink direction="with" ref="{393E8483-E24F-467E-A6D5-84A4A9A5F5DB}"/>
            <msink:destinationLink direction="with" ref="{E8D46B69-396D-4950-94FB-01D8B3D73FE4}"/>
          </msink:context>
        </emma:interpretation>
      </emma:emma>
    </inkml:annotationXML>
    <inkml:trace contextRef="#ctx0" brushRef="#br0">4152-504 251,'0'0'44,"0"0"1,0 0 12,0 0-15,0 0-19,0 0-12,-29-42-4,22 35 7,-4 1 1,3-2 1,-5-2-9,0-1 8,-3-3-7,0 3-4,3 0 2,-5 1 4,7-1-5,-2 5-5,-1-2-1,0 2-1,0 2 0,-3 4-3,-5-3 4,2 0 1,-4 3 0,3 0 5,-8 0-5,6 0 3,-1 0 0,6 0-1,-2 9-1,-2-2-2,3 1 1,-2 2 0,3 4 0,-2-3 0,-2 3 0,2 0-1,-2 4-1,2-1 2,-2 1 4,6 0 0,-4-2-3,4 2-1,3 0 2,0 0-2,0-1-1,-3 1 1,3 0 5,0-1-4,-2 1 0,4-3 0,-2 5 2,3 2-2,-4-1-2,9 0-2,-1 3 2,3-3 2,3 4-2,-4 0 1,4-1 0,0 2 0,0-2 1,0 0-1,0 1 2,0 4 0,0 1-2,0 2 2,10 0-2,-5 0 0,6 3 1,2-3-2,-3-1 2,4-5-1,4-2 3,2 0-2,2-3 1,1 0 11,2-3-6,2 0-1,1 0-3,2-4 1,2 1 3,0-2-4,-2-2 1,5 0-4,0-4 6,2-1-3,-2-1-2,0-2 1,4-3 2,-1 0-2,2 0 0,6-8-1,-4-5 5,-4-2-4,-1 1 1,-5-4 0,-1 1 0,-3-1-2,3-6 3,-2-1-1,-3-7 1,-1-7-1,-1 0 2,-10-3-5,0 0 2,-7 3-1,-4-2 0,-3 8 2,0-5-3,0 2 3,0 1-3,-6-1 0,-5 2-2,-4-1 1,2 3 1,-4 1 3,2-1-3,-2 0-2,4 4 2,-4-1 0,2 1 4,2 4-4,3-1 2,-2 3-1,2 5 1,3-1 4,-3 5 6,4-2-1,-5 1-9,3 4 3,-2-1-5,4 4-3,-4 0 1,-5 0-1,4 4-2,-5 2 0,-6 1-5,-1 0-44,-8 0-44,-7 7-47,0 1-104</inkml:trace>
  </inkml:traceGroup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1-02-08T06:19:31.517"/>
    </inkml:context>
    <inkml:brush xml:id="br0">
      <inkml:brushProperty name="width" value="0.04667" units="cm"/>
      <inkml:brushProperty name="height" value="0.04667" units="cm"/>
      <inkml:brushProperty name="fitToCurve" value="1"/>
    </inkml:brush>
  </inkml:definitions>
  <inkml:traceGroup>
    <inkml:annotationXML>
      <emma:emma xmlns:emma="http://www.w3.org/2003/04/emma" version="1.0">
        <emma:interpretation id="{E8D46B69-396D-4950-94FB-01D8B3D73FE4}" emma:medium="tactile" emma:mode="ink">
          <msink:context xmlns:msink="http://schemas.microsoft.com/ink/2010/main" type="inkDrawing" rotatedBoundingBox="6040,10390 6613,10872 6308,11235 5734,10753" semanticType="callout" shapeName="Other">
            <msink:sourceLink direction="with" ref="{FCAADAD6-C0BF-47FF-BA1B-4FAC89E9EF32}"/>
            <msink:sourceLink direction="with" ref="{1E25CE31-5896-4097-A505-EE2F06FDD2C4}"/>
          </msink:context>
        </emma:interpretation>
      </emma:emma>
    </inkml:annotationXML>
    <inkml:trace contextRef="#ctx0" brushRef="#br0">3994 600 24,'0'0'44,"0"0"-15,0 0 30,0 0 21,0 0-14,0 0-6,0 0 13,0 3-2,0-3-11,0 3-20,0-2-15,0 2-25,0 3 0,0 6-14,0 9 0,0 14 14,-7 4 1,4 6 2,-1 1 0,-2 0 1,2-7-1,4-1 0,0-5-3,0-3 0,0-1 0,0-4 1,0-4-1,0 0 0,4-7 1,-1 0 0,0-7 0,-3 1 0,0-2 1,0-5-1,0 2 0,0-3-1,4 3 0,-4-3 0,6 0-4,1 3 0,6-3 4,9 0 8,14 0 25,7 0-2,14-6-15,11-8-3,-2 3-13,4 0 0,-15 1 0,-6-1-1,-18 5-54,-4-2 5,-2 2-18,-8 2-12,-4-7-28,-6 1-145</inkml:trace>
  </inkml:traceGroup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1-02-08T06:17:23.864"/>
    </inkml:context>
    <inkml:brush xml:id="br0">
      <inkml:brushProperty name="width" value="0.04667" units="cm"/>
      <inkml:brushProperty name="height" value="0.04667" units="cm"/>
      <inkml:brushProperty name="fitToCurve" value="1"/>
    </inkml:brush>
  </inkml:definitions>
  <inkml:traceGroup>
    <inkml:annotationXML>
      <emma:emma xmlns:emma="http://www.w3.org/2003/04/emma" version="1.0">
        <emma:interpretation id="{027F9679-930A-42E7-BB3E-0D27B2141AC1}" emma:medium="tactile" emma:mode="ink">
          <msink:context xmlns:msink="http://schemas.microsoft.com/ink/2010/main" type="writingRegion" rotatedBoundingBox="12474,4831 16103,4401 16185,5094 12556,5523">
            <msink:destinationLink direction="with" ref="{651595AB-B27B-45E0-8076-BA6EEB5AD376}"/>
          </msink:context>
        </emma:interpretation>
      </emma:emma>
    </inkml:annotationXML>
    <inkml:traceGroup>
      <inkml:annotationXML>
        <emma:emma xmlns:emma="http://www.w3.org/2003/04/emma" version="1.0">
          <emma:interpretation id="{194DA45C-74B1-424B-B6EE-7A05D2C0A9CC}" emma:medium="tactile" emma:mode="ink">
            <msink:context xmlns:msink="http://schemas.microsoft.com/ink/2010/main" type="paragraph" rotatedBoundingBox="12474,4831 16103,4401 16185,5094 12556,5523" alignmentLevel="1"/>
          </emma:interpretation>
        </emma:emma>
      </inkml:annotationXML>
      <inkml:traceGroup>
        <inkml:annotationXML>
          <emma:emma xmlns:emma="http://www.w3.org/2003/04/emma" version="1.0">
            <emma:interpretation id="{F223B6A9-1A4F-4E1C-B103-024574767C4E}" emma:medium="tactile" emma:mode="ink">
              <msink:context xmlns:msink="http://schemas.microsoft.com/ink/2010/main" type="line" rotatedBoundingBox="12474,4831 16103,4401 16185,5094 12556,5523"/>
            </emma:interpretation>
          </emma:emma>
        </inkml:annotationXML>
        <inkml:traceGroup>
          <inkml:annotationXML>
            <emma:emma xmlns:emma="http://www.w3.org/2003/04/emma" version="1.0">
              <emma:interpretation id="{D1B6A3D4-527E-43CC-9B08-1D36E25112D3}" emma:medium="tactile" emma:mode="ink">
                <msink:context xmlns:msink="http://schemas.microsoft.com/ink/2010/main" type="inkWord" rotatedBoundingBox="12474,4831 16103,4401 16185,5094 12556,5523"/>
              </emma:interpretation>
              <emma:one-of disjunction-type="recognition" id="oneOf0">
                <emma:interpretation id="interp0" emma:lang="en-IN" emma:confidence="0">
                  <emma:literal>Err-I</emma:literal>
                </emma:interpretation>
                <emma:interpretation id="interp1" emma:lang="en-IN" emma:confidence="0">
                  <emma:literal>Eire-I</emma:literal>
                </emma:interpretation>
                <emma:interpretation id="interp2" emma:lang="en-IN" emma:confidence="0">
                  <emma:literal>NE</emma:literal>
                </emma:interpretation>
                <emma:interpretation id="interp3" emma:lang="en-IN" emma:confidence="0">
                  <emma:literal>EN-I</emma:literal>
                </emma:interpretation>
                <emma:interpretation id="interp4" emma:lang="en-IN" emma:confidence="0">
                  <emma:literal>Eyre-I</emma:literal>
                </emma:interpretation>
              </emma:one-of>
            </emma:emma>
          </inkml:annotationXML>
          <inkml:trace contextRef="#ctx0" brushRef="#br0">-861-2497 166,'0'0'32,"0"0"38,0 0-17,0 0-23,0 0 1,0 0 13,0 0-10,0 0-5,0 0-5,0 0-9,0 0 1,0 0-12,7 0 1,21 0-2,3 0 15,14 0 3,3 0-17,-4-3-4,-5 1-3,-7 2 3,-9-3-6,-9 3-10,-2 0-7,-9 0 7,-3 0-21,0 0-11,0 0 18,-10 0-52,-9 0-2,-1 0-53,-5 3 57</inkml:trace>
          <inkml:trace contextRef="#ctx0" brushRef="#br0" timeOffset="578.0779">-681-2491 51,'0'0'96,"0"0"-11,0 0-8,0 0-3,0 0 3,0 0-16,0 0-14,0 0-13,0 0-11,0 0-12,0 1-9,0 1-2,0 2-7,-3 7-4,0 6 7,-4 5 4,-1 4 2,4 1 0,-2 4-2,2 4 0,-2 0 0,2 1 1,4 0 0,-3-5 0,3 0 0,-4-9 0,4-4-1,0-4 0,-3-4-15,3-3-3,-3-6-13,3-1 1,0 0 8,-8 0 14,0 0-1,-4 0 4,-2 0-21,-7 0 14,3 0 3,-2-3-1,-1 1 10,7-1 0,4 3 0,1 0 2,6 0 1,3 0 4,0 0-7,0 0-2,0 0-10,3 0-15,16 0 4,5 0 23,8 0 18,6 3-14,0-3-1,0 0-3,1 0 0,-5 0 1,-4 0 3,-5 0-2,-12 0 2,-5 0 4,-5 0 4,-3 0 3,0 0 1,2 0-7,-1 0-9,4 0 0,-2 0-6,1 0-42,-4 0-128</inkml:trace>
          <inkml:trace contextRef="#ctx0" brushRef="#br0" timeOffset="3382.3841">-262-2592 235,'0'0'52,"0"0"-18,0 0 55,0 0-23,0 0-40,0 0-22,0 0-3,0 0 7,7-7 3,-7 7-2,0 0 3,0 0-1,0 0-2,0 0-2,0 0-7,0 0 0,0 0-13,0 0-1,0 17-6,-7 12 18,-9 12 2,-5 9 1,-7 4 4,3 1-5,2-3 8,5-3-8,-1-5-1,4-3 1,4-8 1,-1-2-1,2-2-1,0-5 1,3-3 0,1 3-3,-4-1 3,1-1 0,-1-2 3,1-2-3,5-5 0,0 1 2,1-7-2,0 1 0,0-2 0,3-2 0,0 0 0,0-1 0,0-3-2,0 0-58,0 0-61,0 0-68</inkml:trace>
          <inkml:trace contextRef="#ctx0" brushRef="#br0" timeOffset="4440.1186">-171-2408 201,'0'0'84,"0"0"-26,0 0 47,0 0-31,0 0-35,0 0-11,0-2-9,0 2-12,0 0-7,0 0-5,0 0-3,2 12 3,6 5 5,3 4 7,2 3 2,-2 1-8,1 4 3,0 0-4,2 1 2,-5-2-1,5-2-1,-2-2 0,1-3 2,-6-3-1,-1-4-1,-1-5 1,-2-3-1,-1-3 2,2-3-2,-4 3 1,1-3 0,-1 0 0,0 0 6,0 0 2,0 0 5,2 0 4,-1-4 1,7-13-2,-2-4-17,1-2-4,4-7 4,-1-2-1,0 4 0,1-4-1,-5 7 2,2 1 1,-1-1-1,-1 7 0,1 0 3,-4 2 2,2 4 2,-2-2 10,-3 1-12,3 2 6,-3 1-8,0 2 2,0 1 3,0 0-4,0 4 6,0-1-3,0 4-3,0-3-2,0 3 3,0 0-3,0 0 1,0 0-3,0 0 2,0 0 2,0 0 1,0 0 0,0 0-1,0 0-1,0 0 6,4 0-5,-4 0-2,0 0 0,0-1 0,0 1 8,3 0 2,-3 0 7,0-2 10,0 1-2,3-3-7,-3 4-9,0 0-7,0 0-4,0 0-4,0 0-15,0 0-115,0 0-231</inkml:trace>
          <inkml:trace contextRef="#ctx0" brushRef="#br0" timeOffset="16531.1361">434-2396 1,'0'0'59,"0"0"-44,0 0 28,0 0-32,0 0 19,0 0-2,-6 0-26,-1 0-2,1 0-2,-2 0-1,-2 0-1,-2 0-3,2 0-9,0 0 14,3 0 0,1 0-3,2 0 5,1 0 0,3 0 5,0 0 9,0 0 17,0 0 1,0-2-10,0 2-3,0 0-8,0-1 2,0-2 17,0 3 2,0 0 7,0 0-7,0 0-19,0 0-1,-3 0-12,-2 0-1,2-3-3,-1 0-30,-2-2-22,2 4 16,-2-2-70,5-3-61</inkml:trace>
          <inkml:trace contextRef="#ctx0" brushRef="#br0" timeOffset="14278.9109">418-2521 6,'0'0'23,"0"0"9,0 0-2,0 0-10,0 0 0,0 0-9,0 0-2,0 0 1,0 0-1,0 0 3,0 0 7,0 0 10,0 0 2,0 0 1,0 0-8,0 0-4,0 0-7,0 0-4,0 0 3,0 0-1,0 0-3,0 0-6,0 0 0,0 0 2,0 0 12,0 0 2,0 0-2,0 0 1,0 0 3,0 0-2,0 0 3,0 0-3,0 0 3,0 0 1,0 0-5,0-2-1,0 2-7,0 0-6,0 0-3,0 0 2,0 0 2,0 0-2,0 0 2,0 0-4,0 0 1,0 0 0,0 0 4,0 0-4,0 0 0,0 0-1,0 0 0,0 0-5,0 0-3,2-3-6,6 3-16,9 0 30,7 0 3,11-3 7,3 0-7,0-1-2,3-1-1,-5-1-9,5 2 3,-2 1-3,-3-2 1,0 0-8,5 1 7,-6 1 4,-1-1 2,1 1-4,-3-2 4,-1-1 2,-3 5-3,1-2-1,-4 0 5,-1 0-2,-2 3-6,-8 0-6,1 0 0,1 0-8,-2 0 8,3-2-3,0 0 8,3 1 3,2-2 0,-5 3-8,3 0 5,-1 0-10,-3-3 9,1 3 8,1 0 1,-3-1 0,5-1 1,-2 1 0,4-2 1,0-1-1,-4 4 0,3-1-1,-4-1 1,0 1 0,1 1 1,-5 0-1,0 0 0,1 0 0,1 0 0,-2-3-1,0 3 0,-1 0 1,2 0-2,-10 0 2,2 0-5,-5 0-15,-1 0-6,0 0 3,-3 0 9,-23 0-73</inkml:trace>
          <inkml:trace contextRef="#ctx0" brushRef="#br0" timeOffset="17615.717">348-2484 49,'0'0'75,"0"0"-32,0 0 15,0 0-2,0 0-18,0 0-12,0-3 0,0 3-8,0-1-5,0 1-6,0 0-1,0 0 7,0 0-9,0 0-4,0 0-4,4 0-4,2 0-10,5 0 18,10 0 4,7 0-2,9-2-1,2 1-1,2-2 4,0 3-4,-2 0 0,2 0 1,-2 0-1,-5 0 0,3 0 0,0 0 0,4 0 0,-3 0 0,-4 0 0,4 0 0,-3 0 1,-5 0-2,-1 0 1,-5 0 0,3 0 0,2 0 1,-2 0-2,5-3 1,-5 0 0,2-2 0,1 2 0,-3 0 1,2-1-1,-5 1 0,0 0 1,-3-2-1,-2 2 0,0 2 0,-1-2 0,2 0 0,-3 3 0,1-3 0,-1 3 0,0-2 1,-1 2-1,6 0 0,-4 0 0,2 0-1,2 0 0,1 0 1,1-1 1,1-1 0,0 2-1,2 0 2,-3 0-2,0-3 1,-2 3-1,0-1 0,0-1 4,1 1-4,3-1 13,0 1-5,0-2 0,-2 3-7,0-2 1,0 1 0,1 1-2,-2-2 0,2 0 1,-4 1-1,3-2 0,-6 3 1,2 0 5,-1 0-3,-1 0-2,5 0-1,-4-1 3,1 1-3,0 0-1,0 0 1,4 0-2,-1 0 2,4 0 2,-2 0-2,-2 0 0,-1 0-2,-3 0 2,1 0 0,-3 0 3,1 0-3,-3 0-1,0 0 1,1 0 1,-2 0-1,2 0 0,2 0 0,-7 0 1,5 0-1,-5 0 1,3 0-1,-7 0 0,-3 0 1,-2 0 1,-1 0 3,-1 0 14,0 0 10,0 0 10,0 0-1,0 0-10,0 0-7,0 0-4,0 0 2,0 0 0,0 0-1,0 0-16,0 0-2,-6 0-51,-26 0-211</inkml:trace>
          <inkml:trace contextRef="#ctx0" brushRef="#br0" timeOffset="15876.0501">475-2490 1,'0'0'9,"0"0"18,0 0 22,0 0-11,0 0-17,0 0-13,-23 0-5,20 0 21,-1 0-22,1 0 19,0 0-19,-2 0 4,2 0-5,0 0-1,-2 0-1,0 0 1,0 0 0,0 2 1,0-1 1,2-1 2,0 0 2,3 0 5,0 0 3,0 0 0,0 0 9,0 0 2,0 0 3,0 0 7,0 0 0,0 0 2,0 0-8,0 0-9,0 0-7,0 0-1,0 0-6,-3 0-4,3 0-2,-4 0 3,-1 0-3,3 0 1,0 0 1,2 0 0,0 0 7,0 0 1,0 0-5,0 0-5,0 0-7,0 0-10,9 0-1,12 0 18,10 0 7,5 0-6,8 0 9,3 0-10,-2-1-5,-2-1 1,-2 2-2,-2-1-1,-3-2 9,0 3-2,5-3 2,-2 0-2,1-2-3,-4 2 3,1 2 0,-1-1-3,-10 1-4,0 1-2,-5-3 2,-1 3 0,-5 0-3,4 0 1,-1 0 0,-3 0-12,4 0 11,2 0 10,0 0-1,4 0-12,-4 0 6,3 0 6,-1 0 0,2 0 2,-1 0-2,1 0 2,-5-3-1,3 3 0,3-3 0,2-2 1,0 2-1,2 0 0,-3-1 1,-1 1-1,-2 1 0,0 1 1,-6-1-1,-3 2 2,0 0-2,-5 0 0,1 0-5,-1 0 5,5 0-4,-8 0 1,7 3 3,-1-1 0,4 1 1,0 3 4,3-5-4,0 2-1,-2-3 0,5 3 0,-7-1 0,1-2 5,1 0-4,0 0-1,-1 0 1,0 0-1,-4 0 0,1 0 0,1 0 0,-1 0 1,3 0 0,4 0 2,-3 0 3,6 0-5,-3 0 0,6-2 1,-3-1-1,1 3-1,-2 0 4,-5 0-4,-1 0 1,-6 0-1,-1 0 1,0 0-1,1 0 5,-1 0-3,0 0 4,1 0 0,2 0-3,2 0 0,-5 0 4,0-3-1,0 3 1,2-1 0,-6 1 4,2-2-6,1 2-4,-5 0 1,2 0-2,-5 0 0,-1 0 0,0 0 2,0 0 1,0 0 9,0 0-4,0 0 1,0 0-9,-10 0 1,-8 0 1,-13 0-1,-4 0 4,1 0-4,-7 0-1,-1 3 2,0 0-2,0 4 0,5-3 0,-2 0-2,-3-1 2,2 5-21,-7-2-8,-1 1-23,-10 3-63,-1-6 9,-7 0-71</inkml:trace>
        </inkml:traceGroup>
      </inkml:traceGroup>
    </inkml:traceGroup>
  </inkml:traceGroup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1-02-08T06:17:48.943"/>
    </inkml:context>
    <inkml:brush xml:id="br0">
      <inkml:brushProperty name="width" value="0.04667" units="cm"/>
      <inkml:brushProperty name="height" value="0.04667" units="cm"/>
      <inkml:brushProperty name="fitToCurve" value="1"/>
    </inkml:brush>
    <inkml:brush xml:id="br1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26C3CC01-C596-4713-B639-947E99550B17}" emma:medium="tactile" emma:mode="ink">
          <msink:context xmlns:msink="http://schemas.microsoft.com/ink/2010/main" type="writingRegion" rotatedBoundingBox="18221,3564 25423,3631 25381,8147 18179,8080"/>
        </emma:interpretation>
      </emma:emma>
    </inkml:annotationXML>
    <inkml:traceGroup>
      <inkml:annotationXML>
        <emma:emma xmlns:emma="http://www.w3.org/2003/04/emma" version="1.0">
          <emma:interpretation id="{F445076A-C5B1-4188-A5F2-6597D29C570D}" emma:medium="tactile" emma:mode="ink">
            <msink:context xmlns:msink="http://schemas.microsoft.com/ink/2010/main" type="paragraph" rotatedBoundingBox="18221,3564 23468,3613 23456,4853 18210,4805" alignmentLevel="1"/>
          </emma:interpretation>
        </emma:emma>
      </inkml:annotationXML>
      <inkml:traceGroup>
        <inkml:annotationXML>
          <emma:emma xmlns:emma="http://www.w3.org/2003/04/emma" version="1.0">
            <emma:interpretation id="{98F55D6E-D6AC-4C8D-AC2F-66F0379E92CE}" emma:medium="tactile" emma:mode="ink">
              <msink:context xmlns:msink="http://schemas.microsoft.com/ink/2010/main" type="line" rotatedBoundingBox="18221,3564 23468,3613 23456,4853 18210,4805"/>
            </emma:interpretation>
          </emma:emma>
        </inkml:annotationXML>
        <inkml:traceGroup>
          <inkml:annotationXML>
            <emma:emma xmlns:emma="http://www.w3.org/2003/04/emma" version="1.0">
              <emma:interpretation id="{1D689A35-F339-45C6-93BF-3102C91BA078}" emma:medium="tactile" emma:mode="ink">
                <msink:context xmlns:msink="http://schemas.microsoft.com/ink/2010/main" type="inkWord" rotatedBoundingBox="18221,3564 23468,3613 23456,4853 18210,4805"/>
              </emma:interpretation>
              <emma:one-of disjunction-type="recognition" id="oneOf0">
                <emma:interpretation id="interp0" emma:lang="en-IN" emma:confidence="0">
                  <emma:literal>"It-in</emma:literal>
                </emma:interpretation>
                <emma:interpretation id="interp1" emma:lang="en-IN" emma:confidence="0">
                  <emma:literal>"It-it</emma:literal>
                </emma:interpretation>
                <emma:interpretation id="interp2" emma:lang="en-IN" emma:confidence="0">
                  <emma:literal>vatic</emma:literal>
                </emma:interpretation>
                <emma:interpretation id="interp3" emma:lang="en-IN" emma:confidence="0">
                  <emma:literal>vat-in</emma:literal>
                </emma:interpretation>
                <emma:interpretation id="interp4" emma:lang="en-IN" emma:confidence="0">
                  <emma:literal>"It-tin</emma:literal>
                </emma:interpretation>
              </emma:one-of>
            </emma:emma>
          </inkml:annotationXML>
          <inkml:trace contextRef="#ctx0" brushRef="#br0">1310-3133 45,'0'0'47,"0"0"11,0 0-7,0 0-17,0 0 5,0 0-2,0 0-6,0 0-5,0 0-3,0 0-8,0 0 5,0 0-1,-1-1 8,-2-7 0,-1 4-2,0-5-9,1-2 10,0-4 0,2 1-7,-3-4-3,1 4-11,0-3 13,-1 6 5,1 1-8,3 7 15,0-2-21,0 5-5,0 0-4,0 0 0,0 0-8,0 0-4,0 0-4,0 0-1,0 11 2,0 10 10,0 3 5,0 5 2,0-1-2,0 4 0,0-1 2,0 4-2,0-2 0,-2-1 1,1-1-1,-3 0 1,-1-6 0,2-1 0,-1-3-2,-1-1 3,1-4-2,1 2 2,2-4-2,-1 3 0,2-6 0,0 0-2,0 0 2,0 2 0,0-2 0,0 1 0,0-2 0,0 1 2,0-1-2,0 1-2,0 1 2,0 0 0,0 2 3,0-4-3,0 1-1,0-1 1,0-2-2,0 2 4,0-2-4,0-1 4,0 2-2,0-4 4,0 2 1,0-4-2,0 0-2,0 0-1,0-1 3,0 0-2,0-1-1,0-1 3,0 0-3,0 0-3,0 0-60,-4 0-87,-7-8-110</inkml:trace>
          <inkml:trace contextRef="#ctx0" brushRef="#br0" timeOffset="-1238.6218">58-2589 63,'0'0'59,"0"0"-13,0 0-10,0 0-8,0 0-11,0 0-9,0 0-4,0 1-2,0-1 3,0 0 3,0 0 5,0 0 0,0 0-6,0 0-4,0 0-1,-3 0-1,2 0 1,-1 2-1,-1-2 1,3 1-1,-2-1 2,2 0-2,0 0 0,-2 2 3,2-2 0,0 0 2,0 0-2,0 0-3,0 0 0,0 0-1,0 1-8,4-1-2,8 3 10,8-2 27,5 1 5,4-2-4,0 0-13,1 0-6,-1 0-6,-3 2 0,0-1-2,-1-1-1,-2 0 0,4 0 0,0 0 1,0 0 0,3 0-1,1 0 1,1 0 0,0-1-1,-2-4 0,0 2 2,1-1-2,-5 2 0,-2 1 0,-5 1 0,-2 0-3,-2 0 3,-1 0-1,1 0 0,1 0 1,-2 0 1,2 0 0,2 0-1,-4 0 0,3 0 0,1 0 0,-2 0-2,-2 1-2,2-1-2,0 2-2,-2-2 7,-1 0-3,1 0 4,1 0 0,1 0 2,2 0-1,-1 0 0,3 0 0,1 0-1,0 0-1,-2 0 1,0 0 0,-3 0 1,0 0-1,-3-2 0,0 1-1,0-2 1,1 3 2,-1 0-2,-1-2-1,-1 0 1,1 2 0,1-1 1,0 1-1,-4 0 0,1 0-1,-3 0 1,0-3 0,-4 3 0,-3 0-1,2 0 0,-2 0 1,0 0 0,0 0-1,0 0-1,0 0-3,0 0-6,0 0-48,-3 0-118</inkml:trace>
          <inkml:trace contextRef="#ctx0" brushRef="#br0" timeOffset="6021.424">-184-3741 63,'0'0'40,"0"0"45,0 0 4,0 0-38,0 0-5,0 0 23,2-45-11,-2 45-12,0 0-10,0 0-34,0 0-2,0 0-18,0 13-10,0 12 16,0 6 11,0 7 1,0 6 6,0 4-4,0 6 4,0 5-4,-3-5-2,1-2 0,0-5-2,2-3-39,-2-2-4,1-3-17,-1-3 4,1 2 30,-1-5 17,0 2 11,-1-7 0,1-1 3,2-4-3,0-5 3,0-2 1,0-2 4,0-2 0,5-2 20,0 1-14,0-2-8,0 0-5,-2 0-1,-3-1-34,0-1-91</inkml:trace>
          <inkml:trace contextRef="#ctx0" brushRef="#br0" timeOffset="8136.0303">-1427-3617 308,'0'0'48,"0"0"83,0 0-24,0 0-44,0 0-28,0 0-9,0-5-13,0 5-13,0 0-4,0 0-2,2 0-11,5 14 1,4 7 6,6 7 10,0 7 0,-1 4-1,0 0 1,-3-4 0,0-3 3,-1-10-2,-5-1-1,1-6-1,-2-6-9,0-4-3,-3-2-3,-2-3 4,1 0 8,-2 0 4,0 0 14,2-7 10,1-11-9,2-10-13,4-4-1,-2-7 10,-1-6-9,2 3 11,2 0-10,0 6 11,1 4 18,-1 10-23,0 2-1,-3 5 0,-3 6 11,-1 1-7,-1 5-7,-2 3-5,2-1 0,-2 1-3,0 0-1,0 0-21,0 0-61,2 0-62,-1 12-15,-1 1 12</inkml:trace>
          <inkml:trace contextRef="#ctx0" brushRef="#br0" timeOffset="8729.1964">-1004-3487 327,'0'0'50,"0"0"53,0 0-30,0 0-22,0 0-26,0 0-15,51-75 2,-40 66-5,1 2-2,-1-1-5,4 5-5,-6 3 3,1 0-1,0 0-2,1 0-2,4 6 0,-4 11-2,2 4-1,-6 4-26,0 4 3,-7 3-2,0-1 18,-5-2-4,-12-2 10,-5-6-6,0-3 11,1-4 3,2-2 6,4-5-3,4-1 3,4-3-3,4-1 1,1-1 1,2-1-1,0 0 1,0 0 3,0 0 10,0 0 4,2 0-4,11 0-14,8 0 8,10 0 0,2 0-2,6 0-6,-1 0 2,4 0 4,0 0 6,-6 0 14,-7-1-16,-9 1-6,-4 0-5,-5 0 0,-3 0 0,-4 0-8,-4 1-93,-2 4-154</inkml:trace>
          <inkml:trace contextRef="#ctx0" brushRef="#br0" timeOffset="1461.8978">1352-3348 19,'0'0'31,"0"0"17,0 0-33,0 0-9,0 0-3,0 0 3,0 0 9,0 0 31,0 0 1,0 0-4,0 0-8,0 0-6,0 0-9,0 0 0,3 0 0,-3 0-6,1 0-4,1 0-5,-1 0-5,1 0-2,3 0-1,3 0 3,7 0 7,6 0 6,3 0-5,4 0 0,-1 2-8,7-2 5,-1 3-4,3-3 0,-1 0 1,0 0-1,2 0-1,-1 0 2,3 0 1,-2-3-2,-3 1-2,1-3 2,-3 4-1,-3-3 2,1 2-2,1-1 0,2-2-1,0 5 1,-1-3 1,1 2-1,1 1 0,2 0 0,-2 0 2,3 0-2,0 0 0,0 0 0,-2 0-2,-1 0 2,-2 0 0,-3 0 0,3 0-1,0 0-1,2 0 0,1-2 2,0 1-2,4-2-3,0 3-4,3-1 5,-5-2 4,-2 1-2,-5 0-3,1-1 4,-4 3 0,2-1-1,2-2-8,0 1 3,3-2 0,2 1-4,1 0 8,1-2 3,0 1 0,-5-2 1,-1 4 0,-3-1-1,-3 0-2,1-1 2,1 1 1,2 0-1,2 0 0,0 1 2,0-1-2,-2 0 0,0-1 0,-2 2-1,1-2 0,-4 1 1,2 1-1,-2-1 2,-2 0-1,-1 0 1,-2 0 0,-3-1 2,-4 0-1,-3 4-1,-1-3 3,-5 2 12,1-2 7,-4 3 0,-1-1-5,0 1 3,0-2-6,0 2-15,0 0-7,-4 0-9,-25 0-43,-22-4-308</inkml:trace>
          <inkml:trace contextRef="#ctx0" brushRef="#br0" timeOffset="6458.5215">-260-3399 217,'0'0'2,"0"0"8,0 0-3,0 0-2,95 0-5,-60 0-11,1 0-150</inkml:trace>
          <inkml:trace contextRef="#ctx0" brushRef="#br0" timeOffset="6671.6369">336-3386 173,'0'0'13,"0"0"15,0 0-7,0 0-21,106-7-3,-74 7-29,3 0-96</inkml:trace>
          <inkml:trace contextRef="#ctx0" brushRef="#br0" timeOffset="6849.6206">897-3358 70,'0'0'0,"0"0"25,0 0 5,90 0-23,-66 0-7,0 0 0,-1 0 0,-1 0 0,-4 0 0,-3 0 0,-3 0-19,-2 0-83</inkml:trace>
          <inkml:trace contextRef="#ctx0" brushRef="#br0" timeOffset="7115.9467">1705-3361 248,'0'0'20,"0"0"1,0 0-21,0 0-34</inkml:trace>
        </inkml:traceGroup>
      </inkml:traceGroup>
    </inkml:traceGroup>
    <inkml:traceGroup>
      <inkml:annotationXML>
        <emma:emma xmlns:emma="http://www.w3.org/2003/04/emma" version="1.0">
          <emma:interpretation id="{35AA28C2-253D-47C2-8F5C-944402BA09EB}" emma:medium="tactile" emma:mode="ink">
            <msink:context xmlns:msink="http://schemas.microsoft.com/ink/2010/main" type="paragraph" rotatedBoundingBox="18676,4453 21478,4453 21478,5738 18676,5738" alignmentLevel="1"/>
          </emma:interpretation>
        </emma:emma>
      </inkml:annotationXML>
      <inkml:traceGroup>
        <inkml:annotationXML>
          <emma:emma xmlns:emma="http://www.w3.org/2003/04/emma" version="1.0">
            <emma:interpretation id="{83F34017-A814-4CC7-A640-9E7059E2D1B5}" emma:medium="tactile" emma:mode="ink">
              <msink:context xmlns:msink="http://schemas.microsoft.com/ink/2010/main" type="line" rotatedBoundingBox="18676,4453 21478,4453 21478,5738 18676,5738">
                <msink:destinationLink direction="with" ref="{651595AB-B27B-45E0-8076-BA6EEB5AD376}"/>
              </msink:context>
            </emma:interpretation>
          </emma:emma>
        </inkml:annotationXML>
        <inkml:traceGroup>
          <inkml:annotationXML>
            <emma:emma xmlns:emma="http://www.w3.org/2003/04/emma" version="1.0">
              <emma:interpretation id="{4ED1C173-D5D3-4E61-93BD-070EBA4B9293}" emma:medium="tactile" emma:mode="ink">
                <msink:context xmlns:msink="http://schemas.microsoft.com/ink/2010/main" type="inkWord" rotatedBoundingBox="18676,4453 21478,4453 21478,5738 18676,5738"/>
              </emma:interpretation>
              <emma:one-of disjunction-type="recognition" id="oneOf1">
                <emma:interpretation id="interp5" emma:lang="en-IN" emma:confidence="0">
                  <emma:literal>"it.</emma:literal>
                </emma:interpretation>
                <emma:interpretation id="interp6" emma:lang="en-IN" emma:confidence="0">
                  <emma:literal>"it,</emma:literal>
                </emma:interpretation>
                <emma:interpretation id="interp7" emma:lang="en-IN" emma:confidence="0">
                  <emma:literal>"it</emma:literal>
                </emma:interpretation>
                <emma:interpretation id="interp8" emma:lang="en-IN" emma:confidence="0">
                  <emma:literal>wit.</emma:literal>
                </emma:interpretation>
                <emma:interpretation id="interp9" emma:lang="en-IN" emma:confidence="0">
                  <emma:literal>if</emma:literal>
                </emma:interpretation>
              </emma:one-of>
            </emma:emma>
          </inkml:annotationXML>
          <inkml:trace contextRef="#ctx0" brushRef="#br0" timeOffset="4416.8123">-964-2440 466,'0'0'26,"0"0"26,0 0 20,0 0 5,0 0-51,0 0-6,0 0 3,11-22-5,-11 22-12,0 0 2,0 0 4,1 0-12,-1 0 0,0 0-6,0 0-8,0 0 1,7 10-7,2 5 15,1 9 3,3 1 2,-1 3 1,1 0-1,-2-1 1,-1-1-1,1-8-1,-3 0-2,-2-5-18,0-5 5,-2-5 6,-1 0-3,0-3 1,-2 0 2,1 0 10,3-3 16,6-15 2,-1-6-18,1-5-2,-1-2-3,-2-1 4,-2 0 0,-2 1-7,2 2 6,-3 1 4,0 3 11,1 7 1,-1 2 16,0 4-20,1 3-7,-3 1 0,-1 7 5,2 1-8,-2 0-2,0 0-6,0 0-26,0 0-40,0 0-55,0 6-38,0 4 49</inkml:trace>
          <inkml:trace contextRef="#ctx0" brushRef="#br0" timeOffset="-3075.368">-968-1758 114,'0'0'17,"0"0"6,0 0 24,0 0-37,0 0-10,0 0-11,-3 4 5,10 2 6,8-1 24,8-2 9,8 0-14,13-3 12,10 0-9,4 0-8,2-2 1,0-2-7,-1 0-4,-2 0-3,2-2-1,-1 5 0,4-6 3,0 4-3,-1-1 0,0-2 1,-1 5 2,-1-3 2,0 4-5,-3 0 0,-4 0-1,-4 0 1,-6 0-2,-4 0 5,-5 0-4,0 0 2,2 0-1,1 0 0,6-3 1,4-1-1,1-2 0,5-2 0,0 4-6,3-2 3,-2 0-7,3 1-5,-3 1 9,1 1-1,-2 0 4,0 0 0,-4 0 2,2-2 1,2 2-1,0-4 2,5 4-1,5-2 3,3-1 0,2 3 1,-2-4 2,-4 3-1,-6 0 0,-5 0-4,-6 2-1,-10 1 1,-9-2-1,-12 3 1,-7 0-1,-6 0 0,0-4-2,0 4-4,-6 0-76,-13-4-109</inkml:trace>
          <inkml:trace contextRef="#ctx0" brushRef="#br0" timeOffset="4744.768">-582-2470 472,'0'0'3,"0"0"54,0 0 1,0 0-45,0 0-13,0 0-20,5 15 6,-2 6 14,1 7 41,1 4-10,-5 6 12,0-2-15,0 2-11,0-6-9,0 3-4,-4-6 2,-1-4-6,-1-4-5,-1-7-79,-5-7-122</inkml:trace>
          <inkml:trace contextRef="#ctx0" brushRef="#br0" timeOffset="-4171.5076">-133-2726 81,'0'0'19,"0"0"30,0 0 13,0 0-16,0 0-16,0 0-4,0 0 12,0 0-5,1 0-3,-1 0-9,0 0-3,0 0 2,0 0 5,0 0 5,0 0 9,0-7-25,0-7-1,0-4-10,0 1 16,0-4-7,0 0-3,0 0 17,2-1-12,-2 5 3,1 5-3,-1 2-6,0 7 2,2 3-7,-2 0-3,0 0-6,0 0-5,0 0-4,1 0-4,4 16 1,-1 5 9,2 9 2,1 4 6,2 4 1,-2 3 1,1-1-1,-1 3 0,1-3 1,-3-1 2,2-1-3,0 1 0,-4-4 1,1 1-1,0-2 0,-1-2-5,0 0 5,2-1 0,-2 5 0,0-4 2,1 3 1,2-4-1,-2-4-2,0-1 0,2-4-1,-2 1 1,3-1 0,-2 3 1,1-1-1,-2-3 0,2 1 0,-3-1-1,0 4 1,-2-4 0,1 4-5,-2-1 4,0 0-1,0 1 2,0-3 0,0 5 0,-6-4 2,0-4 0,3-1 0,0-4-1,2 0-1,-4-7 1,4-3 0,1 0-1,0-1 2,0-3-2,0 0 3,0 0-2,0 0 5,0 0-3,0 0-3,-2 0-57,-6-17-71</inkml:trace>
          <inkml:trace contextRef="#ctx0" brushRef="#br0" timeOffset="14789.5578">1496-1852 92,'0'0'39,"0"0"21,0 0 13,0 0 2,0 0-25,0 0-3,0 0 3,0 0 3,0-36-16,0 36-3,0 0-7,0 0-20,0 0-7,0 6-14,0 15-3,0 9 14,0 8 2,0 1 0,0 8-25,0-3-88,-4-5-72</inkml:trace>
        </inkml:traceGroup>
      </inkml:traceGroup>
    </inkml:traceGroup>
    <inkml:traceGroup>
      <inkml:annotationXML>
        <emma:emma xmlns:emma="http://www.w3.org/2003/04/emma" version="1.0">
          <emma:interpretation id="{44290471-2290-4FFC-AE31-4B4A73603619}" emma:medium="tactile" emma:mode="ink">
            <msink:context xmlns:msink="http://schemas.microsoft.com/ink/2010/main" type="paragraph" rotatedBoundingBox="20911,5858 21673,5858 21673,6287 20911,6287" alignmentLevel="3"/>
          </emma:interpretation>
        </emma:emma>
      </inkml:annotationXML>
      <inkml:traceGroup>
        <inkml:annotationXML>
          <emma:emma xmlns:emma="http://www.w3.org/2003/04/emma" version="1.0">
            <emma:interpretation id="{09D17ECC-5F10-4F1A-A788-B7C2AA365CA7}" emma:medium="tactile" emma:mode="ink">
              <msink:context xmlns:msink="http://schemas.microsoft.com/ink/2010/main" type="line" rotatedBoundingBox="20911,5858 21673,5858 21673,6287 20911,6287">
                <msink:destinationLink direction="with" ref="{651595AB-B27B-45E0-8076-BA6EEB5AD376}"/>
              </msink:context>
            </emma:interpretation>
          </emma:emma>
        </inkml:annotationXML>
        <inkml:traceGroup>
          <inkml:annotationXML>
            <emma:emma xmlns:emma="http://www.w3.org/2003/04/emma" version="1.0">
              <emma:interpretation id="{7652036C-52C0-40AF-B1D5-1726A0C69AF6}" emma:medium="tactile" emma:mode="ink">
                <msink:context xmlns:msink="http://schemas.microsoft.com/ink/2010/main" type="inkWord" rotatedBoundingBox="21171,5869 21206,6279 20926,6303 20890,5893"/>
              </emma:interpretation>
              <emma:one-of disjunction-type="recognition" id="oneOf2">
                <emma:interpretation id="interp10" emma:lang="en-IN" emma:confidence="0">
                  <emma:literal>t</emma:literal>
                </emma:interpretation>
                <emma:interpretation id="interp11" emma:lang="en-IN" emma:confidence="0">
                  <emma:literal>T</emma:literal>
                </emma:interpretation>
                <emma:interpretation id="interp12" emma:lang="en-IN" emma:confidence="0">
                  <emma:literal>1</emma:literal>
                </emma:interpretation>
                <emma:interpretation id="interp13" emma:lang="en-IN" emma:confidence="0">
                  <emma:literal>+</emma:literal>
                </emma:interpretation>
                <emma:interpretation id="interp14" emma:lang="en-IN" emma:confidence="0">
                  <emma:literal>~</emma:literal>
                </emma:interpretation>
              </emma:one-of>
            </emma:emma>
          </inkml:annotationXML>
          <inkml:trace contextRef="#ctx0" brushRef="#br0" timeOffset="15192.841">1416-1480 382,'0'0'41,"0"0"24,0 0 15,0 0-60,0 0-20,0 0-13,0-3-8,0 18 8,0 9 11,-2 3 2,-5 6 0,-1 2 1,1 1-1,-3 5-1,3-5 1,3-1 3,1-7-1,3-4-2,0-6-4,0 0 4,0-4 1,6-4-1,2-2-1,1-4 1,4-2-1,6-2 0,2 0-3,4 0-14,1-9-40,-3-2-47,-1-1-25,-6-4-63</inkml:trace>
          <inkml:trace contextRef="#ctx0" brushRef="#br0" timeOffset="15442.779">1264-1233 338,'0'0'95,"0"0"-76,0 0 71,0 0-50,0 0-40,0 0 0,56-11-1,-21 8 1,2 3-15,2 0-106,-4 0-72</inkml:trace>
        </inkml:traceGroup>
        <inkml:traceGroup>
          <inkml:annotationXML>
            <emma:emma xmlns:emma="http://www.w3.org/2003/04/emma" version="1.0">
              <emma:interpretation id="{D327DDC6-45B1-46EA-B2FF-D1A7BB5F4881}" emma:medium="tactile" emma:mode="ink">
                <msink:context xmlns:msink="http://schemas.microsoft.com/ink/2010/main" type="inkWord" rotatedBoundingBox="21454,6235 21482,5854 21694,5870 21666,6251"/>
              </emma:interpretation>
              <emma:one-of disjunction-type="recognition" id="oneOf3">
                <emma:interpretation id="interp15" emma:lang="en-IN" emma:confidence="0">
                  <emma:literal>L</emma:literal>
                </emma:interpretation>
                <emma:interpretation id="interp16" emma:lang="en-IN" emma:confidence="0">
                  <emma:literal>l</emma:literal>
                </emma:interpretation>
                <emma:interpretation id="interp17" emma:lang="en-IN" emma:confidence="0">
                  <emma:literal>h</emma:literal>
                </emma:interpretation>
                <emma:interpretation id="interp18" emma:lang="en-IN" emma:confidence="0">
                  <emma:literal>1</emma:literal>
                </emma:interpretation>
                <emma:interpretation id="interp19" emma:lang="en-IN" emma:confidence="0">
                  <emma:literal>2</emma:literal>
                </emma:interpretation>
              </emma:one-of>
            </emma:emma>
          </inkml:annotationXML>
          <inkml:trace contextRef="#ctx0" brushRef="#br0" timeOffset="15995.1853">1824-1352 319,'0'0'51,"0"0"-47,0 0 30,0 0-16,0 0-18,0 0 9,43-50 24,-37 44 4,-2-3-6,-1-3-1,-3 1 0,0-3-10,0 0-5,0-1 10,0 4-18,0 5-4,0 2 6,0 4 8,0 0-2,0 0-11,0 0-4,0 0-12,-3 4-13,0 19 8,-4 7 16,3 5 1,1 4 4,-1 2-2,4-5-1,0-2-1,0-2-1,0-7 1,0-3-9,0-4-10,0-5-1,4-2-4,-3-4-13,-1-4-3,0 2-6,0-5 16,0 0 20,0 0 10,-13 0 9,-4 0-5,5 0 3,4 0 12,5 0 30,3 0-12,0-2-34,1-4-3,21-1-29,11-4-25,15-2-27,4-2-40,10-6-149</inkml:trace>
        </inkml:traceGroup>
      </inkml:traceGroup>
    </inkml:traceGroup>
    <inkml:traceGroup>
      <inkml:annotationXML>
        <emma:emma xmlns:emma="http://www.w3.org/2003/04/emma" version="1.0">
          <emma:interpretation id="{DEA217C5-3135-4A1E-9772-EBE90A996817}" emma:medium="tactile" emma:mode="ink">
            <msink:context xmlns:msink="http://schemas.microsoft.com/ink/2010/main" type="paragraph" rotatedBoundingBox="19657,6844 25399,6964 25374,8152 19633,8032" alignmentLevel="2"/>
          </emma:interpretation>
        </emma:emma>
      </inkml:annotationXML>
      <inkml:traceGroup>
        <inkml:annotationXML>
          <emma:emma xmlns:emma="http://www.w3.org/2003/04/emma" version="1.0">
            <emma:interpretation id="{DBB09432-FA36-479D-904E-478EAF2C05B9}" emma:medium="tactile" emma:mode="ink">
              <msink:context xmlns:msink="http://schemas.microsoft.com/ink/2010/main" type="line" rotatedBoundingBox="19657,6844 25399,6964 25374,8152 19633,8032"/>
            </emma:interpretation>
          </emma:emma>
        </inkml:annotationXML>
        <inkml:traceGroup>
          <inkml:annotationXML>
            <emma:emma xmlns:emma="http://www.w3.org/2003/04/emma" version="1.0">
              <emma:interpretation id="{222BEC17-C81C-45BF-83E7-A417E39579CA}" emma:medium="tactile" emma:mode="ink">
                <msink:context xmlns:msink="http://schemas.microsoft.com/ink/2010/main" type="inkWord" rotatedBoundingBox="19652,7096 22681,7159 22662,8095 19633,8032">
                  <msink:destinationLink direction="with" ref="{8B380E20-7390-4FA4-8452-46E7448E4644}"/>
                </msink:context>
              </emma:interpretation>
              <emma:one-of disjunction-type="recognition" id="oneOf4">
                <emma:interpretation id="interp20" emma:lang="en-IN" emma:confidence="0">
                  <emma:literal>Frequency</emma:literal>
                </emma:interpretation>
                <emma:interpretation id="interp21" emma:lang="en-IN" emma:confidence="0">
                  <emma:literal>frequency</emma:literal>
                </emma:interpretation>
                <emma:interpretation id="interp22" emma:lang="en-IN" emma:confidence="0">
                  <emma:literal>Frequeney</emma:literal>
                </emma:interpretation>
                <emma:interpretation id="interp23" emma:lang="en-IN" emma:confidence="0">
                  <emma:literal>Frequenfy</emma:literal>
                </emma:interpretation>
                <emma:interpretation id="interp24" emma:lang="en-IN" emma:confidence="0">
                  <emma:literal>Frequeniy</emma:literal>
                </emma:interpretation>
              </emma:one-of>
            </emma:emma>
          </inkml:annotationXML>
          <inkml:trace contextRef="#ctx0" brushRef="#br1" timeOffset="233650.993">0 1 28,'0'0'52,"0"0"-18,0 0 58,0 0-51,0 0 8,0 0-6,55 3-5,-34-3-9,-3 0 7,1 0-15,-7 0-8,-2 0-9,-4 0-4,-1 0-2,0 0-10,-2 3-54,-1 2-42,-2-2-124</inkml:trace>
          <inkml:trace contextRef="#ctx0" brushRef="#br1" timeOffset="233331.1308">64-232 224,'0'0'52,"0"0"12,0 0 9,0 0-66,0 0-5,0 0-1,75-14 2,-49 10 0,-1 1 1,-2 0 3,-1 3 1,-5-2-2,-1 1-1,-4 1-2,-4 0-3,-1 0 0,-2 0-12,-4 0-75,-1 3-47</inkml:trace>
          <inkml:trace contextRef="#ctx0" brushRef="#br1" timeOffset="232962.0048">71-94 255,'0'0'37,"0"0"24,0 0 36,0 0-64,0 0-1,0 0 21,0 0-1,0 0 2,0 0-7,0 0-14,0 0-2,0 0-8,0-4-4,-3 1-13,0-2-3,2-1-2,-1-1 2,2 4-1,-1 1-1,1 2-1,-3 0 0,3 0-1,0 0-2,0 0-10,0 2-5,0 16-4,-3 6 21,0 10 1,0 2 0,1 4-2,0-3 2,1-1-2,1-4 2,0 0-1,0-5 1,0-3 1,0-5 2,0 2-3,0-4-16,0-2-55,-6-1-65,-9-7-51,-2-4-105</inkml:trace>
          <inkml:trace contextRef="#ctx0" brushRef="#br1" timeOffset="234177.2802">253 78 448,'0'0'25,"0"0"48,0 0 5,0 0-54,0 0-9,0 0-3,87-32-3,-74 32-6,5 0-3,-5 0-2,3 6-3,3 9 2,-1 3 0,-5 3-4,-1 4 2,-3-4-26,-2 3-3,-6-6 4,-1-3 3,0-2 3,0-2 14,-8-4 3,-10 1-7,1-8-4,0 0-9,0 0-3,5-1 30,7-16 18,4-4-12,1-5 3,0 2-5,1 0 23,11 3 1,2 3-16,2 4-10,3 2 6,0 2-1,0 2-2,-4 2-1,-3 3-3,-3 3-1,-6-1-1,-2-1 1,1 2-1,-2 0-36,1 0-70,1 0-52,0 0-61</inkml:trace>
          <inkml:trace contextRef="#ctx0" brushRef="#br1" timeOffset="234620.1438">653 18 22,'0'0'298,"0"0"-280,0 0 76,0 0-65,0 0-29,0 0 0,12 3 0,-7 1 4,0 4 1,2-1-1,-1-1-3,4-1 6,1-2-2,5-3 0,4 0 4,2 0-3,0 0-6,-2-3-1,-7-8-4,-1 1-4,-5-5-2,-4 1 3,-3-1 5,0 5-18,0 2 17,0-1 4,-6 8 5,-4 1 0,-1 0-1,-6 0-5,-3 10 1,-2 8-4,-2 6 3,1 2 1,5 2 5,3 1-5,5-2-2,7-2 2,3-3-4,0-1-3,0 0 5,17-8-1,9-5-39,7-8-19,8 0-98</inkml:trace>
          <inkml:trace contextRef="#ctx0" brushRef="#br1" timeOffset="235115.588">1178-3 416,'0'0'37,"0"0"55,0 0 28,0 0-89,0 0-26,0 0-3,-49-35-4,16 35-2,-5 0 3,1 3-2,5 8-1,10-1 1,6 5-3,4-1-2,5 2 1,4-4-9,3 2-12,0-7 10,0 3 5,9-6-1,5-4 12,5 0 2,4 0 5,1 0 4,0 0-1,1-3 4,-6-2 3,-1-1 4,-2 3-10,-4 3 4,-2 0-10,-4 0-3,-1 0-1,2 9-5,-2 14-3,0 12 3,-5 10 6,0 7 0,0 6 8,-10-3-2,-4-5 1,4-5-6,3-9-1,6-7 0,1-5-1,0-3 1,0-3-1,5-7 1,10-4-5,5-1 0,7-6-35,5 0-63,3-17-136</inkml:trace>
          <inkml:trace contextRef="#ctx0" brushRef="#br1" timeOffset="235737.2113">1350-35 440,'0'0'12,"0"0"89,0 0-30,0 0-64,0 0-7,0 0-7,2 0-10,-2 11-8,0 10 22,0 0 3,0 7 2,0 0 3,0-3-5,0 0 0,3-4 1,4-4 4,3-2-3,2-6 3,5-4-5,2-5-10,4 0 7,-1 0 0,-1-11 1,0-4-13,-7-6 9,-4-3-19,-3 0 1,-5-5 14,-2 4-35,0-2 45,0 6 17,0 6 2,0 1 11,0 8 8,0 5-1,0 1-9,0 0-21,0 0-7,-2 0-15,1 11-10,-2 10 21,3 7 4,0 3 6,0-2 4,0 3 0,0-1-6,0-2 3,0-2-7,0-5-8,0-1-50,0-4-78,0-9-98</inkml:trace>
          <inkml:trace contextRef="#ctx0" brushRef="#br1" timeOffset="236734.3062">1687 0 333,'0'0'57,"0"0"-52,0 0 10,0 0-15,0 0-2,0 0 2,14 15 5,-11-9-2,4-2 16,-1-1 7,5-3 15,6 0-16,1 0-5,-1 0-6,4-6-6,-6-4 3,0-1-8,-7 0 6,-3-3-6,-4 0-2,-1 0 3,0 4 4,0 2-2,-3 1-6,-7 3-7,-1 0-3,-4 4 5,-4 0-2,1 5-1,-1 12-2,3 0 5,1 5 3,5 3-2,3 2 0,4-1 1,3 2-2,0-4 1,0 1-14,6-7-25,10-5 38,1-5 3,5-5-14,2 0 2,-2-3 5,0 0-3,-2 0 0,-2-11 0,0-2 7,0-4-3,-2-4 6,1 3 2,-1-3 0,0 0 1,0 0 11,-3 6 14,-3-2 14,0 6 0,-3 4 0,2 0-4,-2 0-16,2 3-13,0 1-4,-1 3-3,2 0-4,3 0-3,1 0 1,1 17-2,-2-2 1,-1 6 6,-2 0-4,-3-3-4,-4 0-9,-3-2 3,0-2 7,0-2-2,0-6 4,0 2-8,-1-2-15,-3-5-11,2-1 4,1 0 20,1 0 16,0-7 16,0-7-8,0-7 3,0 2-6,7-6 10,4 1 14,4 0-12,-1 6 5,1 0 7,-1 1-9,4 6 13,-4 1-7,2 3-15,-3 4-3,0 3-5,0 0-3,1 0-4,0 10 1,-1 7-1,-2 4 4,-1 3 4,-1-1 2,-3 1-5,-2-3 5,-2 0-6,-1-3 0,-1 0 0,0-1-12,0-4-45,0-2-34,0-4-57,0-7-74</inkml:trace>
          <inkml:trace contextRef="#ctx0" brushRef="#br1" timeOffset="237016.9172">2611-49 407,'0'0'30,"0"0"35,0 0-7,0 0-55,0 0 4,-90 28 3,70-7-2,-1 0-1,7 1-5,4 2 4,6 1-5,2-3-1,2-1 0,0 0-16,0-4-69,12-4-15,6-8-65</inkml:trace>
          <inkml:trace contextRef="#ctx0" brushRef="#br1" timeOffset="237650.6625">2738-32 267,'0'0'218,"0"0"-152,0 0 80,0 0-99,0 0-44,0 0-3,2-9-17,-2 22-5,0 5 22,-9 4 0,2-1 2,5 0-1,2-5-1,0-4-1,6-1-3,10-5-7,6-3-9,7-3 10,-1 0 8,4-10-4,-4-8-5,-5-2-8,-3-1 19,-4 0 2,-3-1 33,-4 4 3,-5 0 0,0 8 8,-2 4 7,-2 5 15,0 1-50,0 0-18,0 0-13,0 7-17,0 18-1,0 10 28,-6 10 3,-5 9 3,-1 10-3,1-2 1,0-2-1,1-6 3,3-6-3,3-5 1,-1 0 0,5-6-1,0-1-2,0-4-3,0 0 1,0-4-8,0-7-4,0 0-1,0-4 9,0-5 1,-5-3-2,-4-4 4,-3-2-7,-6-3 10,-9 0 0,-6-7-14,-2-7 7,3-3-7,5-2 4,8-2 12,12-1 0,4-2 6,3 3 8,13-6-10,15 1 30,12-2-34,7 4-1,6 3-7,2 3-45,4 0-98,-2-2-120</inkml:trace>
        </inkml:traceGroup>
        <inkml:traceGroup>
          <inkml:annotationXML>
            <emma:emma xmlns:emma="http://www.w3.org/2003/04/emma" version="1.0">
              <emma:interpretation id="{AE4DDF8E-EBCA-49B6-A042-B4F298E76813}" emma:medium="tactile" emma:mode="ink">
                <msink:context xmlns:msink="http://schemas.microsoft.com/ink/2010/main" type="inkWord" rotatedBoundingBox="23111,7087 24236,6937 24350,7788 23225,7938"/>
              </emma:interpretation>
              <emma:one-of disjunction-type="recognition" id="oneOf5">
                <emma:interpretation id="interp25" emma:lang="en-IN" emma:confidence="0">
                  <emma:literal>(f)</emma:literal>
                </emma:interpretation>
                <emma:interpretation id="interp26" emma:lang="en-IN" emma:confidence="0">
                  <emma:literal>(t)</emma:literal>
                </emma:interpretation>
                <emma:interpretation id="interp27" emma:lang="en-IN" emma:confidence="0">
                  <emma:literal>(1)</emma:literal>
                </emma:interpretation>
                <emma:interpretation id="interp28" emma:lang="en-IN" emma:confidence="0">
                  <emma:literal>Ct)</emma:literal>
                </emma:interpretation>
                <emma:interpretation id="interp29" emma:lang="en-IN" emma:confidence="0">
                  <emma:literal>Lt)</emma:literal>
                </emma:interpretation>
              </emma:one-of>
            </emma:emma>
          </inkml:annotationXML>
          <inkml:trace contextRef="#ctx0" brushRef="#br1" timeOffset="239821.2691">3783-317 261,'0'0'62,"0"0"-7,0 0 45,0 0-63,0 0-14,0 0-23,0 0-4,-16 38 4,-10-9 2,-7 13 15,-2 11-8,2 7 10,4 7-5,4 7-9,6 0 3,6 4 0,8-7-2,5-9-5,4-9 0,22-10-1,10-8 0,7-4-3,7-2-32,-3-11-95,-3-11-131</inkml:trace>
          <inkml:trace contextRef="#ctx0" brushRef="#br1" timeOffset="240808.966">3921 124 145,'0'0'212,"0"0"-200,0 0 80,0 0-48,0 0-33,0 0-6,56-31-5,-15 23 8,2 1-5,-1-1 3,-5 2-5,-9 5 0,-9-1-1,-8 2 1,-5 0-1,-3-1 0,-3 1-1,0 0-7,0 0-13,0 0-21,0 0-19,0 0-5,-6 0-22,-1 0-88</inkml:trace>
          <inkml:trace contextRef="#ctx0" brushRef="#br1" timeOffset="240465.7241">3996-80 384,'0'0'70,"0"0"-48,0 0 34,0 0-40,0 0-12,0 0 4,0 0 1,7-8-3,3 1 1,6-4-7,1-2 1,4-1-1,0-4 2,1 0-1,-2-6 0,-4 0-1,-6-2 0,-4 2-5,-6 2-26,0 2 25,0 5 6,-10 5 3,1 3 0,1 3 2,-1 4-2,2 0 7,-5 0-10,-1 4-10,0 13 2,2 8 1,4 3 5,5 5 2,2 1 2,0 9 2,0-1 15,10 4 0,3 3-2,3-3-5,-1 2-11,-1-1 5,-5-2-6,3-6 1,-6-3 0,-3-5 0,0-6-1,-3-4-8,0-3-39,-3-1-25,-13-10-51,-4 0-99</inkml:trace>
          <inkml:trace contextRef="#ctx0" brushRef="#br1" timeOffset="241259.6439">4369-395 378,'0'0'29,"0"0"60,0 0-56,0 0-33,0 0-2,0 0 2,85 78 21,-51-35 1,1 6 7,-3 4-19,-2 4 2,-3-1-11,-5-3 6,-8-1-6,-3-2 3,-6-1-4,-5-3 2,0-4-2,-4-3 0,-11-7 1,-3-1 1,-1-5-4,0-2-6,2-3-56,4-11-110</inkml:trace>
        </inkml:traceGroup>
        <inkml:traceGroup>
          <inkml:annotationXML>
            <emma:emma xmlns:emma="http://www.w3.org/2003/04/emma" version="1.0">
              <emma:interpretation id="{21E47ADC-0187-45C3-AAA9-85503C4804EE}" emma:medium="tactile" emma:mode="ink">
                <msink:context xmlns:msink="http://schemas.microsoft.com/ink/2010/main" type="inkWord" rotatedBoundingBox="25345,6953 25427,8114 24661,8169 24578,7007"/>
              </emma:interpretation>
              <emma:one-of disjunction-type="recognition" id="oneOf6">
                <emma:interpretation id="interp30" emma:lang="en-IN" emma:confidence="0">
                  <emma:literal>¥</emma:literal>
                </emma:interpretation>
                <emma:interpretation id="interp31" emma:lang="en-IN" emma:confidence="0">
                  <emma:literal>T</emma:literal>
                </emma:interpretation>
                <emma:interpretation id="interp32" emma:lang="en-IN" emma:confidence="0">
                  <emma:literal>€</emma:literal>
                </emma:interpretation>
                <emma:interpretation id="interp33" emma:lang="en-IN" emma:confidence="0">
                  <emma:literal>:</emma:literal>
                </emma:interpretation>
                <emma:interpretation id="interp34" emma:lang="en-IN" emma:confidence="0">
                  <emma:literal>I</emma:literal>
                </emma:interpretation>
              </emma:one-of>
            </emma:emma>
          </inkml:annotationXML>
          <inkml:trace contextRef="#ctx0" brushRef="#br1" timeOffset="306529.5466">5023-130 248,'0'0'18,"0"0"74,0 0-13,0 0-44,0 0-1,0 0 5,0 0 3,3-7 7,-3 4-5,0 3-18,3-3-14,-2 3 1,5-2-10,5-1-3,4 0-4,7 0-2,3-1 0,2 4 2,-1 0-13,-3 0-18,-4 0-27,-7 0-36,-4 3-14,-6 4-24,-2 1-76</inkml:trace>
          <inkml:trace contextRef="#ctx0" brushRef="#br1" timeOffset="306707.6733">4957 4 223,'0'0'71,"0"0"-69,0 0 53,0 0-35,0 0-10,105 0-2,-58 0-7,-4 0-1,-1-3-43,-9-4-137</inkml:trace>
          <inkml:trace contextRef="#ctx0" brushRef="#br1" timeOffset="307044.6903">5576-384 236,'0'0'142,"0"0"-93,0 0 68,0 0-26,0 0-53,0 0-24,10-17-14,-10 17-5,0 0-11,1 14 12,1 4 4,3 6 10,3 4-5,-1 4 0,-1 4 0,1 2 0,-5 1-5,-2 3-53,0 0-72,-12-3-49,-9-7-124</inkml:trace>
          <inkml:trace contextRef="#ctx0" brushRef="#br1" timeOffset="307390.4951">5308 180 252,'0'0'17,"0"0"61,0 0-18,0 0-52,0 0 11,0 0 5,93 0 14,-42 0-21,2 0-14,-2 0-3,-6 0 2,-5 0 0,-10 0-2,-6 0-4,-7 0 4,-4 0-3,-3 0-12,-5 0-23,-5 0-63,0 8-47,-3 2-18</inkml:trace>
          <inkml:trace contextRef="#ctx0" brushRef="#br1" timeOffset="307839.711">5175 448 208,'0'0'34,"0"0"47,0 0-32,0 0-32,0 0-14,0 0 35,55 0-9,-17 0-10,2 0-10,4 0-3,-1 0-5,-5 0-1,-6 0 2,-8 0 1,-11 0-3,-7 0-1,-2 0-1,-4 3-13,0 0-53,0 2-37,-14 1 32,-9-2-21,-2 4-41</inkml:trace>
          <inkml:trace contextRef="#ctx0" brushRef="#br1" timeOffset="308130.9179">5358 483 160,'0'0'95,"0"0"15,0 0 4,0 0-49,0 0-17,0 0-10,0 0-17,0 0-21,0 0-2,0 3-16,0 12-6,0 3 24,0 9 3,0-1 5,0 2 10,-2-4-10,1 0 7,1-2-5,0-5 1,0-2-4,0-1-4,0 0 4,3-4-3,2-2 1,-3-1-3,1-1 0,-2-1-2,2 4-35,-3-5-87,0-1-97</inkml:trace>
        </inkml:traceGroup>
      </inkml:traceGroup>
    </inkml:traceGroup>
  </inkml:traceGroup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1-02-08T06:20:41.626"/>
    </inkml:context>
    <inkml:brush xml:id="br0">
      <inkml:brushProperty name="width" value="0.04667" units="cm"/>
      <inkml:brushProperty name="height" value="0.04667" units="cm"/>
      <inkml:brushProperty name="fitToCurve" value="1"/>
    </inkml:brush>
  </inkml:definitions>
  <inkml:traceGroup>
    <inkml:annotationXML>
      <emma:emma xmlns:emma="http://www.w3.org/2003/04/emma" version="1.0">
        <emma:interpretation id="{6E69C355-5060-4C07-9E6D-FC81F848C99F}" emma:medium="tactile" emma:mode="ink">
          <msink:context xmlns:msink="http://schemas.microsoft.com/ink/2010/main" type="writingRegion" rotatedBoundingBox="13373,10104 13626,10104 13626,12214 13373,12214"/>
        </emma:interpretation>
      </emma:emma>
    </inkml:annotationXML>
    <inkml:traceGroup>
      <inkml:annotationXML>
        <emma:emma xmlns:emma="http://www.w3.org/2003/04/emma" version="1.0">
          <emma:interpretation id="{32FD3BDB-8CB0-45B2-8DA6-26B4DA7CB477}" emma:medium="tactile" emma:mode="ink">
            <msink:context xmlns:msink="http://schemas.microsoft.com/ink/2010/main" type="paragraph" rotatedBoundingBox="13373,10104 13626,10104 13626,12214 13373,12214" alignmentLevel="1"/>
          </emma:interpretation>
        </emma:emma>
      </inkml:annotationXML>
      <inkml:traceGroup>
        <inkml:annotationXML>
          <emma:emma xmlns:emma="http://www.w3.org/2003/04/emma" version="1.0">
            <emma:interpretation id="{3EB95DC7-FCFF-4603-B6FA-860917535140}" emma:medium="tactile" emma:mode="ink">
              <msink:context xmlns:msink="http://schemas.microsoft.com/ink/2010/main" type="line" rotatedBoundingBox="13373,10104 13626,10104 13626,12214 13373,12214"/>
            </emma:interpretation>
          </emma:emma>
        </inkml:annotationXML>
        <inkml:traceGroup>
          <inkml:annotationXML>
            <emma:emma xmlns:emma="http://www.w3.org/2003/04/emma" version="1.0">
              <emma:interpretation id="{74B3130C-19B6-4591-A1A3-06419FC1179D}" emma:medium="tactile" emma:mode="ink">
                <msink:context xmlns:msink="http://schemas.microsoft.com/ink/2010/main" type="inkWord" rotatedBoundingBox="13373,11981 13525,11981 13525,12214 13373,12214"/>
              </emma:interpretation>
              <emma:one-of disjunction-type="recognition" id="oneOf0">
                <emma:interpretation id="interp0" emma:lang="en-IN" emma:confidence="0">
                  <emma:literal>i</emma:literal>
                </emma:interpretation>
                <emma:interpretation id="interp1" emma:lang="en-IN" emma:confidence="0">
                  <emma:literal>!</emma:literal>
                </emma:interpretation>
                <emma:interpretation id="interp2" emma:lang="en-IN" emma:confidence="0">
                  <emma:literal>+</emma:literal>
                </emma:interpretation>
                <emma:interpretation id="interp3" emma:lang="en-IN" emma:confidence="0">
                  <emma:literal>:</emma:literal>
                </emma:interpretation>
                <emma:interpretation id="interp4" emma:lang="en-IN" emma:confidence="0">
                  <emma:literal>;</emma:literal>
                </emma:interpretation>
              </emma:one-of>
            </emma:emma>
          </inkml:annotationXML>
          <inkml:trace contextRef="#ctx0" brushRef="#br0">-8128 3125 187,'0'0'26,"0"0"42,0 0-23,0 0-22,0 0-4,0 0 7,0-5 3,0 5-3,0 0 3,0 0 1,0 0 3,0 0-9,0 0-8,0 0-4,0 0-9,0 0-3,0 0-8,-6 0 3,-4 1 3,-5 9 1,2 1-2,2 6-2,-5 1 2,1-1 3,2 4 0,5-3-3,-2 3 2,7-3 1,3 0-4,0-4-1,0 1 2,0-2 1,3-5-10,7 1-1,4-8 13,4 2-6,-1-3 2,-1 0 4,3 0 2,-6-7-1,-3-4 0,0-2 1,-2-2 0,0-2-2,-5-4-2,0 3 1,-3-3 1,0 0-2,0 3 2,0 4 9,-3 1 5,-9 2-3,-1 4-11,-7-1-55,-4-2-219</inkml:trace>
          <inkml:trace contextRef="#ctx0" brushRef="#br0" timeOffset="-1416.7399">-8075 1243 98,'0'0'8,"0"0"-5,0 0 33,0 0-1,0 0-2,0 0-2,0 0 6,-6 81-14,6-70-12,0 2 7,0-2-14,0 0-1,0-4 0,2-1 1,5-2 1,-3 0 1,5-1 4,0-3-2,1 0 4,-4 0 4,2 0 0,2 0 5,-4-3 0,2-8 3,-5-3 1,1 3-8,-4-6-7,0 3-10,0-1 4,0-1 17,0 5-8,-10 1-13,1 5-4,-3 2-40,-2 3-77,-4 0-205</inkml:trace>
        </inkml:traceGroup>
      </inkml:traceGroup>
    </inkml:traceGroup>
  </inkml:traceGroup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1-02-08T06:20:08.972"/>
    </inkml:context>
    <inkml:brush xml:id="br0">
      <inkml:brushProperty name="width" value="0.04667" units="cm"/>
      <inkml:brushProperty name="height" value="0.04667" units="cm"/>
      <inkml:brushProperty name="fitToCurve" value="1"/>
    </inkml:brush>
  </inkml:definitions>
  <inkml:traceGroup>
    <inkml:annotationXML>
      <emma:emma xmlns:emma="http://www.w3.org/2003/04/emma" version="1.0">
        <emma:interpretation id="{6FBDA4CC-8E20-4551-BAB0-00E7EA7D9F19}" emma:medium="tactile" emma:mode="ink">
          <msink:context xmlns:msink="http://schemas.microsoft.com/ink/2010/main" type="writingRegion" rotatedBoundingBox="18396,11090 20291,11090 20291,11901 18396,11901"/>
        </emma:interpretation>
      </emma:emma>
    </inkml:annotationXML>
    <inkml:traceGroup>
      <inkml:annotationXML>
        <emma:emma xmlns:emma="http://www.w3.org/2003/04/emma" version="1.0">
          <emma:interpretation id="{1A214058-4DB3-4561-A633-126F3D836412}" emma:medium="tactile" emma:mode="ink">
            <msink:context xmlns:msink="http://schemas.microsoft.com/ink/2010/main" type="paragraph" rotatedBoundingBox="18396,11090 20291,11090 20291,11901 18396,1190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60552B8D-77B0-43E2-B09A-86E7B22E6931}" emma:medium="tactile" emma:mode="ink">
              <msink:context xmlns:msink="http://schemas.microsoft.com/ink/2010/main" type="line" rotatedBoundingBox="18396,11090 20291,11090 20291,11901 18396,11901"/>
            </emma:interpretation>
          </emma:emma>
        </inkml:annotationXML>
        <inkml:traceGroup>
          <inkml:annotationXML>
            <emma:emma xmlns:emma="http://www.w3.org/2003/04/emma" version="1.0">
              <emma:interpretation id="{5FCA37BB-085F-480A-95BD-804F2C879C88}" emma:medium="tactile" emma:mode="ink">
                <msink:context xmlns:msink="http://schemas.microsoft.com/ink/2010/main" type="inkWord" rotatedBoundingBox="18396,11090 20291,11090 20291,11901 18396,11901"/>
              </emma:interpretation>
              <emma:one-of disjunction-type="recognition" id="oneOf0">
                <emma:interpretation id="interp0" emma:lang="en-IN" emma:confidence="0">
                  <emma:literal>t</emma:literal>
                </emma:interpretation>
                <emma:interpretation id="interp1" emma:lang="en-IN" emma:confidence="0">
                  <emma:literal>~</emma:literal>
                </emma:interpretation>
                <emma:interpretation id="interp2" emma:lang="en-IN" emma:confidence="0">
                  <emma:literal>+</emma:literal>
                </emma:interpretation>
                <emma:interpretation id="interp3" emma:lang="en-IN" emma:confidence="0">
                  <emma:literal>=</emma:literal>
                </emma:interpretation>
                <emma:interpretation id="interp4" emma:lang="en-IN" emma:confidence="0">
                  <emma:literal>5</emma:literal>
                </emma:interpretation>
              </emma:one-of>
            </emma:emma>
          </inkml:annotationXML>
          <inkml:trace contextRef="#ctx0" brushRef="#br0">-3135 2254 59,'0'0'78,"0"0"4,0 0-15,0 0-15,0 0 18,0 0-6,0 0-4,0-25 0,0 25-28,0 0-6,0 0-14,0 0-12,0 0-3,0 0-7,0 0-3,0 0-7,0 14-1,0 8 13,-2 8 8,-1 3 1,0-1 1,1 3 3,1-1-5,-2-1 0,0-1 0,2 3 0,-1-4 0,-2-2 0,1 2 1,2 1 3,-2-4-4,0 7 1,2-6 0,-2 2 0,0-2 0,-1-2-1,-3-1 0,0-2 3,3 0-3,-2-2 1,2-2 0,0-2 0,1 0 0,1-4-1,-1-4 2,-1 2-2,3-3 0,1-1 1,0-5-1,0-3 1,0 1-1,0-1 0,0 0-1,0 0-2,0 0 2,0 0-1,0 0 1,0 0 1,5 0 2,11 0 4,12 0-5,-1-7 1,9-1 1,4-2-3,6-1 1,2 1-1,4-1 0,1-3 0,5 4-1,1-1 1,-1 1-1,5 2 1,-4 1 0,-1 0 0,-2 0-3,-2 0 2,-2 1 1,-6 1 1,-5-1 0,-4 2-1,-7 1 2,-6-2-2,-6 2 0,-10 3 0,1 0-2,-9-3-55,0-1-87,0-7-73</inkml:trace>
          <inkml:trace contextRef="#ctx0" brushRef="#br0" timeOffset="2648.271">-2802 2948 20,'0'0'5,"0"0"23,0 0 8,0 0-22,0 0 13,0 0 6,8-12 3,-8 12 22,0 0-6,2 0-15,-2 0-12,0 0-20,3-1-5,5 1 0,5-2 0,5-1 3,6 0-1,3 1-1,4 2 2,5 0 1,3-1-1,4 1 2,6-1 1,2 1 0,1 0-1,6-6-5,2 5 2,0-6 3,2 0-5,1-1 2,0-1-2,4 2 0,0-1 0,-1 1-1,-2 1 1,-2-2 0,-8 1-2,-4-3 1,-3 3 1,-7 0 0,-4-1 0,-5 2 1,-7 2 6,-2-3 22,-3 4 6,-4 2-8,-4-2 6,-4 3-1,0-3-8,-4 1-14,1 2-10,1-1-15,-4-4-135</inkml:trace>
        </inkml:traceGroup>
      </inkml:traceGroup>
    </inkml:traceGroup>
  </inkml:traceGroup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1-02-08T06:17:20.725"/>
    </inkml:context>
    <inkml:brush xml:id="br0">
      <inkml:brushProperty name="width" value="0.04667" units="cm"/>
      <inkml:brushProperty name="height" value="0.04667" units="cm"/>
      <inkml:brushProperty name="fitToCurve" value="1"/>
    </inkml:brush>
  </inkml:definitions>
  <inkml:traceGroup>
    <inkml:annotationXML>
      <emma:emma xmlns:emma="http://www.w3.org/2003/04/emma" version="1.0">
        <emma:interpretation id="{89F45A07-D944-4828-8AE1-1E227607B4A8}" emma:medium="tactile" emma:mode="ink">
          <msink:context xmlns:msink="http://schemas.microsoft.com/ink/2010/main" type="writingRegion" rotatedBoundingBox="14735,5950 16119,5861 16151,6361 14767,6450"/>
        </emma:interpretation>
      </emma:emma>
    </inkml:annotationXML>
    <inkml:traceGroup>
      <inkml:annotationXML>
        <emma:emma xmlns:emma="http://www.w3.org/2003/04/emma" version="1.0">
          <emma:interpretation id="{5FC48B5A-7C91-4C13-BAB6-1953AB5B03F4}" emma:medium="tactile" emma:mode="ink">
            <msink:context xmlns:msink="http://schemas.microsoft.com/ink/2010/main" type="paragraph" rotatedBoundingBox="14735,5950 16119,5861 16151,6361 14767,6450" alignmentLevel="1"/>
          </emma:interpretation>
        </emma:emma>
      </inkml:annotationXML>
      <inkml:traceGroup>
        <inkml:annotationXML>
          <emma:emma xmlns:emma="http://www.w3.org/2003/04/emma" version="1.0">
            <emma:interpretation id="{D30FF48D-FC70-4AB0-B79E-99D77FED8703}" emma:medium="tactile" emma:mode="ink">
              <msink:context xmlns:msink="http://schemas.microsoft.com/ink/2010/main" type="line" rotatedBoundingBox="14735,5950 16119,5861 16151,6361 14767,6450"/>
            </emma:interpretation>
          </emma:emma>
        </inkml:annotationXML>
        <inkml:traceGroup>
          <inkml:annotationXML>
            <emma:emma xmlns:emma="http://www.w3.org/2003/04/emma" version="1.0">
              <emma:interpretation id="{FA44E303-4696-4352-90DD-29821D13E227}" emma:medium="tactile" emma:mode="ink">
                <msink:context xmlns:msink="http://schemas.microsoft.com/ink/2010/main" type="inkWord" rotatedBoundingBox="14735,5950 15035,5931 15067,6431 14767,6450"/>
              </emma:interpretation>
              <emma:one-of disjunction-type="recognition" id="oneOf0">
                <emma:interpretation id="interp0" emma:lang="en-IN" emma:confidence="0">
                  <emma:literal>l</emma:literal>
                </emma:interpretation>
                <emma:interpretation id="interp1" emma:lang="en-IN" emma:confidence="0">
                  <emma:literal>+</emma:literal>
                </emma:interpretation>
                <emma:interpretation id="interp2" emma:lang="en-IN" emma:confidence="0">
                  <emma:literal>L</emma:literal>
                </emma:interpretation>
                <emma:interpretation id="interp3" emma:lang="en-IN" emma:confidence="0">
                  <emma:literal>t</emma:literal>
                </emma:interpretation>
                <emma:interpretation id="interp4" emma:lang="en-IN" emma:confidence="0">
                  <emma:literal>1</emma:literal>
                </emma:interpretation>
              </emma:one-of>
            </emma:emma>
          </inkml:annotationXML>
          <inkml:trace contextRef="#ctx0" brushRef="#br0">1329-1144 132,'0'0'48,"0"0"24,0 0 8,0 0-25,0 0-16,0 0-9,0 0-1,0 0-16,7 0-4,7 0 4,13 0-4,8 0-2,3 0-5,1 0-1,-2 0-1,-4 0 1,-7 0 0,-6 0-1,-7 0 3,-4-1-3,-6 1 3,-3 0-3,0 0 0,0 0-1,0 0-32,0 0-53,0 0-68,0 0-84</inkml:trace>
          <inkml:trace contextRef="#ctx0" brushRef="#br0" timeOffset="-540.4494">1481-1383 343,'0'0'71,"0"0"-56,0 0 43,0 0 11,0 0-29,0 0-9,0 0-12,14-26 8,-14 26 2,0 0-10,0 0-10,0 0-9,0 0-3,0 0-16,0 0 3,0 17 5,0 4 11,0 4 3,0 4 0,0 3-3,0-1 0,0 4 3,0-3-1,0-4-2,-4 4 2,1-4 0,-4 0-1,0-3 1,3 0-1,0-2-1,1-3-1,3-4 1,0-2 1,0-4-1,0-5 0,0 2 0,0-4-3,0 0 0,6 1 1,6-3 2,-1 2 2,5-3 4,2 0-2,-3 0-4,0 0-10,1 0-21,0-3-17,-2-9-56,3-2-18,-3-4-50</inkml:trace>
        </inkml:traceGroup>
        <inkml:traceGroup>
          <inkml:annotationXML>
            <emma:emma xmlns:emma="http://www.w3.org/2003/04/emma" version="1.0">
              <emma:interpretation id="{DB33170E-E4F2-4C1B-8EAD-3EB39768030E}" emma:medium="tactile" emma:mode="ink">
                <msink:context xmlns:msink="http://schemas.microsoft.com/ink/2010/main" type="inkWord" rotatedBoundingBox="15434,6144 16134,6099 16151,6359 15451,6404"/>
              </emma:interpretation>
              <emma:one-of disjunction-type="recognition" id="oneOf1">
                <emma:interpretation id="interp5" emma:lang="en-IN" emma:confidence="0">
                  <emma:literal>m</emma:literal>
                </emma:interpretation>
                <emma:interpretation id="interp6" emma:lang="en-IN" emma:confidence="0">
                  <emma:literal>u</emma:literal>
                </emma:interpretation>
                <emma:interpretation id="interp7" emma:lang="en-IN" emma:confidence="0">
                  <emma:literal>M</emma:literal>
                </emma:interpretation>
                <emma:interpretation id="interp8" emma:lang="en-IN" emma:confidence="0">
                  <emma:literal>W</emma:literal>
                </emma:interpretation>
                <emma:interpretation id="interp9" emma:lang="en-IN" emma:confidence="0">
                  <emma:literal>.</emma:literal>
                </emma:interpretation>
              </emma:one-of>
            </emma:emma>
          </inkml:annotationXML>
          <inkml:trace contextRef="#ctx0" brushRef="#br0" timeOffset="833.7816">2015-1148 233,'0'0'19,"0"0"9,0 0 37,0 0-21,0 0-20,0 0 3,0 0 15,0 0-8,0 0-5,0 0-2,0 0-13,0 0-14,3 0-10,18 0 10,17 0 10,11 0-2,19 0-2,9 0-5,1 0 2,0 0-3,-6 0 0,-6 0 0,-14 0 0,-10 0 0,-12 0-7,-11 0-1,-12 0 8,-4 0 1,-3 0 3,0 0-1,0 0-3,0 0-5,0 0 5,0 0-11,0 0-14,-4-3 3,-6 3-7,-2-5 5,-1-1 16,0 2 1,3-4 7,-5-1 3,4-2 0,2 1 3,-1-1 12,-1 1-15,4 2 6,3 5 3,0 0-7,2 2-2,2 1 0,0 0-3,0 0 0,0 0-4,0 0-3,0 0-5,0 0-5,0 4 1,7 7 16,3 2-3,4-2 3,0 3 3,2-3 1,2 0-2,-4 1 2,-4-3 0,-3 5-1,-1-1-3,-6 2-6,0 3 6,-9 5 1,-22 6-1,-14-1-86,-10-2-270</inkml:trace>
        </inkml:traceGroup>
      </inkml:traceGroup>
    </inkml:traceGroup>
  </inkml:traceGroup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1-02-08T06:19:46.860"/>
    </inkml:context>
    <inkml:brush xml:id="br0">
      <inkml:brushProperty name="width" value="0.04667" units="cm"/>
      <inkml:brushProperty name="height" value="0.04667" units="cm"/>
      <inkml:brushProperty name="fitToCurve" value="1"/>
    </inkml:brush>
  </inkml:definitions>
  <inkml:traceGroup>
    <inkml:annotationXML>
      <emma:emma xmlns:emma="http://www.w3.org/2003/04/emma" version="1.0">
        <emma:interpretation id="{F697446B-E0BB-4073-99BA-E592AB313B7F}" emma:medium="tactile" emma:mode="ink">
          <msink:context xmlns:msink="http://schemas.microsoft.com/ink/2010/main" type="writingRegion" rotatedBoundingBox="12199,11532 22713,8129 23178,9565 12663,12968"/>
        </emma:interpretation>
      </emma:emma>
    </inkml:annotationXML>
    <inkml:traceGroup>
      <inkml:annotationXML>
        <emma:emma xmlns:emma="http://www.w3.org/2003/04/emma" version="1.0">
          <emma:interpretation id="{A66E81BC-C3D1-4131-85FC-BA7E615AE389}" emma:medium="tactile" emma:mode="ink">
            <msink:context xmlns:msink="http://schemas.microsoft.com/ink/2010/main" type="paragraph" rotatedBoundingBox="12199,11532 22713,8129 23178,9565 12663,12968" alignmentLevel="1"/>
          </emma:interpretation>
        </emma:emma>
      </inkml:annotationXML>
      <inkml:traceGroup>
        <inkml:annotationXML>
          <emma:emma xmlns:emma="http://www.w3.org/2003/04/emma" version="1.0">
            <emma:interpretation id="{A7262BFD-6CDD-442A-9E86-42331543D6CF}" emma:medium="tactile" emma:mode="ink">
              <msink:context xmlns:msink="http://schemas.microsoft.com/ink/2010/main" type="line" rotatedBoundingBox="12199,11532 22713,8129 23178,9565 12663,12968"/>
            </emma:interpretation>
          </emma:emma>
        </inkml:annotationXML>
        <inkml:traceGroup>
          <inkml:annotationXML>
            <emma:emma xmlns:emma="http://www.w3.org/2003/04/emma" version="1.0">
              <emma:interpretation id="{64F61C82-D675-4F39-85B3-3BBA63488CF6}" emma:medium="tactile" emma:mode="ink">
                <msink:context xmlns:msink="http://schemas.microsoft.com/ink/2010/main" type="inkWord" rotatedBoundingBox="12199,11532 13240,11195 13493,11979 12452,12316"/>
              </emma:interpretation>
              <emma:one-of disjunction-type="recognition" id="oneOf0">
                <emma:interpretation id="interp0" emma:lang="en-IN" emma:confidence="0">
                  <emma:literal>L</emma:literal>
                </emma:interpretation>
                <emma:interpretation id="interp1" emma:lang="en-IN" emma:confidence="0">
                  <emma:literal>l</emma:literal>
                </emma:interpretation>
                <emma:interpretation id="interp2" emma:lang="en-IN" emma:confidence="0">
                  <emma:literal>`</emma:literal>
                </emma:interpretation>
                <emma:interpretation id="interp3" emma:lang="en-IN" emma:confidence="0">
                  <emma:literal>-</emma:literal>
                </emma:interpretation>
                <emma:interpretation id="interp4" emma:lang="en-IN" emma:confidence="0">
                  <emma:literal>.</emma:literal>
                </emma:interpretation>
              </emma:one-of>
            </emma:emma>
          </inkml:annotationXML>
          <inkml:trace contextRef="#ctx0" brushRef="#br0">-9241 2614 132,'0'0'56,"0"0"26,0 0-14,0 0 7,0 0-13,0 0-22,0-1 6,0 1 3,0 0 4,0 0-10,0 0-22,0 0-15,0 0-6,0 0-1,0 0-8,0 2-12,0 14 4,0 8 14,0 1 3,6 7 0,-3 6 0,-3 1 0,4 3 2,-4 2 2,0-3-4,0-2 2,0 0 0,0-8 0,0 1-2,0-4 0,3-1 2,0-1-2,1-2 1,-4-1-1,0-2 2,0-1-2,0-2 0,0-4 0,0 0 1,0-3-1,0-1 1,0-5 0,0-2-1,3 0 0,0-3 0,2 3-2,1-2 1,12 2 1,2-3 7,12 0-3,4 0 1,10-4-4,10-7 2,6 1 1,5-4-3,1-3-1,8 2 0,1-3 1,-5 5-1,-6-1 0,-6 2 0,-8 2 1,-7-1-2,-2 2 1,-5 2 0,2-1 1,-2 1-1,-12 1 1,-4 1-1,-14 5 0,-5-3-5,-3 3-57,0-7-84,-17-7-180</inkml:trace>
        </inkml:traceGroup>
        <inkml:traceGroup>
          <inkml:annotationXML>
            <emma:emma xmlns:emma="http://www.w3.org/2003/04/emma" version="1.0">
              <emma:interpretation id="{757F5B78-F8F9-4AC3-AA88-52D9BE75FF41}" emma:medium="tactile" emma:mode="ink">
                <msink:context xmlns:msink="http://schemas.microsoft.com/ink/2010/main" type="inkWord" rotatedBoundingBox="16784,10459 19720,9509 20064,10572 17128,11523"/>
              </emma:interpretation>
              <emma:one-of disjunction-type="recognition" id="oneOf1">
                <emma:interpretation id="interp5" emma:lang="en-IN" emma:confidence="0">
                  <emma:literal>into*</emma:literal>
                </emma:interpretation>
                <emma:interpretation id="interp6" emma:lang="en-IN" emma:confidence="0">
                  <emma:literal>intros</emma:literal>
                </emma:interpretation>
                <emma:interpretation id="interp7" emma:lang="en-IN" emma:confidence="0">
                  <emma:literal>intro*</emma:literal>
                </emma:interpretation>
                <emma:interpretation id="interp8" emma:lang="en-IN" emma:confidence="0">
                  <emma:literal>intro.</emma:literal>
                </emma:interpretation>
                <emma:interpretation id="interp9" emma:lang="en-IN" emma:confidence="0">
                  <emma:literal>intro's</emma:literal>
                </emma:interpretation>
              </emma:one-of>
            </emma:emma>
          </inkml:annotationXML>
          <inkml:trace contextRef="#ctx0" brushRef="#br0" timeOffset="13253.8584">-4693 2029 0,'0'0'99,"0"0"-32,0 0 6,0 0-26,0 0-7,0 0 2,0 0 4,0 0-7,7-26-5,-5 26 10,-1-3 0,-1 0-3,2 0-14,-2 2 7,0-2-3,1 0-6,-1-2-2,3 2-2,-2-1-3,1-2-9,-1-2-5,2 1 0,-3-4 0,4 1-3,-1-4 1,0 0 1,2-1 0,-5-1-2,0 5-1,0 1 0,0 2 0,0 5 0,0-1-1,0 4-6,0 0-5,0 0-6,0 7-2,-11 11-1,0 14 21,2 2-2,2 1 2,7-6-1,0-4-2,0-1 1,10-3-3,5-3 5,4-4 0,1 0-2,5-7-6,2-2-24,2-5-39,-6 0-32,-1 0-63,-12-18-149</inkml:trace>
          <inkml:trace contextRef="#ctx0" brushRef="#br0" timeOffset="13614.8842">-4738 1645 274,'0'0'68,"0"0"42,0 0-18,0 0-49,0 0-15,0 0-13,3-12-6,-3 12 3,0 0 9,0 0 4,0 0 0,0 0 3,0 0 1,0 0-2,0-3 2,0 0-2,0-5-9,0 1-10,0 1-4,0-2 1,0 2-2,0 5-3,0-2-1,0 3-14,2 0-49,5 0-79,6 15-65,4 5 34</inkml:trace>
          <inkml:trace contextRef="#ctx0" brushRef="#br0" timeOffset="14064.9109">-4178 1683 188,'0'0'67,"0"0"24,0 0-5,0 0-35,0 0-15,0 0-7,-3-11-21,-5 11-8,-4 11-1,-4 7 1,-3 6 1,1 9 6,0 5-5,7 4 8,3 1 3,3 5-6,3-1 4,2 1-7,0-5-1,0-4 0,12-3-3,2-9 0,4-2 0,3-1 2,3-9-2,-3-1-12,7-8-43,2-5-22,-1-1-51,-2-1-88</inkml:trace>
          <inkml:trace contextRef="#ctx0" brushRef="#br0" timeOffset="14822.3083">-4115 1958 241,'0'0'47,"0"0"47,0 0-23,0 0-55,0 0-6,0 0-1,14-15-6,5 12-2,3 0-1,8-1 2,2-3-2,0 3-1,-1 1-36,-6 0-89,-6 0-72</inkml:trace>
          <inkml:trace contextRef="#ctx0" brushRef="#br0" timeOffset="14538.1064">-4033 1753 23,'0'0'266,"0"0"-211,0 0 30,0 0-46,0 0-39,0 0-6,-7-10-11,5 17-6,-1 10 23,-1 4 23,3 5-6,-1 2 7,1 4-2,1-5-4,0 5-9,0-7 3,0-1-3,0 2-3,0-2-2,4-3 4,0 0-5,1-6-3,0-1 3,0-4 0,3-2-1,3-2-2,2-2 1,4-1 0,1-3-1,2 0-28,-2 0-23,-1 0-24,-2 0-44,-6-10-52</inkml:trace>
          <inkml:trace contextRef="#ctx0" brushRef="#br0" timeOffset="15151.3488">-3845 1684 289,'0'0'77,"0"0"-11,0 0 8,0 0-64,0 0-10,0 0-20,23 24 18,-4 0 2,3 8 30,0 0-1,-1 4 13,0 1-21,-7-1-3,-1-1-8,-3 1-3,-1 2 0,-9-2-6,0 6 0,0 0-2,-26 3-17,-5 2-71,-5-2-95,-3-6-180</inkml:trace>
          <inkml:trace contextRef="#ctx0" brushRef="#br0" timeOffset="18617.914">-3252 1714 163,'0'0'15,"0"0"65,0 0-27,0 0-26,0 0-15,0 0 3,0 0-3,-59-6-7,53 6 3,-2 3 2,-4 5 7,2 5-2,-2 2-1,1 5-1,-2 1-9,4 0-2,0 2 5,4 4-7,0-2 0,2 4 3,1-2-3,2 5 6,0-4 0,0-2 0,0 1-6,10-6 7,1 0-5,3 0 5,3-3-4,1-4 1,3 1 12,3-2-4,5-5 0,1-2 0,0-5 9,-3-1-2,-4 0-13,-4 0-5,0 0 2,-3 0 0,1-1-2,-1-8 4,0-2-3,-2-1 0,4-1-2,-7-2-11,1-5 11,-2-2 3,-3-3-3,1-2-1,-7-1-6,1-4-5,-2 3 11,0-2-13,0 2 11,0 1 3,-3 4-4,-5 3 4,1-1 0,-2 4-2,1 2-2,-2 1 1,0 1 1,-5-1-2,5 2 3,-3 2-1,3-3 2,-5 7 2,2-4-2,0 4 1,-2 1 0,0 2 1,-1 0-2,-2 0-2,4 1 1,-3 3 1,-2 0-3,1 0 2,-3 0-3,-1 0 1,0 11 1,0-1 1,1 5-5,-2 3-6,1 6-92,5-3-77</inkml:trace>
          <inkml:trace contextRef="#ctx0" brushRef="#br0" timeOffset="35222.8638">-3140 1729 128,'0'0'10,"0"0"68,0 0-26,0 0-32,0 0 1,0 0 12,0-3 13,0 3 2,0 0-4,0 0-8,0 0-10,-3 0-16,-13 3-4,-5 11-2,-9 4 2,-2 3 2,2 0-7,4 0 14,5 0-8,4-3-5,6-1-1,-1-7-1,4 2 2,1-2 0,4-3-1,-1-4 1,2-3-2,0 0 2,2 0 2,0 0 2,0 0 5,0 0 5,0 0 20,0-10-24,8-4-7,-1-4-5,3-3 1,-1 1-1,3 2 0,2 0 1,-3 3-1,4-2-2,-1 4 2,1 1 2,-1-2 6,2 4-7,-1-1 4,-2 4 3,-5 1-4,-1 1 1,-5 2 9,-1 3-5,1 0-2,-2 0-7,1 0-3,5 0-10,3 3 5,2 8 7,5 4 0,1 3-3,1 1 3,-2 3 0,-3-4-8,-3 0-2,-1-5 0,-2-1-2,-1-1-2,-1-2 7,0-5-1,-1-1-5,-3 0-4,1-3 0,-2 0 6,0 0 7,0 0 5,0 0 0,0 0-1,0 0-4,0 0 3,0 0 1,0 0-4,-9 0-5,-9 0 7,-3 0-5,-2 0 3,2 0 5,-3 0 0,1 2 0,1 1 2,1 0-5,3 0 3,4-3 0,5 0 0,5 0 4,1 0-4,3 0 6,0 0 15,0 0-4,0 0-3,0 0-3,0 0-2,0 0-3,0 0 1,0 0 0,0 0 0,0 0-1,0 0-4,0 0 0,0 0 3,0 0-3,0 0 4,0 0 0,0 0 1,0 0 0,0 0-3,0 0-1,0 0-1,0 0 1,0 1 4,0-1 0,0 0-4,0 0-1,0 0-2,0 0 0,0 0 0,0 0 0,0 0 0,0 0 0,-1 6-7,-5-3-103,-10-3-240</inkml:trace>
          <inkml:trace contextRef="#ctx0" brushRef="#br0" timeOffset="33909.67">-3289 1866 50,'0'0'38,"0"0"28,0 0-22,0 0 20,0 0-6,0 0-9,0 0 8,19-42-23,-18 39 19,-1-1-27,3 1 7,0-1 1,-2 3-6,-1-2-18,3 0 23,-1 3-6,-2-3-9,1 3 10,-1 0-6,0-1-13,0 1-2,0 0-2,0 0-4,3-3-1,0-1-1,-2 4-3,1-4-1,-1 4-2,-1 0 7,0-3-1,0 3 1,0 0 0,2 0 0,-2 0 1,0 0-1,0 0 0,0 0 1,0 0-1,0 0 2,0 0-2,0 0-3,0 0-6,0 0-4,0 4-2,0 10 12,0 4 0,4 3 3,-1 3 0,0 0 2,-2 2-4,-1 5 1,0-2 0,0 3 1,0-4 1,0 3 4,0-3-4,0-2 2,0-5 4,0 0-4,0-5 6,0-1-7,0-4 4,0-1-6,0-2 2,0 1-2,0-5 0,0 4 0,-1 1-26,-9-4-74,-3-2-78,-3-3-252</inkml:trace>
          <inkml:trace contextRef="#ctx0" brushRef="#br0" timeOffset="19360.0334">-3247 1969 186,'0'0'50,"0"0"33,0 0-38,0 0-17,0 0-3,0 0 10,14-47 1,-9 37 15,-1-1-23,3 0 2,-4 5-14,1 2-5,-1 1 10,-1 0-7,-1 3-10,-1 0-4,2 0-7,2 0-4,0 0-5,5 3 1,0 7 5,2 5 3,1 2 4,-1 4 3,3-3-1,-3 0 1,1 0 1,2-1-1,-2-4 1,-1-1 0,-1-3-1,0-1 1,-1-5 3,3-2-3,-5-1 1,6 0 2,0 0 5,2 0-3,-4 0 0,-1-4-3,-1-4 4,-5-1-7,0 2-7,-1-1-28,-3 1-35,0-4-47,0-2-93</inkml:trace>
          <inkml:trace contextRef="#ctx0" brushRef="#br0" timeOffset="20843.5409">-3192 1312 48,'0'0'113,"0"0"-63,0 0 24,0 0-21,0 0-42,0 0 3,0-30 12,0 26-15,0-7 16,0 1 7,0-1-4,0-3-16,0 0 1,-6-3 11,0-1-18,-2 0 17,0 0-10,0-3 4,0 4-7,2 3-3,2 7 22,4 3-8,0 4-1,0 0-7,0 0-15,0 0-7,0 0-9,0 11-7,0 17 7,0 6 9,0 9 7,0 3 0,0 4 0,0 2 4,0 1-2,0 0 0,4-4 0,2 1 1,2-5-3,0 5 0,0-4-61,-4 6-47,-4-2-56,0-8-11</inkml:trace>
          <inkml:trace contextRef="#ctx0" brushRef="#br0" timeOffset="23603.3683">-3250 1115 35,'0'0'54,"0"0"-6,0 0-7,0 0-5,0 0 1,0 0 4,4 0-2,-4 0-7,2 0-12,-2 0-11,0 0-6,4 0-3,3 0-1,9 0 1,6 0 1,4 0-1,8 0 2,3 0-1,-1 0 1,5 0-2,1 0 0,-1-3 0,4 0 0,-1 0 0,2 2 1,-1-5 1,-2 1-2,1 2 0,-2 0 0,0 0 1,-5 2 1,4-2-2,-5 3 0,0 0 0,-1-4-2,0 4 2,-2 0 2,3 0-2,-3 0 0,1 0 0,-1 0 1,-1 0 0,0 0-1,-2-3 0,2 3 0,-2 0-2,5 0 2,0-1 0,2 1 0,0 0 0,-7 0 0,-4 0-2,-4 0 2,-3-3 0,-6 3 0,-3 0 0,-3 0 0,-3 0 2,-4 0-2,3 0 0,-3 0 7,0 0 17,0 0 2,0 0-8,0 0-7,0 0-8,0 0-3,0 0-25,-6 4-119,-14 6-72</inkml:trace>
        </inkml:traceGroup>
        <inkml:traceGroup>
          <inkml:annotationXML>
            <emma:emma xmlns:emma="http://www.w3.org/2003/04/emma" version="1.0">
              <emma:interpretation id="{27A5D8A6-3C9F-4567-9897-B13EF4FBE0E0}" emma:medium="tactile" emma:mode="ink">
                <msink:context xmlns:msink="http://schemas.microsoft.com/ink/2010/main" type="inkWord" rotatedBoundingBox="21566,8695 22770,8305 22996,9003 21792,9393"/>
              </emma:interpretation>
              <emma:one-of disjunction-type="recognition" id="oneOf2">
                <emma:interpretation id="interp10" emma:lang="en-IN" emma:confidence="0">
                  <emma:literal>In</emma:literal>
                </emma:interpretation>
                <emma:interpretation id="interp11" emma:lang="en-IN" emma:confidence="0">
                  <emma:literal>I</emma:literal>
                </emma:interpretation>
                <emma:interpretation id="interp12" emma:lang="en-IN" emma:confidence="0">
                  <emma:literal>to</emma:literal>
                </emma:interpretation>
                <emma:interpretation id="interp13" emma:lang="en-IN" emma:confidence="0">
                  <emma:literal>It</emma:literal>
                </emma:interpretation>
                <emma:interpretation id="interp14" emma:lang="en-IN" emma:confidence="0">
                  <emma:literal>IT</emma:literal>
                </emma:interpretation>
              </emma:one-of>
            </emma:emma>
          </inkml:annotationXML>
          <inkml:trace contextRef="#ctx0" brushRef="#br0" timeOffset="-83925.5187">0 0 24,'0'0'160,"0"0"-137,0 0 49,0 0-4,0 0-34,0 0-14,-1 0 5,9 0-22,11 0 11,6 0 1,10 0-5,5 0-8,5 0-2,3 0-1,-4 0-108,-3 0-179</inkml:trace>
          <inkml:trace contextRef="#ctx0" brushRef="#br0" timeOffset="-84294.1372">198-237 349,'0'0'40,"0"0"54,0 0-1,0 0-49,0 0-36,0 0-8,0-10-6,0 10-2,0 0-4,0 9-2,0 6 1,0 9 11,0 5 2,0 7 0,-3 2 0,-2 4 2,0-6 0,0-2 0,0-5-2,1-2 2,3-4-1,-1-2 0,0-5 2,2-4-3,0-1 1,0-2-1,0-2 2,0-3 2,0 0-3,0-4-1,0 3 3,5 0 1,5-2 2,7-1 4,2 0 8,-1 0-8,0 0-5,1 0-5,-4 0-5,0-4-24,2-7-22,-2 1-64,-6-8-132</inkml:trace>
          <inkml:trace contextRef="#ctx0" brushRef="#br0" timeOffset="-83273.386">650 6 179,'0'0'95,"0"0"-80,0 0 80,0 0-47,0 0-24,0 0 1,-23 0 8,23 0 5,0 0-10,0 0-6,10 0-10,20 0-11,18 0 13,16 0 0,8 0-14,3 0 5,-3 0-12,-5 0 15,-5 3-15,-8-3 16,-12 0-4,-10 0-4,-12 0 7,-6 0-7,-8 0 3,-3 0 0,-2 0 0,-1 0-3,0 0 1,0 0-2,0 0-4,-1-3-6,-13-5-27,-4-5 14,-5-2 10,-1-5 1,2 2 12,3 0 4,6 1 6,3 7 8,5-1 2,4 7 4,1 1-1,0 3 3,0 0-17,0 0-9,0 0-12,1 0-8,14 13-2,8 9 22,8 3 7,2 2-7,-1 2 1,-5-4 0,-7-1 0,-7-3-1,-4-3-6,-9 2 3,0 1-1,-10 2-9,-27 1-71,-14-3-158</inkml:trace>
        </inkml:traceGroup>
      </inkml:traceGroup>
    </inkml:traceGroup>
  </inkml:traceGroup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1-02-08T06:22:47.218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C488762A-3FCB-4215-B309-23A2ECA277E8}" emma:medium="tactile" emma:mode="ink">
          <msink:context xmlns:msink="http://schemas.microsoft.com/ink/2010/main" type="writingRegion" rotatedBoundingBox="13522,8712 13823,8712 13823,9117 13522,9117">
            <msink:destinationLink direction="with" ref="{F3C3228A-1925-458D-A90C-2AC053C6AD58}"/>
          </msink:context>
        </emma:interpretation>
      </emma:emma>
    </inkml:annotationXML>
    <inkml:traceGroup>
      <inkml:annotationXML>
        <emma:emma xmlns:emma="http://www.w3.org/2003/04/emma" version="1.0">
          <emma:interpretation id="{F8C85540-C611-42DD-B83F-215DD34876CE}" emma:medium="tactile" emma:mode="ink">
            <msink:context xmlns:msink="http://schemas.microsoft.com/ink/2010/main" type="paragraph" rotatedBoundingBox="13522,8712 13823,8712 13823,9117 13522,911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7E4FCB5D-C2A6-4693-9770-0D07B757E2A1}" emma:medium="tactile" emma:mode="ink">
              <msink:context xmlns:msink="http://schemas.microsoft.com/ink/2010/main" type="inkBullet" rotatedBoundingBox="13522,8712 13823,8712 13823,9117 13522,9117"/>
            </emma:interpretation>
            <emma:one-of disjunction-type="recognition" id="oneOf0">
              <emma:interpretation id="interp0" emma:lang="en-IN" emma:confidence="0">
                <emma:literal>X</emma:literal>
              </emma:interpretation>
              <emma:interpretation id="interp1" emma:lang="en-IN" emma:confidence="0">
                <emma:literal>x</emma:literal>
              </emma:interpretation>
              <emma:interpretation id="interp2" emma:lang="en-IN" emma:confidence="0">
                <emma:literal>+</emma:literal>
              </emma:interpretation>
              <emma:interpretation id="interp3" emma:lang="en-IN" emma:confidence="0">
                <emma:literal>5</emma:literal>
              </emma:interpretation>
              <emma:interpretation id="interp4" emma:lang="en-IN" emma:confidence="0">
                <emma:literal>4</emma:literal>
              </emma:interpretation>
            </emma:one-of>
          </emma:emma>
        </inkml:annotationXML>
        <inkml:trace contextRef="#ctx0" brushRef="#br0">-7836-145 74,'0'0'215,"0"0"-206,0 0 65,0 0-1,0 0-43,0 0-18,3-4 7,-3 4 3,0 0 1,0 0-5,0 0-2,0 0-11,0 0-5,0 3-5,-10 12 1,-15 13 4,-9 7 26,-4 4-3,-4 3-7,7-3 4,5-4-9,9-6-3,8-2-7,5-6-2,1-6 1,4-2-1,3-5-6,0-5 7,0 1 0,0-1-10,0 1-42,0-4-44,0 0-26,10-8-34</inkml:trace>
        <inkml:trace contextRef="#ctx0" brushRef="#br0" timeOffset="322.2729">-8079-96 264,'0'0'18,"0"0"33,0 0 31,0 0-45,0 0-31,0 0 4,65 4 5,-46 17 4,1 6 17,2 2-4,-1 2-5,1-2-4,0 3-4,-6-5-7,3-2-6,-5-1-3,0-1-1,-4 1-4,1-3-23,-8 0-70,0-7-75</inkml:trace>
      </inkml:traceGroup>
    </inkml:traceGroup>
  </inkml:traceGroup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1-02-08T04:58:08.252"/>
    </inkml:context>
    <inkml:brush xml:id="br0">
      <inkml:brushProperty name="width" value="0.04667" units="cm"/>
      <inkml:brushProperty name="height" value="0.04667" units="cm"/>
      <inkml:brushProperty name="fitToCurve" value="1"/>
    </inkml:brush>
    <inkml:context xml:id="ctx1">
      <inkml:inkSource xml:id="inkSrc2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44.20712" units="1/cm"/>
          <inkml:channelProperty channel="Y" name="resolution" value="44.39306" units="1/cm"/>
        </inkml:channelProperties>
      </inkml:inkSource>
      <inkml:timestamp xml:id="ts1" timeString="2021-02-08T04:58:15.408"/>
    </inkml:context>
  </inkml:definitions>
  <inkml:traceGroup>
    <inkml:annotationXML>
      <emma:emma xmlns:emma="http://www.w3.org/2003/04/emma" version="1.0">
        <emma:interpretation id="{9F0DCF76-7EA9-4B4E-B183-F184F901BABB}" emma:medium="tactile" emma:mode="ink">
          <msink:context xmlns:msink="http://schemas.microsoft.com/ink/2010/main" type="writingRegion" rotatedBoundingBox="-1246,8603 25,4771 1969,5416 696,9248"/>
        </emma:interpretation>
      </emma:emma>
    </inkml:annotationXML>
    <inkml:traceGroup>
      <inkml:annotationXML>
        <emma:emma xmlns:emma="http://www.w3.org/2003/04/emma" version="1.0">
          <emma:interpretation id="{FED82F05-4DC9-4550-A27F-0D577A8BF52E}" emma:medium="tactile" emma:mode="ink">
            <msink:context xmlns:msink="http://schemas.microsoft.com/ink/2010/main" type="paragraph" rotatedBoundingBox="-1246,8603 25,4771 1969,5416 696,9248" alignmentLevel="1"/>
          </emma:interpretation>
        </emma:emma>
      </inkml:annotationXML>
      <inkml:traceGroup>
        <inkml:annotationXML>
          <emma:emma xmlns:emma="http://www.w3.org/2003/04/emma" version="1.0">
            <emma:interpretation id="{0163F2E8-E67B-436E-9FED-97994AF325B8}" emma:medium="tactile" emma:mode="ink">
              <msink:context xmlns:msink="http://schemas.microsoft.com/ink/2010/main" type="line" rotatedBoundingBox="-1246,8603 25,4771 1969,5416 696,9248"/>
            </emma:interpretation>
          </emma:emma>
        </inkml:annotationXML>
        <inkml:traceGroup>
          <inkml:annotationXML>
            <emma:emma xmlns:emma="http://www.w3.org/2003/04/emma" version="1.0">
              <emma:interpretation id="{433C7718-341E-4A66-B8F2-A823F84452D3}" emma:medium="tactile" emma:mode="ink">
                <msink:context xmlns:msink="http://schemas.microsoft.com/ink/2010/main" type="inkWord" rotatedBoundingBox="-472,6300 -321,6625 -346,6636 -496,6311"/>
              </emma:interpretation>
              <emma:one-of disjunction-type="recognition" id="oneOf0">
                <emma:interpretation id="interp0" emma:lang="en-IN" emma:confidence="0">
                  <emma:literal>/</emma:literal>
                </emma:interpretation>
                <emma:interpretation id="interp1" emma:lang="en-IN" emma:confidence="0">
                  <emma:literal>|</emma:literal>
                </emma:interpretation>
                <emma:interpretation id="interp2" emma:lang="en-IN" emma:confidence="0">
                  <emma:literal>.</emma:literal>
                </emma:interpretation>
                <emma:interpretation id="interp3" emma:lang="en-IN" emma:confidence="0">
                  <emma:literal>i</emma:literal>
                </emma:interpretation>
                <emma:interpretation id="interp4" emma:lang="en-IN" emma:confidence="0">
                  <emma:literal>'</emma:literal>
                </emma:interpretation>
              </emma:one-of>
            </emma:emma>
          </inkml:annotationXML>
          <inkml:trace contextRef="#ctx0" brushRef="#br0">0 0 154,'0'0'0,"0"0"-80</inkml:trace>
          <inkml:trace contextRef="#ctx0" brushRef="#br0" timeOffset="2.0035">-95-141 70,'0'0'59,"0"0"32,-18-77-55,14 48-35,-6 5-2,-3-1-43,-9 2-62</inkml:trace>
        </inkml:traceGroup>
        <inkml:traceGroup>
          <inkml:annotationXML>
            <emma:emma xmlns:emma="http://www.w3.org/2003/04/emma" version="1.0">
              <emma:interpretation id="{0ACCFC5F-0329-433A-9E2F-8A503C1808D0}" emma:medium="tactile" emma:mode="ink">
                <msink:context xmlns:msink="http://schemas.microsoft.com/ink/2010/main" type="inkWord" rotatedBoundingBox="603,5629 802,5029 1267,5184 1068,5784"/>
              </emma:interpretation>
              <emma:one-of disjunction-type="recognition" id="oneOf1">
                <emma:interpretation id="interp5" emma:lang="en-IN" emma:confidence="0">
                  <emma:literal>;</emma:literal>
                </emma:interpretation>
                <emma:interpretation id="interp6" emma:lang="en-IN" emma:confidence="0">
                  <emma:literal>£</emma:literal>
                </emma:interpretation>
                <emma:interpretation id="interp7" emma:lang="en-IN" emma:confidence="0">
                  <emma:literal>!</emma:literal>
                </emma:interpretation>
                <emma:interpretation id="interp8" emma:lang="en-IN" emma:confidence="0">
                  <emma:literal>¥</emma:literal>
                </emma:interpretation>
                <emma:interpretation id="interp9" emma:lang="en-IN" emma:confidence="0">
                  <emma:literal>:</emma:literal>
                </emma:interpretation>
              </emma:one-of>
            </emma:emma>
          </inkml:annotationXML>
          <inkml:trace contextRef="#ctx0" brushRef="#br0" timeOffset="3785.6873">1068-1329 12,'0'0'42,"0"0"-12,0 0-10,0 0-6,0 0-2,0 0-4,0 0-1,0 0 8,0 0 1,0 0 0,0 0 4,0 0 6,0 0-4,0 0-3,0 0 6,0 0-2,0 0 6,0 0 0,0 0 6,0 0-3,0 0-3,0 0 1,0 0-10,0 0 0,0 0-3,0 0 3,0 0-6,0 0 1,0 0 2,0 0-3,0 0 3,0 0-7,0 0 1,0 0-3,0 0 4,0 0-7,0 0 0,0-4-5,3-2 1,7-4 0,0 0 0,-1-2-1,1-2 2,0-4 1,0 5 0,-4-5 1,0 4 2,0-4 7,-2 6-5,-1-1 6,-3-1-7,0 4 10,0 0-9,0 2-1,0-2-1,3 3-3,-3-1-2,0 2 0,4-1 1,-4 2-2,0 1 1,0 2 1,0 1-2,0 1 0,0 0 0,0 0-5,0 0-5,0 0-4,0 0-1,0 12 3,0 9 4,0 9 8,0 3 1,0 5-1,0-2 3,-4 0-3,1-5-2,3 1 2,0-1 0,0-6-1,0 3-6,-3-3-4,3-1-5,0-3-5,0-3 12,0 0 5,0-4-8,0 0 5,0-1-7,0-3 1,0 2 4,0-3-14,0 0 2,0 2 14,-4-2-3,4-3 2,-3 0-5,0 0 6,3-2 2,-2 2 0,0-4 4,2 0 0,0-1-3,0-1 2,-2 3-4,-1-3 6,0 0 1,-1 0 6,1 0-2,-4 0 0,1 0-3,-7-3-1,0 0-1,-6 0-2,-1 3-4,-2 0-9,-2 0-3,6 0-5,-2 0 16,7 0-1,1 0 7,5 0-7,4 0 8,3 0 4,0 0-4,0 0-6,0 0-3,0 0 4,0 1-3,6-1 7,10 2 1,3 0 1,4-1 3,0-1-3,5 0-1,-1 0 3,2 0-2,-3 0-1,-4 0 2,-9 0-2,-3 0 1,-6 0-1,-4 0 1,0 0 2,0 0 4,0 0 2,0 0 1,0 0 2,0 0-7,3 0-3,-3 0-2,3 0-2,0 0 2,6 0 3,-2 0-1,0-1-2,2 1 0,1 0-2,4-2-29,-6-3-271</inkml:trace>
          <inkml:trace contextRef="#ctx0" brushRef="#br0" timeOffset="4970.9586">1450-1058 142,'0'0'99,"0"0"-36,0 0 37,0 0-15,0 0-26,0 0-17,0 0 5,3 0 2,-3 0-10,0 0-9,0 0-1,0 0-3,0 0-7,0 0-1,0 0-1,0 0-9,0 0-8,0 0-3,0 0-4,0 0-1,0 0 0,0 0 0,0 0 4,0 0 1,0 0 3,0 0 2,0 0-1,0 0 3,0 0 1,0 0-1,0 0 5,0 0-3,0 0 1,0 0 1,0 0-1,0 0 3,0 0-3,0 0 1,0 0-8,0 0 0,0 3-4,0-1-7,0 2-2,0 1 6,0-1 7,0 1 1,0-2-1,0 0 2,0-3-1,0 0 0,0 0 0,0 0 5,0 0 2,0 0 6,0 0 14,0 0 20,0 0-2,0 0 0,0-3-17,0-2-13,0-1-6,0 3-7,0 0-1,0 2-1,0 1-1,0-3-17,0-15-207</inkml:trace>
          <inkml:trace contextRef="#ctx1" brushRef="#br0">1010 2608</inkml:trace>
        </inkml:traceGroup>
      </inkml:traceGroup>
    </inkml:traceGroup>
  </inkml:traceGroup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1-02-08T06:35:16.808"/>
    </inkml:context>
    <inkml:brush xml:id="br0">
      <inkml:brushProperty name="width" value="0.04667" units="cm"/>
      <inkml:brushProperty name="height" value="0.04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95374CE7-E931-4260-96F1-B36F7D905F74}" emma:medium="tactile" emma:mode="ink">
          <msink:context xmlns:msink="http://schemas.microsoft.com/ink/2010/main" type="writingRegion" rotatedBoundingBox="15854,3679 16720,3679 16720,5255 15854,5255"/>
        </emma:interpretation>
      </emma:emma>
    </inkml:annotationXML>
    <inkml:traceGroup>
      <inkml:annotationXML>
        <emma:emma xmlns:emma="http://www.w3.org/2003/04/emma" version="1.0">
          <emma:interpretation id="{75D9C7C4-51CF-42C9-9D76-F0D7A8B03440}" emma:medium="tactile" emma:mode="ink">
            <msink:context xmlns:msink="http://schemas.microsoft.com/ink/2010/main" type="paragraph" rotatedBoundingBox="15854,3679 16720,3679 16720,5255 15854,5255" alignmentLevel="1"/>
          </emma:interpretation>
        </emma:emma>
      </inkml:annotationXML>
      <inkml:traceGroup>
        <inkml:annotationXML>
          <emma:emma xmlns:emma="http://www.w3.org/2003/04/emma" version="1.0">
            <emma:interpretation id="{0C5F09D0-35CD-495F-981C-FABB6EFCC67E}" emma:medium="tactile" emma:mode="ink">
              <msink:context xmlns:msink="http://schemas.microsoft.com/ink/2010/main" type="line" rotatedBoundingBox="15854,3679 16720,3679 16720,5255 15854,5255"/>
            </emma:interpretation>
          </emma:emma>
        </inkml:annotationXML>
        <inkml:traceGroup>
          <inkml:annotationXML>
            <emma:emma xmlns:emma="http://www.w3.org/2003/04/emma" version="1.0">
              <emma:interpretation id="{6F3C54A7-9F03-41C0-B6AF-A2603AE66FE4}" emma:medium="tactile" emma:mode="ink">
                <msink:context xmlns:msink="http://schemas.microsoft.com/ink/2010/main" type="inkWord" rotatedBoundingBox="16199,3504 17135,4993 16638,5306 15702,3817"/>
              </emma:interpretation>
              <emma:one-of disjunction-type="recognition" id="oneOf0">
                <emma:interpretation id="interp0" emma:lang="en-IN" emma:confidence="0">
                  <emma:literal>"I</emma:literal>
                </emma:interpretation>
                <emma:interpretation id="interp1" emma:lang="en-IN" emma:confidence="0">
                  <emma:literal>"1</emma:literal>
                </emma:interpretation>
                <emma:interpretation id="interp2" emma:lang="en-IN" emma:confidence="0">
                  <emma:literal>"</emma:literal>
                </emma:interpretation>
                <emma:interpretation id="interp3" emma:lang="en-IN" emma:confidence="0">
                  <emma:literal>"l</emma:literal>
                </emma:interpretation>
                <emma:interpretation id="interp4" emma:lang="en-IN" emma:confidence="0">
                  <emma:literal>it</emma:literal>
                </emma:interpretation>
              </emma:one-of>
            </emma:emma>
          </inkml:annotationXML>
          <inkml:trace contextRef="#ctx0" brushRef="#br0">6294-1159 191,'0'0'71,"0"0"20,0 0-22,0 0-28,0 0-28,0 0-10,0-3-3,0 3-9,0 2-9,0 14 5,4 7 13,-4 8 11,3 2 8,0 6-6,-3-1-3,4-2-7,-3 0 2,1-4-5,1-5 5,-3-2-3,0-5 0,0-5-2,0-1-23,0-7-48,-6-4-33,-8-3-70</inkml:trace>
          <inkml:trace contextRef="#ctx0" brushRef="#br0" timeOffset="569.1269">6267-1129 292,'0'0'23,"0"0"37,0 0-20,0 0-13,0 0-20,89-52-6,-61 47 2,3 3-2,1 2 0,-9 0-1,-1 0-2,-11 0-3,2 8-2,-3 2-4,-1 4 2,0 1 1,-9 2-4,0-3 6,0 3-5,-8-2-13,-12 0 9,-4-3-10,-10-1 17,-2-2-9,3-3-2,1-2 18,6 1-1,6-4 2,7-1 1,9 0 6,0 0 1,4 3 16,0-3 8,0 0-32,0 0-2,0 4-3,11 0 5,2 6 2,5 4 5,3 1 2,2 2-6,2 1 2,0 0-1,-1-2-1,-4-1 1,-4-1 11,-4-4-14,-4-2 2,-2 1 4,-3-4-4,-2-2 1,-1-2-3,2 1 0,-2-2-1,0 1 0,0-1-44,0 0-135</inkml:trace>
          <inkml:trace contextRef="#ctx0" brushRef="#br0" timeOffset="2811.48">7104-581 206,'0'0'38,"0"0"22,0 0 24,0 0-36,0 0-9,0 0 2,-2-3 3,2 3-1,0 0-17,0 0-13,0 0-13,0 0-5,0 0-8,0 3-7,-1 14-4,-3 8 20,-2 10 3,-1 4 1,-1 0 0,4 6 2,-2 2-2,3 5 3,2 4-3,1 1 1,0-1-1,0-6 0,1-1 1,9-3-1,4-3 1,-4 1-1,0-2 0,-2-5 0,-1 0 2,-4-7-2,-1-6 0,-1 0 0,4-5 0,-5-3 0,0-4 0,0-3 1,0-2-1,0-2-12,0 1-41,0-5-59,-6-1-127</inkml:trace>
        </inkml:traceGroup>
      </inkml:traceGroup>
    </inkml:traceGroup>
  </inkml:traceGroup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1-02-08T06:34:25.616"/>
    </inkml:context>
    <inkml:brush xml:id="br0">
      <inkml:brushProperty name="width" value="0.04667" units="cm"/>
      <inkml:brushProperty name="height" value="0.04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6AE6A7FF-9B17-4DDC-8FC1-52F58FC36161}" emma:medium="tactile" emma:mode="ink">
          <msink:context xmlns:msink="http://schemas.microsoft.com/ink/2010/main" type="writingRegion" rotatedBoundingBox="9571,4511 19228,4110 19280,5362 9623,5763"/>
        </emma:interpretation>
      </emma:emma>
    </inkml:annotationXML>
    <inkml:traceGroup>
      <inkml:annotationXML>
        <emma:emma xmlns:emma="http://www.w3.org/2003/04/emma" version="1.0">
          <emma:interpretation id="{83088FEB-8A82-4802-B5E2-106E1A00A416}" emma:medium="tactile" emma:mode="ink">
            <msink:context xmlns:msink="http://schemas.microsoft.com/ink/2010/main" type="paragraph" rotatedBoundingBox="9571,4511 19228,4110 19280,5362 9623,5763" alignmentLevel="1"/>
          </emma:interpretation>
        </emma:emma>
      </inkml:annotationXML>
      <inkml:traceGroup>
        <inkml:annotationXML>
          <emma:emma xmlns:emma="http://www.w3.org/2003/04/emma" version="1.0">
            <emma:interpretation id="{6F1963F7-53FE-4055-88B6-E7623D01703B}" emma:medium="tactile" emma:mode="ink">
              <msink:context xmlns:msink="http://schemas.microsoft.com/ink/2010/main" type="line" rotatedBoundingBox="9571,4511 19228,4110 19280,5362 9623,5763"/>
            </emma:interpretation>
          </emma:emma>
        </inkml:annotationXML>
        <inkml:traceGroup>
          <inkml:annotationXML>
            <emma:emma xmlns:emma="http://www.w3.org/2003/04/emma" version="1.0">
              <emma:interpretation id="{5C0090CD-CF91-4C2D-9FCC-29965FF5B9DC}" emma:medium="tactile" emma:mode="ink">
                <msink:context xmlns:msink="http://schemas.microsoft.com/ink/2010/main" type="inkWord" rotatedBoundingBox="9587,4795 12150,4796 12149,5258 9586,5257"/>
              </emma:interpretation>
              <emma:one-of disjunction-type="recognition" id="oneOf0">
                <emma:interpretation id="interp0" emma:lang="en-IN" emma:confidence="0">
                  <emma:literal>"FIR</emma:literal>
                </emma:interpretation>
                <emma:interpretation id="interp1" emma:lang="en-IN" emma:confidence="0">
                  <emma:literal>"It-IR</emma:literal>
                </emma:interpretation>
                <emma:interpretation id="interp2" emma:lang="en-IN" emma:confidence="0">
                  <emma:literal>it-IR</emma:literal>
                </emma:interpretation>
                <emma:interpretation id="interp3" emma:lang="en-IN" emma:confidence="0">
                  <emma:literal>"it-IR</emma:literal>
                </emma:interpretation>
                <emma:interpretation id="interp4" emma:lang="en-IN" emma:confidence="0">
                  <emma:literal>wit-IR</emma:literal>
                </emma:interpretation>
              </emma:one-of>
            </emma:emma>
          </inkml:annotationXML>
          <inkml:trace contextRef="#ctx0" brushRef="#br0">1517-42 298,'0'0'22,"0"0"17,0 0 3,0 0-40,0 0-2,0 0-1,14 0 0,3 0 1,14 0 2,2 0 1,6 0 0,0 0-3,2 0 0,-2 0 4,-12 0-4,-6 0 0,-7 0-4,-11 0-4,-3 0-17,0 0-37,0 0-42,-10 0-67</inkml:trace>
          <inkml:trace contextRef="#ctx0" brushRef="#br0" timeOffset="981.3909">2149-60 289,'0'0'17,"0"0"-2,0 0 46,0 0-22,0 0-39,0 0-1,1-5-16,-1 17-7,0 9 21,0 7 3,0 1 25,-6 6-7,-2 0 15,1 0-12,1-3-8,3 0-5,3-2 3,0-3-4,-4-4-6,4-2 1,-3-6-1,3 0 1,0-6-4,0-1 2,-3-2-20,-2-5-27,2 2-47,-2-3-36</inkml:trace>
          <inkml:trace contextRef="#ctx0" brushRef="#br0" timeOffset="1747.5838">2110-3 122,'0'0'307,"0"0"-300,0 0 31,0 0-23,0 0-1,0 0-14,65-54 0,-41 48 0,4 3 0,-2-1 0,-1 3-1,-4 1 1,0 0 0,-4 0-3,-4 0 0,2 5 0,-5 5-5,0 1-12,-3 1 0,-4 0-11,-3 5 7,0-1 24,0-1-2,-12 1 2,-6 0-1,-4 0 1,-1 1-2,-8-4-9,4 1 3,-5-5-9,4-3-7,7 1-6,8-7 29,3 3 0,5-3 1,1 0 6,2 0-1,1 0 8,1-3 17,0 0-27,0-1 43,0 3-27,0 1-5,0-2-1,0 2 5,0 0-10,0-1 0,0 1-5,0 0 7,0 0 2,0 0-1,0 0 1,0 0 3,0 0 4,0 0-9,1 0-5,13 0-2,6 4 6,9 6 6,2 7-11,6 2-1,-1 2-3,0 4 2,0 2-2,2-2 0,-6 3 0,-2-6-5,-2-1 5,-11-4 0,-3-5 0,-3-3-2,-7-5-6,-1-4-3,-3 0 4,0 0 7,0 0 5,0 0-5,0 0-1,-19 0-112</inkml:trace>
          <inkml:trace contextRef="#ctx0" brushRef="#br0" timeOffset="-1768.8486">0 16 18,'19'-18'64,"-19"18"-18,0 0-12,0 0 5,0 0 5,0 0-10,0 0-13,0 0-2,0 0 5,0 0 8,0 0 1,0 0 4,0 0 1,0 0 0,0 0-4,0 0-12,0 0-3,0 0-4,0 0 1,0 0-4,0 0-1,0 0-8,0 0 3,0 0 1,0 0 2,0 0-3,0 0-2,0 0 0,0 0-4,0 0-1,0 0-6,0 0-8,5 1-9,4 11 13,6 3 11,5 3 6,2 3-6,-2-2 2,1 3 1,0-3-3,-8-1-3,1 0 3,1 3-2,-5-3-1,0-3 0,-3 3-1,0-5 1,-4 0-6,5 0 3,-5-2-2,1-5 3,-4 1-10,0-4-7,3 2-10,-3-3-14,0-1-38,0-1-12,0 0-51</inkml:trace>
          <inkml:trace contextRef="#ctx0" brushRef="#br0" timeOffset="-2256.0711">0 16 5,'0'0'13,"0"0"-13,0 0 8,0 0 9,0 0 2,0 0-12,0 0 3,0 0-10,19-18 0,-19 18-12,0 0-37</inkml:trace>
          <inkml:trace contextRef="#ctx0" brushRef="#br0" timeOffset="-1336.0496">391-39 216,'0'0'9,"0"0"28,0 0 21,0 0-6,0 0-18,0 0-12,7-15-1,-7 15-3,0 0-11,0 0-5,0 0-2,0 0-2,0 6-3,0 7 2,-10 5 3,-6 5 19,3-1-10,0 6 6,-6-2-8,6 1 2,-4-2 2,3 0 0,1-4-7,2 1 1,4-7-3,1-2 1,-1-2-2,2-5-1,2-1 0,0 1 0,2-3-4,-1 2-33,-3-1-48,-1 0-55,-4-2-82</inkml:trace>
          <inkml:trace contextRef="#ctx0" brushRef="#br0" timeOffset="-556.7719">692 205 285,'0'0'23,"0"0"-16,0 0 12,0 0 18,101 7-7,-59-5-14,3-2-3,-4 0 5,-4 0-12,-5 0 1,-12 0-6,-5 1-1,-5-1-1,-3 0 1,-7 0-8,0 3-38,0-2-46,0-1-86</inkml:trace>
          <inkml:trace contextRef="#ctx0" brushRef="#br0" timeOffset="-822.9431">709 14 237,'0'0'43,"0"0"-34,0 0 32,0 0-6,0 0-24,0 0-11,32 0 0,-9 0 6,9 0 4,0 0-4,-2 0-3,-2 0 2,-3 0-2,-4 0 3,-8 0-6,-3 0 0,-6 0-1,-2 0-6,-2 0-22,0 0-50,0 1-40,-10 6-26</inkml:trace>
          <inkml:trace contextRef="#ctx0" brushRef="#br0" timeOffset="539.9493">1683-26 64,'0'0'79,"0"0"10,0 0-16,0 0-10,0 0-18,0 0-29,0 4-16,0-3-3,0 9-16,0 4 8,-4 4 11,1 4 0,3 1 1,-3 3 4,3 1-3,0 1-2,0-2 2,-4-1 2,1-2-4,3-2 4,-4-3-4,3-3-1,-3-4-20,-2-1-1,-1-3-5,0-3-4,-6-1-14,-2 0 15,-2-2 9,-3 1-19,-5-1 6,2-1 8,-1 0 23,3 0 3,5 0 21,4 0-2,5 0 14,6 0 0,-2 0-14,3 0-3,0 0-1,0 0 8,0 0-23,8 0-7,13 0-4,9 0 11,11 0 0,1-1-10,4 1 6,2-2-20,-3-2 18,1 4-17,-7-3 23,-10 2 0,-9 1 0,-8 0 5,-9 0-5,-3 0 7,0 0 11,0-2-18,0 2 0,0 0-5,0 0-93</inkml:trace>
        </inkml:traceGroup>
        <inkml:traceGroup>
          <inkml:annotationXML>
            <emma:emma xmlns:emma="http://www.w3.org/2003/04/emma" version="1.0">
              <emma:interpretation id="{714AA9BF-C8B7-4E83-BC49-A8E0E326D413}" emma:medium="tactile" emma:mode="ink">
                <msink:context xmlns:msink="http://schemas.microsoft.com/ink/2010/main" type="inkWord" rotatedBoundingBox="14154,4220 16780,4461 16670,5659 14044,5418">
                  <msink:destinationLink direction="with" ref="{6782F1BA-8E97-4C77-BF42-36F2C3B10CFC}"/>
                </msink:context>
              </emma:interpretation>
              <emma:one-of disjunction-type="recognition" id="oneOf1">
                <emma:interpretation id="interp5" emma:lang="en-IN" emma:confidence="0">
                  <emma:literal>vitae,</emma:literal>
                </emma:interpretation>
                <emma:interpretation id="interp6" emma:lang="en-IN" emma:confidence="0">
                  <emma:literal>Vitae,</emma:literal>
                </emma:interpretation>
                <emma:interpretation id="interp7" emma:lang="en-IN" emma:confidence="0">
                  <emma:literal>"Ice,</emma:literal>
                </emma:interpretation>
                <emma:interpretation id="interp8" emma:lang="en-IN" emma:confidence="0">
                  <emma:literal>it",</emma:literal>
                </emma:interpretation>
                <emma:interpretation id="interp9" emma:lang="en-IN" emma:confidence="0">
                  <emma:literal>"tee,</emma:literal>
                </emma:interpretation>
              </emma:one-of>
            </emma:emma>
          </inkml:annotationXML>
          <inkml:trace contextRef="#ctx0" brushRef="#br0" timeOffset="58460.1632">5881 183 55,'0'0'31,"0"0"13,0 0-20,0 0-22,0 0 1,0 0 8,-7 7 8,2-6-11,1 1 17,3-2-2,1 1-13,0-1 5,0 0 2,0 0-5,0 3-5,0-3-5,0 1 1,10 2-1,7 1 22,8-4-8,-1 3-4,2-2-6,-3-1-2,-2 0-4,-11 0 0,-3 0-3,-4 0-10,-3 0-9,0 0-7,0 0-32,-10-1 5,-4-4-46,0-1 50,3 2 52,1 1 23,5-4 14,4 7 15,-2 0 21,3 0-12,0 0 1,0 0-3,0 0-9,0 0-28,0 0-12,0 0-10,0 0-5,0 0-2,0 11-8,0 7 10,0 5 5,0-1 1,0 4 0,0-2 2,0-3-2,0 0 0,3-3 0,-3-4-1,0-4 0,0 0-2,0-5-6,0-3-17,0-1-1,0 1 12,0-1 1,-7-1 10,-8 0 2,-1 0-1,-2 0 2,0 0 0,-2 0 0,0 3 0,5-1-2,2-1 2,6 1-1,3 0 1,4-1-3,0-1-2,0 3-3,0-2 4,4 2 2,10 0 2,10 0 17,3 1-7,5-3-4,1-1-4,-1 0 1,0 0-1,-6 0-1,-4 0-1,-7 0 0,-3 0-18,-4 0-14,-1 0-74</inkml:trace>
          <inkml:trace contextRef="#ctx0" brushRef="#br0" timeOffset="56757.4021">6280-215 109,'0'0'114,"0"0"-64,0 0 26,0 0-34,0 0-27,0 0-14,9 0-1,6 0 8,3 1 7,6 4-4,0-1-6,7 4-2,-3 2 0,3 4 0,1 1-3,-9 3-5,-3 0 1,-4 2-7,-6 1 10,-6 1-4,-4 2-17,0 0 5,-7 2 12,-11-3-2,-7-1 4,2-2 3,-6-2 0,5-3 0,3 2-3,4-6 3,3 0-1,3-4-1,2-1 2,3-2-13,1-3-28,-1-1-17,-1 0 5,2 0-40</inkml:trace>
          <inkml:trace contextRef="#ctx0" brushRef="#br0" timeOffset="57139.054">6370-53 359,'0'0'30,"0"0"27,0 0-20,0 0-37,0 0-7,0 0-16,3 20-1,-3-1 22,0 2 2,-4 7 9,-6-4-4,1-2 1,-4 4-1,3-2-3,-2-3 2,2-1-4,3-4 1,3-3-1,0 0 1,3-6-1,1 1 0,0-4-6,0-1 0,1 5 6,17-5 7,3 1 1,6-1 1,-3 0-5,2 0-2,-3 2-2,-2-2 0,-5 3-13,-8-3-37,-5-2-44,-3 2-89</inkml:trace>
          <inkml:trace contextRef="#ctx0" brushRef="#br0" timeOffset="47389.6058">5324-528 25,'0'0'49,"0"0"15,0 0 9,0 0-16,0 0 9,0 0 19,0-47-42,0 45 3,0 2-9,0 0-16,0 0-12,0 0-9,0 0-6,0 0-9,0 13-11,0 9 14,0 11 10,0 5 2,0 3 4,0-1 7,1 1-2,1-5 1,-2 2-6,1-2-4,-1-5 3,0 0 1,0-6-4,0-6-14,0-5-101,-4-8-158</inkml:trace>
          <inkml:trace contextRef="#ctx0" brushRef="#br0" timeOffset="45620.1712">4916-151 187,'0'0'89,"0"0"-57,0 0 26,0 0-2,0 0-22,0 0-14,0 0 5,0 0 2,-9 0-1,9 0 1,0 0-7,0 0-6,0 0-5,0 0-4,0 0-5,0 0 0,0 0-1,12 0-11,14 0 12,17 0 2,18 0-2,13 0 0,2 0-5,5 0-15,-2 0-6,-7-1-9,-7 1 8,-9-2 3,-12 1 3,-15 1 8,-13-3 6,-8 3 4,-3 0 3,-5-1 0,0 1-2,0-2 2,0 0-3,0 2-46,-16 0-118</inkml:trace>
          <inkml:trace contextRef="#ctx0" brushRef="#br0" timeOffset="46624.7023">5241 69 94,'73'41'275,"-73"-41"-246,0 0 47,0 0-22,0 0-40,0 0-14,0 0-2,0 0-10,0 3 0,0 6-2,0 6 10,0 3 4,-8 10 4,4 4-1,-3 6-2,0 1 2,1 1 1,-1 1 1,1-2-4,-1 0-1,1-4 1,1-6 0,1-1-1,1-7 0,3-7 0,0 1 3,0-5-3,0-4 0,0 2 1,0-5-1,0-3 0,0 3 0,0-3-10,-4 0-86,-5-6-125</inkml:trace>
          <inkml:trace contextRef="#ctx0" brushRef="#br0" timeOffset="46356.7671">5241 69 94</inkml:trace>
          <inkml:trace contextRef="#ctx0" brushRef="#br0" timeOffset="46258.1593">5241 69 107,'0'0'31,"0"0"25,0 0-5,0 0-20,0 0-8,0 0 2,0 0-3,0 0-3,0 0-7,0 0-7,2 0-3,3 0-2,5 0 4,8 0 0,8 0 20,6 0-4,3 0-9,-1-3-8,-3 1 0,-10 1-2,-7-2-1,-9 3 0,-2 0 0,-3 0-5,0 0-5,0 0-2,-4 0-33,-17 0-4,-2 9-72,-6-1-91</inkml:trace>
          <inkml:trace contextRef="#ctx0" brushRef="#br0" timeOffset="48213.6256">4503 59 296,'0'0'88,"0"0"-85,0 0 34,0 0-13,0 0-23,0 0-1,7 0-8,-4 0-3,5 5 8,2 6 3,0 3 1,3 2 3,1 2 0,4 3-1,-4 0-2,-1 1-1,5-4 0,-8 0 1,0-2-1,-3-2-1,-3-2-7,-1-5-15,2-1-30,-5-3-26,0-3-32</inkml:trace>
          <inkml:trace contextRef="#ctx0" brushRef="#br0" timeOffset="48560.4228">4793-32 206,'0'0'13,"0"0"41,0 0-2,0 0-24,0 0-28,0 0 0,0-1-6,-2 5 6,-6 11 11,-5 3 8,-5 5-2,5 0-3,2 4 6,1-2 7,-2 1-21,2-2-2,0 3-4,0-3 1,-1-3-1,4-4 0,0-4-26,5-7-78,1-6-166</inkml:trace>
          <inkml:trace contextRef="#ctx0" brushRef="#br0" timeOffset="55908.7309">7095 257 42,'0'0'31,"0"0"-30,0 0 16,0 0-4,0 0-6,0 0 0,-4-10 48,4 10-6,0 0 3,0 0-3,0 0-21,0 0-8,0 0-9,0 0-11,0 6-10,0 12 10,0 4 5,0 9 10,0 0 3,0 2 13,0 2-10,0-4-5,0-2 11,0 0-11,0-5-11,3-3-4,-2-3 4,2-5-5,0-2-3,-3-7-71,0-4-112</inkml:trace>
        </inkml:traceGroup>
        <inkml:traceGroup>
          <inkml:annotationXML>
            <emma:emma xmlns:emma="http://www.w3.org/2003/04/emma" version="1.0">
              <emma:interpretation id="{CE792153-2DFF-4E07-BDA5-B0DDA7DBC6DC}" emma:medium="tactile" emma:mode="ink">
                <msink:context xmlns:msink="http://schemas.microsoft.com/ink/2010/main" type="inkWord" rotatedBoundingBox="18309,4406 19239,4367 19255,4760 18325,4799"/>
              </emma:interpretation>
              <emma:one-of disjunction-type="recognition" id="oneOf2">
                <emma:interpretation id="interp10" emma:lang="en-IN" emma:confidence="0">
                  <emma:literal>It-YR</emma:literal>
                </emma:interpretation>
                <emma:interpretation id="interp11" emma:lang="en-IN" emma:confidence="0">
                  <emma:literal>It-VTR</emma:literal>
                </emma:interpretation>
                <emma:interpretation id="interp12" emma:lang="en-IN" emma:confidence="0">
                  <emma:literal>It-urns</emma:literal>
                </emma:interpretation>
                <emma:interpretation id="interp13" emma:lang="en-IN" emma:confidence="0">
                  <emma:literal>It-ulna</emma:literal>
                </emma:interpretation>
                <emma:interpretation id="interp14" emma:lang="en-IN" emma:confidence="0">
                  <emma:literal>It-un</emma:literal>
                </emma:interpretation>
              </emma:one-of>
            </emma:emma>
          </inkml:annotationXML>
          <inkml:trace contextRef="#ctx0" brushRef="#br0" timeOffset="61952.3769">9157-479 313,'0'0'129,"0"0"-110,0 0 38,0 0-57,0 0-10,0 0-12,2 36 17,-2-9 5,-2 4 2,-7 2-2,-1 4 10,0 1-4,-1 0 0,-1-1-6,2-7 4,0-6-4,3-3 3,2-6-3,0-1-20,3-5-44,2-4-28,0-5-58</inkml:trace>
          <inkml:trace contextRef="#ctx0" brushRef="#br0" timeOffset="62238.5802">9379-423 452,'0'0'87,"0"0"-81,0 0 12,0 0-18,0 0-23,0 0 8,2 50 15,0-20 3,-1 0 4,1 1-3,-1 5 3,-1-5-4,0-4 3,0-5-6,0-4 1,0-1-1,0-5-15,0-5-47,0-2-47,-3-5-54</inkml:trace>
          <inkml:trace contextRef="#ctx0" brushRef="#br0" timeOffset="55345.1669">5320 649 17,'0'0'28,"0"0"-25,0 0 17,0 0 24,0 0-21,0 0 4,5 0 11,-5 0-7,0 0-14,0 0-4,0 0-3,0 0 0,0 0-2,0 0-2,0 0 4,0 0-2,0 0-7,3 0-1,6 0 0,8 0 4,5 0 16,10 0-7,4 0-6,7 0 4,2 0-4,3 0-4,0 0 0,2 3-1,-2-3 1,-2 3-2,-2-3 0,-6 1-1,0-1 2,-1 0-2,2 0 1,3 0 1,3 0-2,7 0 0,1 0 2,4 0-2,-1 0 0,-2 0-1,2 0 1,-3 0 0,-2 0 1,2 0 0,-4-1-1,-3-2 0,-3 3-2,1 0 2,-5-3 2,-3 3-2,1 0 0,0 0 0,0 0 1,1-2 1,3 0-2,-7 1 0,0-2 0,-2 3 0,-2 0 1,-1-3-1,-3 3 0,-2-1-1,-2-1 1,0 1-2,-1-2 1,0 3-1,-8 0 1,0 0-11,-5 0 2,-3 0 7,4 0-2,-6-4 3,1 4-1,-3 0 2,-1 0 0,2 0 1,-2 0 0,0 0-27,0-3-33,0-1-32</inkml:trace>
          <inkml:trace contextRef="#ctx0" brushRef="#br0" timeOffset="62787.0099">9373-391 375,'0'0'20,"0"0"63,0 0-21,0 0-41,0 0-17,0 0-4,81-35-3,-49 35 2,4-1 1,-3 1 1,-1 0-1,-7 0-4,-7 1 1,-4 9-5,-4 4-11,-7 0 4,-3 1-4,0 4 0,-8-1 4,-16 2-21,-5-2 1,-10-3-7,-3-3-24,1-5 16,8-4 7,7-3 27,5 0 14,10 0 4,4 0 4,4 0 19,3-1 4,0-2 16,0 0-1,0 3 1,0-3-13,0 3-3,1 0-29,11 0-1,4 0-1,3 10-2,2 10-2,7 0 2,2 1 4,2 0 0,0-3 4,-5 0-2,-1-5-2,-8-2 0,-5-4-1,-7-4-4,-3 0 5,-1-3 4,-2 0-2,0 0 2,0 0-3,0 0-1,-4 0-125</inkml:trace>
          <inkml:trace contextRef="#ctx0" brushRef="#br0" timeOffset="60002.2786">7717-349 54,'0'0'69,"0"0"-29,0 0 15,0 0-26,0 0-16,0 0-4,0 0 15,-1 0 4,1 0 2,0 0 13,0 0-13,0 1-17,0-1-9,1 0-4,14 0 0,4 0 9,7 0-4,0 0-5,3 0-5,-5 0-30,-3 0-14,-4 0-17,-4 0-15,-6 0-9,-6 0-39</inkml:trace>
          <inkml:trace contextRef="#ctx0" brushRef="#br0" timeOffset="60895.5938">8133-96 75,'0'0'156,"0"0"-155,0 0 29,0 0 9,0 0-25,98 1-14,-59-1-1,-6 0-114</inkml:trace>
          <inkml:trace contextRef="#ctx0" brushRef="#br0" timeOffset="60722.469">8153-197 320,'0'0'35,"0"0"-7,0 0-15,0 0-13,0 0-1,0 0 1,95-3-1,-71 3 1,-4 0 0,-2 0-22,-6 0-45,-7 0-58</inkml:trace>
          <inkml:trace contextRef="#ctx0" brushRef="#br0" timeOffset="61652.4325">8723-440 424,'0'0'25,"0"0"18,0 0 13,0 0-49,0 0-7,0 0-7,16-3-12,-9 12 5,8 8 6,-1 4 6,1 2 2,1 4 2,-5 0 0,-1-1-2,-1-4 0,-2-1 3,-1-3-3,-1-6 0,-1-6-5,-4-3-9,1-3 3,1 0 11,1 0 0,4-4 13,3-14 5,4-10-18,5 1 0,-2 0 0,-1-1 0,0 4 0,-4 3 0,-2 3 7,-6 7 12,-1 2-5,0 5-2,-2 2-3,-1 0-3,0 2-6,0 0-8,0 0-22,0 0-16,0 0-17,0 0-43,0 0-42</inkml:trace>
        </inkml:traceGroup>
      </inkml:traceGroup>
    </inkml:traceGroup>
  </inkml:traceGroup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1-02-08T06:36:02.286"/>
    </inkml:context>
    <inkml:brush xml:id="br0">
      <inkml:brushProperty name="width" value="0.04667" units="cm"/>
      <inkml:brushProperty name="height" value="0.04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73EE7F55-BC8F-47B8-8F83-258667244CA1}" emma:medium="tactile" emma:mode="ink">
          <msink:context xmlns:msink="http://schemas.microsoft.com/ink/2010/main" type="writingRegion" rotatedBoundingBox="16851,4479 14851,4437 14856,4171 16856,4214"/>
        </emma:interpretation>
      </emma:emma>
    </inkml:annotationXML>
    <inkml:traceGroup>
      <inkml:annotationXML>
        <emma:emma xmlns:emma="http://www.w3.org/2003/04/emma" version="1.0">
          <emma:interpretation id="{CE71599C-0E82-49BF-8AD2-8A46A0625101}" emma:medium="tactile" emma:mode="ink">
            <msink:context xmlns:msink="http://schemas.microsoft.com/ink/2010/main" type="paragraph" rotatedBoundingBox="16851,4479 14851,4437 14856,4171 16856,4214" alignmentLevel="1"/>
          </emma:interpretation>
        </emma:emma>
      </inkml:annotationXML>
      <inkml:traceGroup>
        <inkml:annotationXML>
          <emma:emma xmlns:emma="http://www.w3.org/2003/04/emma" version="1.0">
            <emma:interpretation id="{9C44A0AE-5419-4E80-8CFB-72FDE02F3C33}" emma:medium="tactile" emma:mode="ink">
              <msink:context xmlns:msink="http://schemas.microsoft.com/ink/2010/main" type="line" rotatedBoundingBox="16851,4479 14851,4437 14856,4171 16856,4214"/>
            </emma:interpretation>
          </emma:emma>
        </inkml:annotationXML>
        <inkml:traceGroup>
          <inkml:annotationXML>
            <emma:emma xmlns:emma="http://www.w3.org/2003/04/emma" version="1.0">
              <emma:interpretation id="{B3BFF7A8-DB78-4023-AE57-9E3A32D73C24}" emma:medium="tactile" emma:mode="ink">
                <msink:context xmlns:msink="http://schemas.microsoft.com/ink/2010/main" type="inkWord" rotatedBoundingBox="16851,4479 14851,4437 14856,4171 16856,4214"/>
              </emma:interpretation>
              <emma:one-of disjunction-type="recognition" id="oneOf0">
                <emma:interpretation id="interp0" emma:lang="en-IN" emma:confidence="0">
                  <emma:literal>torte-ON.</emma:literal>
                </emma:interpretation>
                <emma:interpretation id="interp1" emma:lang="en-IN" emma:confidence="0">
                  <emma:literal>torte-OG.</emma:literal>
                </emma:interpretation>
                <emma:interpretation id="interp2" emma:lang="en-IN" emma:confidence="0">
                  <emma:literal>torte-OM.</emma:literal>
                </emma:interpretation>
                <emma:interpretation id="interp3" emma:lang="en-IN" emma:confidence="0">
                  <emma:literal>torte-OW.</emma:literal>
                </emma:interpretation>
                <emma:interpretation id="interp4" emma:lang="en-IN" emma:confidence="0">
                  <emma:literal>torte-OJ.</emma:literal>
                </emma:interpretation>
              </emma:one-of>
            </emma:emma>
          </inkml:annotationXML>
          <inkml:trace contextRef="#ctx0" brushRef="#br0">48 3 82,'0'0'67,"0"0"-19,0 0 12,0 0-5,0 0-10,0 0-7,0 0-3,0 0-6,0 0-15,0 0-14,0 0 1,0 0-1,0 0-4,-10 0-26,-4 0-64,-10-3-153</inkml:trace>
          <inkml:trace contextRef="#ctx0" brushRef="#br0" timeOffset="-14373.467">-1663-92 37,'0'0'74,"0"0"8,0 0-21,0 0-16,0 0-7,0 0 1,4-1-1,-4 1-10,0 0-18,0 0-2,0 0-1,0 0-1,-4 0-6,-4 0 0,-1 0 0,-1 1-3,2 7 1,2 1-1,-5 1 1,4 1 0,2 0 1,2-1-5,3-1 2,0-3 4,0 1-5,0-3-8,0-4 4,1 0 3,11 0 6,4 0 2,-5 0-2,1-11-9,-2 0 0,-1 0-1,-6-3-3,0 2 13,-3-3 4,0 4-2,0 1-1,0 2 10,0 2-4,-6 2 5,2-1-1,-7 3-11,5 2-3,-2 0 2,-1 0-4,2 0 3,0 2 0,3 6-4,0 0 1,3 2 3,-1-3-4,2 4 2,0-4 3,0-4-3,0 5 4,0-5 4,0-3-3,3 3 0,5-3 3,-1 0-3,-1 0 6,-3 0-3,1 0 4,-4 0 9,0 0 24,0-4-12,0-3-2,0 3-11,0-1-8,0 1 2,0 3-10,-7 1-10,-14 0-103</inkml:trace>
          <inkml:trace contextRef="#ctx0" brushRef="#br0" timeOffset="-17297.7346">-1481-99 45,'0'0'125,"0"0"-79,0 0 11,0 0-16,0 0-16,0 0-2,0 0 7,0 0 2,0-6-3,0 6-2,0 0-7,0 0-5,0 0-4,0 0-9,0 0-2,0 0-2,0 0-2,0 0 1,0 0 0,0 0 1,0 0-3,0 0 2,0 0 2,0 1-1,0 4 2,0-2-2,0-2-5,0 2-4,0 0 0,0-1-5,0-1 6,2-1 0,1 0 0,2 0 10,1 0 0,-3-6 0,-3 0 2,0 0-1,0 0 2,0 2 2,0-1 3,0 2 7,0 2-3,0 1-11,0 0-1,0 0-3,-3 0-2,-3 0 1,1 1 2,0 7 1,2-1-3,1-2 2,2 1-5,0-2-1,0 1-10,0-2-11,0 0 13,0-3 8,3 0 4,1 0-11,1 0 4,-2 0 11,3 0 0,-6-3 3,0-5 2,0 2 0,0 0 3,0 1 0,0 1-1,0 1 3,0 0-4,-5 2-6,-1 1-32,-4 0-112</inkml:trace>
          <inkml:trace contextRef="#ctx0" brushRef="#br0" timeOffset="-15762.3461">-212-63 16,'0'0'192,"0"0"-161,0 0 34,0 0-11,0 0-18,0 0-2,0 0 7,0 0-9,0 0-8,0 0-11,0 0 3,-2 0-7,-3 0-9,-5 0 0,-4 0-2,1 0-1,-2 6-1,2 1 1,-2 4 3,5 4-3,0-3-6,4 0 4,5 2-5,-2-4 1,3 2-23,0-6 11,0 0 4,10-4 9,1-2 5,4 0 3,4 0 1,-2-8 0,-1-5 2,-4-2 0,-2 1 2,-5-1 6,-2 0 14,-3 3-12,0 0 7,0 3-5,0 1-7,-1 2 2,-9 2-10,0 4 0,-2 0-4,0 0 1,-1 0-1,2 7-2,-2 4 0,5-1 1,1 1 2,3-1-3,1 1-8,3-4-9,0 0 1,0-1-5,0-3 16,0-2 4,7-1 5,0 0 2,-1 0 2,0 0 4,-1 0 3,-1-4 29,-1-4-1,-3-1-1,0 3-12,0 0-7,0 0-17,0 0-7,0 1-50,-21 2-60,-7 0-247</inkml:trace>
          <inkml:trace contextRef="#ctx0" brushRef="#br0" timeOffset="-45996.9475">-1853-116 24,'0'0'36,"0"0"-11,0 0 2,0 0 2,0 0-7,0 0-1,0 2-5,0-2 2,0 0 2,0 0-3,0 0-3,0 0 4,0 0-1,0 0-8,0 1-8,0-1-1,0 4 0,3 1 1,14 0 8,11-2 4,6 0-1,8-2-3,7-1-8,3 0 2,-1 0-3,0 0 0,-9 0-6,-9 0 1,-11 0 0,-6 0 4,-13 0-2,0 0 3,-3 0 0,0 0-2,0 0 2,0 0 0,0 0 3,0 0-1,0 0-2,0 0 1,0 0 0,0 0 3,0 0 5,0 0-1,0 0-8,0 5-11,4 4 3,0 3 5,5 4 3,-1 5 1,6 1 2,-4 2-2,1 0 0,1-5 0,-4-1 1,3-4-1,-5-5 0,-1-5-1,-2-4 0,-1 0 0,3 0 1,4 0 10,4-11 5,3-9-10,1-1 0,-1-5-1,-1-1-3,-1-2 17,-2-2-1,4 4 10,-6 1-22,-4 7 1,1 6 36,-4 6-22,-2 4-14,1 3 13,-2 0-20,0 0-6,0 0-17,5 6-12,6 11 31,-1 5 2,3 4 4,0 1-2,-2 0 2,4-1-2,-8-4 1,3-1 0,-3-7-2,0-1-6,-4-5-7,1-5-8,0-3-6,-4 0 28,3 0 6,4-11 27,0-7-18,3-6-12,2-1 8,0-3 3,-2 3-4,0 1-1,0 3 15,-2 3-16,3 3-1,-7 4 6,2 5 0,-5 3 4,-1 3-17,0 0 0,6 0-13,-2 3-9,6 12 0,4 5 18,-4 2 4,1 2 0,-1-1 1,0-2-1,-2-4 0,-2-3-7,-2-1-12,-3-9-1,1 1 1,-1-4 0,1-1 19,-1 0 7,3-3 16,1-12 0,3-4-20,2-3-1,4-2 2,-3 2-1,1 1 5,-4 4 5,3 7-3,-8 3-1,1 3-3,-3 4-6,1 0-5,-1 0-10,5 0-6,0 11 4,4 2 15,2 2 0,-2-1 2,1-1-6,1-5-7,-1 1 2,0-5 3,-3-2 6,2-2 2,2 0 1,-1 0 0,4 0 1,-4-5 1,1 2-3,3-1 1,2-2-1,3 1 0,8-1-2,8 2 0,1 1 2,7-2-1,1 4 1,2-1 0,-2-1 0,-4 0 0,-10 0 0,-6-1 0,-8 2 3,-6 1-1,-5-3-1,-6 0-2,0-2-18,0-6-195</inkml:trace>
          <inkml:trace contextRef="#ctx0" brushRef="#br0" timeOffset="-691.1892">-1725-87 26,'0'0'60,"0"0"-2,0 0-7,0 0-10,0 0-1,0 0-20,0 0-8,0-2-1,0 2-2,0 0-3,0 0-1,0 0 1,0 0 4,0 0 6,0 0 5,0 0 4,0-3 4,0 3-1,0 0-6,0 0-9,0 0-9,0 0-4,0 0-6,0 0-42,8 0-94,11 0-82</inkml:trace>
          <inkml:trace contextRef="#ctx0" brushRef="#br0" timeOffset="548.3907">-1954 53 0,'0'0'41,"0"0"17,0 0-9,0 0-12,0 0-3,0 0-5,0 0-3,0 0-5,0 0-9,0 0-8,0 0-4,0 0 0,0 0-5,4 0-26,3 0-33,10 0-13,10 0-26</inkml:trace>
        </inkml:traceGroup>
      </inkml:traceGroup>
    </inkml:traceGroup>
  </inkml:traceGroup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1-02-08T06:35:26.054"/>
    </inkml:context>
    <inkml:brush xml:id="br0">
      <inkml:brushProperty name="width" value="0.04667" units="cm"/>
      <inkml:brushProperty name="height" value="0.04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6782F1BA-8E97-4C77-BF42-36F2C3B10CFC}" emma:medium="tactile" emma:mode="ink">
          <msink:context xmlns:msink="http://schemas.microsoft.com/ink/2010/main" type="inkDrawing" rotatedBoundingBox="14906,5507 16927,5487 16927,5514 14907,5535" semanticType="underline" shapeName="Other">
            <msink:sourceLink direction="with" ref="{714AA9BF-C8B7-4E83-BC49-A8E0E326D413}"/>
          </msink:context>
        </emma:interpretation>
      </emma:emma>
    </inkml:annotationXML>
    <inkml:trace contextRef="#ctx0" brushRef="#br0">7852-348 26,'0'0'112,"0"0"-24,0 0 3,0 0-18,0 0-23,0 0-30,0 0-20,0 0-5,0 0-3,0 3-10,0 10-2,0 4 20,-3 6-1,3 7 1,0 0 0,0 0 0,0-1 2,0-4 2,0-1-3,1-1-1,2-6-6,-1-1-8,-2-5-11,0-1-7,0-2-14,0-4 15,-10-1 0,-5-3 18,-1 0-5,0 0 18,-2 0 5,-1 0-5,1 0 4,0 0 1,3 0 2,2 0-2,9 0 31,2 0 2,2 0-14,0 0-10,0 0-14,0 0-4,12 0-5,7 0 9,7 0 0,7 5-6,4 0-8,1-4-32,0-1-38</inkml:trace>
  </inkml:traceGroup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1-02-08T06:40:07.088"/>
    </inkml:context>
    <inkml:brush xml:id="br0">
      <inkml:brushProperty name="width" value="0.04667" units="cm"/>
      <inkml:brushProperty name="height" value="0.04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32C0F6FA-9B1D-481F-AFFF-11E44EB49F66}" emma:medium="tactile" emma:mode="ink">
          <msink:context xmlns:msink="http://schemas.microsoft.com/ink/2010/main" type="writingRegion" rotatedBoundingBox="2240,12396 19349,12143 19375,13891 2266,14144"/>
        </emma:interpretation>
      </emma:emma>
    </inkml:annotationXML>
    <inkml:traceGroup>
      <inkml:annotationXML>
        <emma:emma xmlns:emma="http://www.w3.org/2003/04/emma" version="1.0">
          <emma:interpretation id="{527E2773-7439-460D-8C6E-24A6CC22AD8B}" emma:medium="tactile" emma:mode="ink">
            <msink:context xmlns:msink="http://schemas.microsoft.com/ink/2010/main" type="paragraph" rotatedBoundingBox="2240,12396 19349,12143 19375,13891 2266,14144" alignmentLevel="1"/>
          </emma:interpretation>
        </emma:emma>
      </inkml:annotationXML>
      <inkml:traceGroup>
        <inkml:annotationXML>
          <emma:emma xmlns:emma="http://www.w3.org/2003/04/emma" version="1.0">
            <emma:interpretation id="{C8068A6C-E084-4797-A76A-A3B28911853E}" emma:medium="tactile" emma:mode="ink">
              <msink:context xmlns:msink="http://schemas.microsoft.com/ink/2010/main" type="line" rotatedBoundingBox="2240,12396 19349,12143 19375,13891 2266,14144"/>
            </emma:interpretation>
          </emma:emma>
        </inkml:annotationXML>
        <inkml:traceGroup>
          <inkml:annotationXML>
            <emma:emma xmlns:emma="http://www.w3.org/2003/04/emma" version="1.0">
              <emma:interpretation id="{C26BF809-BFDE-4EEB-A4F2-097115167D3F}" emma:medium="tactile" emma:mode="ink">
                <msink:context xmlns:msink="http://schemas.microsoft.com/ink/2010/main" type="inkWord" rotatedBoundingBox="2268,12551 5746,12629 5714,14060 2236,13983"/>
              </emma:interpretation>
              <emma:one-of disjunction-type="recognition" id="oneOf0">
                <emma:interpretation id="interp0" emma:lang="en-IN" emma:confidence="0">
                  <emma:literal>*Fizzes</emma:literal>
                </emma:interpretation>
                <emma:interpretation id="interp1" emma:lang="en-IN" emma:confidence="0">
                  <emma:literal>*fizzes</emma:literal>
                </emma:interpretation>
                <emma:interpretation id="interp2" emma:lang="en-IN" emma:confidence="0">
                  <emma:literal>"Fizzes</emma:literal>
                </emma:interpretation>
                <emma:interpretation id="interp3" emma:lang="en-IN" emma:confidence="0">
                  <emma:literal>*Fizzer</emma:literal>
                </emma:interpretation>
                <emma:interpretation id="interp4" emma:lang="en-IN" emma:confidence="0">
                  <emma:literal>*Fizzed</emma:literal>
                </emma:interpretation>
              </emma:one-of>
            </emma:emma>
          </inkml:annotationXML>
          <inkml:trace contextRef="#ctx0" brushRef="#br0">-590 651 19,'0'0'20,"0"0"3,0 0 0,0 0 10,0 0 12,0 0-3,-32 14-21,29-14-2,3 0 4,0 0-5,0 0-15,0 1-3,0 2-10,16-3 10,9 3 8,14 0 11,10-3-8,6 0-2,6 0-3,5 0-6,4 0 6,5 0-1,-4 0-4,-6 0 10,-13 0-11,-14 0 0,-11 0 0,-5 0-2,-12 0 2,-4 0 2,-3 0-1,1 0 9,-4 0 14,0 0 7,0 0-13,0 0-9,0 0-5,0 0-3,0 0 0,0 0-1,0 0-5,0 0-57,0 0-36,0 0-90</inkml:trace>
          <inkml:trace contextRef="#ctx0" brushRef="#br0" timeOffset="661.6645">-318 869 137,'0'0'68,"0"0"-12,0 0-2,0 0-31,0 0-14,0 0 12,0 0 8,0-3-9,4 3-13,11-4 3,5 1 3,5 0-6,5-2-2,5 2-5,1 0 8,-7-1 1,-7 4-3,-8 0-6,-8 0 0,1 0 0,-7 0 0,0 0-1,0 0 1,0 0 0,0 0 0,0 0-13,-4 0-41,-12 0-32,-9 7-38</inkml:trace>
          <inkml:trace contextRef="#ctx0" brushRef="#br0" timeOffset="1058.3456">-231 887 141,'0'0'96,"0"0"-56,0 0 11,0 0-23,0 0-28,0 0-3,0 11-5,0 0 8,0 2 1,0 8 11,0 5 6,0 2-4,-3 3-3,3-3-8,0-2 0,0 1 0,0-6 26,-3 1-16,3-1 2,0-1 5,0-5-15,-4 0-4,4 2 2,-3-4 0,0 0 0,3 0 0,-4 0-1,1-2-2,3-1 2,-5 1-2,1 3-3,1-4-16,-4 2-19,4-3-17,0 1-30,-4-2-30,4-3-41</inkml:trace>
          <inkml:trace contextRef="#ctx0" brushRef="#br0" timeOffset="-1027.0316">206 179 74,'0'0'69,"0"0"6,0 0 5,0 0-29,0 0-13,0 0-2,3 0-5,-3 0-6,0 0-1,0 0 4,0 0 0,0 0-13,0 0-4,0 0-9,0 0-2,0 0 0,-6 0 0,-4 0-2,-9 0 0,-1 0 1,-9 0-8,-4 0-2,-5 4 0,-4 3-15,-3 3 10,-1-3 10,8 1-6,5-2 12,7 1-5,10-4 1,3-1 3,1 1-2,5 0-3,-3-3 4,3 3-13,1-3 10,-5 1 4,3 2 1,5-3 0,-1 0 5,1 0-5,3 0 4,0 0 4,0 0-1,0 0 1,0 0 2,0 0-6,0 0 0,0 0-1,0 0-2,0 0 1,0 0-2,0 3-2,-3-3 1,3 0-1,-3 0-2,3 0 3,0 3-1,0-3 1,-4 5-5,4-2 0,-3 4-1,0 4-3,3-1 9,0 1 1,0 3-2,0-3 2,0 6-1,0-2 1,0 2 3,0 1-3,0-2 0,0-1 4,3 1-2,0 0 0,1 2-2,-4-1 3,3-2-1,-3 1 1,3-1-1,-3 2-2,3-2 1,-3 2-1,4-3 1,-4 0-1,3-3 0,-3 0 0,3 3 0,1-3 3,-3-1-3,3 1 2,-4-1-1,3-2 3,-3 1-2,0-2-2,0 1 2,0-5 5,0 1-5,0 2 0,0-6 5,4 4 1,-4-4 1,0 0 4,0 0 3,0 0-4,0 0-7,0 0-2,0 0-3,0 0-48,3 0-81,-3-10-192</inkml:trace>
          <inkml:trace contextRef="#ctx0" brushRef="#br0" timeOffset="1817.0112">-263 1379 134,'0'0'28,"0"0"22,0 0-21,0 0 5,0 0-16,0 0-11,39-16 1,-29 13-1,2 2-3,5-2 2,-4 0-5,9-1 1,-2 3 1,1-2-2,9-3 3,2 2 2,-2 0-3,6 0 9,-4-2 6,-3 2 1,0 0-12,-1 1-1,-1 0 13,2 2-15,-6 1 1,2 0 0,2 0-2,1 0 30,2 0-23,-1 0-1,3 0 8,-2-3-7,2 3 8,-3 0-4,0 0 1,0 0-3,-3 0-8,3 0-3,-6 0-1,2 0 2,-2 0-2,6 0 0,-2 0 0,1 0 0,-1 0 1,1 0 0,4 0-1,-2 0 2,2 0-2,0 0 1,-5 0 0,1 0 0,-1 0-1,-2 0 0,2 0-1,-2 0 1,-2 0-1,-1 0 1,1 0 1,-4 0-1,1 0 0,-4 0 0,0 0 2,-6 0-2,0 0 3,-4 0 8,4 0 7,-3 0-9,2 0 0,-6 0-5,0 0 5,-3 0-8,0 0 2,0 0 1,0 0 4,0 0 5,0 0-1,0 0-5,0 0-7,0 0-3,-3 0-50,-26 0-214</inkml:trace>
          <inkml:trace contextRef="#ctx0" brushRef="#br0" timeOffset="-3523.497">164-1 0,'0'0'4,"0"0"47,0 0 7,0 0-43,0 0-4,0 0 23,13 0-3,-1 0-16,5 0 5,0 0-5,11 0-11,-1 0 1,8 0-5,7 0 0,0 0 1,0 0-1,3 0 0,-2 0-2,-1 0-6,0 0-4,0 0-6,-1 0 2,1 0-1,-2 0 6,-1 0 3,-1 0 2,4 0 0,-3 0 1,-2 0 5,4 0 0,-6 0 0,4 0 1,-5 0-1,4 0 0,0 0 0,-3 0-1,0 0 2,-5 0-2,-1 0 3,-6 0-4,3 0 3,-7 0-1,1 0 0,-1 0 0,-9 0 5,0 0 7,-3 0 2,-4 0-3,-2 0-2,-1 0 3,0 0 1,0 0 3,0 0-7,0 0-5,0 0-1,0 0-1,0 0 1,0 0 8,0 0-4,0 0-1,0 0-6,0 3-5,0 2-3,0 2 7,0 7 1,0 0 0,0 4 0,0 0 1,0 3-1,2 3 1,-1 0-2,-1 1 2,0 0 0,0-1-1,0-2 1,0 2 2,0-3-2,5-3 0,-5 0-1,3-1 4,-3-6-4,3 2 0,-3-5 0,0-1 0,0-1-3,0-4 3,0 1 3,0 0-3,0-3 2,0 0-2,0 3 1,0-3 0,0 0 4,0 0 1,0 0 10,0 0 4,0 0 7,-6 0 3,-10 0-22,0 0-3,-6 0 1,-2 0-6,-7 0 0,-6 0 0,-8 0 0,-7 1-6,-3 2-12,-1-3-14,6 3 26,-5 2-6,6 1-10,-2-3 19,5 1 2,1-1 1,1 1 1,7-4-1,1 1 1,1 2 2,2-3-2,1 3 0,-7-3-1,1 4 1,-2 2-2,2-1 1,2 1-1,1 1 0,2-3-2,4 3-4,-2-4 2,7 1 0,1 0 0,1-1 2,2 1-5,-2-4 7,5 0 1,1 0 0,0 0 1,7 0 0,-5 0-1,4 0 0,2 0 3,-2 0-2,3 0-1,0 0 0,1 0 1,-1 0 0,-1-3-1,4 2 1,1-2 4,-4-1-5,-3 4 0,0-3 0,7 3 0,-4-1 0,7 1 13,0 0 6,0 0-12,0 0 8,0 0-6,0 0-5,0 0-4,0 0-19,0-3-51,0-4-135</inkml:trace>
          <inkml:trace contextRef="#ctx0" brushRef="#br0" timeOffset="-5172.9514">135 52 97,'0'0'1,"0"0"136,0 0-78,0 0-10,0 0 6,0 0 1,0 0-18,6-14-16,-6 11 9,0 2-2,0 1 5,3 0-13,-3 0-9,0 0-5,0 0-7,0 0-2,0 0-8,0 0-6,0 4-10,4 10 13,-1 7 13,0 3 0,4 2 1,-4 2 3,4 1 2,-1-2 5,-2-1-10,0-2 5,0-3-5,3 0 4,-4-6-4,1-2 0,-4 1 2,3-3-3,-3-4-7,0-1-58,0-1-57,0-5-29</inkml:trace>
          <inkml:trace contextRef="#ctx0" brushRef="#br0" timeOffset="25827.0578">639 817 1,'0'0'52,"0"0"-2,0 0-24,0 0 2,0 0 23,0 0-15,-18-3-1,14 3 1,1 0-5,3 0-7,0 0-11,0 0-5,0 0-2,0 0-6,0 0-5,0 0-6,10 0-2,9 0 13,4 0 13,2 0-5,2 0-7,-2 0 1,1 0 1,-4 0 0,-5-5-3,-7 5 4,-6 0-4,-4 0-12,0 0-7,0 0-2,0 0 7,-4 0-20,-6 0-17,-7 0-21,2 0 24,5 0 31,0 0 8,4 0 9,-1 0 2,7 0 17,-3 0 34,3 0 6,0 0-1,0 0-3,0 0-3,0 0-3,0 0-16,0 0-12,0 0-6,0 0-4,0 0-11,0 0-4,0 2-6,0 7-7,0 1 11,0 8 6,0 3 3,0 1-1,0-1 1,0 0-3,3-3 2,0 3-2,1-3 0,-1 0 1,-3-2 4,3-2-2,-3-3-2,0-4 0,0 1 2,0-4-3,0 2-1,0-3-3,0 0-7,-3 2 1,-4-1 2,-6-1-12,1 0 2,-1 0 3,3 0-3,-3-1 7,0 1 6,3-3 3,1 0-4,-1 0 4,3 0 2,4 0 0,3 0 2,0 0 2,0 0 9,0 0 4,0 0 0,0 0 1,0 0-4,0 0-1,0 0 1,0 0-5,0 0-3,0 0-1,0 0-3,-5 0 0,4 0 0,1 0-2,0 0 1,-3 0-1,3 0 0,0 0 2,0 0-2,-3 0 2,3 0-1,-4 0-1,4 0-1,0 0-1,0 0 2,0 0 0,0 0-1,0 0-1,0 0-4,0 0-1,0 0-8,0 0-8,16 0 23,7 0 6,2 0-5,2 0 2,1 0-3,5-3 0,-1 0 0,-3-2 1,1 0 1,-5 3 6,-5 2 2,-7-3 3,-4 3-4,-6-3-6,1 3 4,-4 0 0,0 0 9,0 0-16,0 0-6,-4 0-73,-11 3-166</inkml:trace>
          <inkml:trace contextRef="#ctx0" brushRef="#br0" timeOffset="-3029.1043">639 123 219,'0'0'49,"0"0"-35,0 0 51,0 0-23,0 0-42,0 0-12,0 0-3,4 18 15,-1 0 6,0 3 10,1 3-4,-1-3 11,-3 3-10,3-6 3,-3 0-4,3-1-5,1-2-4,-1-1 2,-3-4-5,3 1 0,-3-4 0,0-1-49,0 2-37,0-8-36</inkml:trace>
          <inkml:trace contextRef="#ctx0" brushRef="#br0" timeOffset="-2503.8769">653 165 275,'0'0'12,"0"0"38,0 0-16,0 0 2,0 0-30,110-50 0,-82 44-2,-1 5 0,-5 1-4,-9 0-1,-3 0-6,-2 0-9,0 10 5,-8 2 4,0 2 0,0 4 3,-6-1 1,-7-3 0,-7 0-7,-2 0-16,-1-4-5,4-2 12,2-1 3,1-4-11,6-3 12,-2 0 10,5 0 4,1 0 1,2 0 4,1 0 4,3 0 18,0 0-11,0 0 19,0 0-20,0 0-13,0 0 3,0 0-4,10 0 6,3 11 13,6 2 6,1 2-8,-1 3-1,4-1-1,-3-2-13,2-1 4,-3-4-3,0 1-3,-9-4-62,-3-4-9,-7-3-194</inkml:trace>
          <inkml:trace contextRef="#ctx0" brushRef="#br0" timeOffset="7699.2909">1484 233 119,'0'0'123,"0"0"-120,0 0 34,0 0 5,0 0-34,0 0-3,55 0 2,-32 0-4,3 0 2,6 0 0,-3 0-2,7 0 0,2 0-3,-4 0 0,4 0 1,-3 0-1,-3 0 0,-5 0 0,-6 3 0,-1-3 0,-6 3 0,-4 0 0,-2-3 1,-4 1-1,-1-1-1,-3 3-1,0-3-1,3 3 0,-3 0-3,4 2 5,-4-2-4,0 0 5,3 4 0,-3 1 0,0 2-1,3 5 1,-3 2 2,0 1 9,0 3-8,4 3 0,-4 0-2,0-2 5,0 3-3,0-1 2,3 2-5,0-2 12,1 0 5,-4-3-7,3-1 4,-3 0-2,0 0-2,0-2 4,1 0 1,-1 3-2,0 0-4,0-3-3,0 2 3,0-1 2,0 1 16,0 1-17,0 0-3,0 0 0,0 2 5,0 1-3,0-3 1,-1 6 2,-6-1 1,4-2-6,0 1-1,-1-4 0,1 4-1,3-4-2,-3-3 0,-1-5-2,4 2 1,-3-1-1,3 0 1,0-4-1,-3 1 0,3-1 0,0 1-1,0-4 2,0 1-1,-4-3-2,4 3 3,-4-3-2,1 1 2,-1 1-1,0-2 1,1 1-2,-1-2 0,-2 2 0,2-3 0,-2-1 3,3 1-3,-4 0 1,-4 0 1,3-2-2,-5 2 0,0 0 3,-3 0-2,0-3-1,3 2 0,-6 1 0,2 0-14,-3-3 8,-2 3 3,-1 1-4,-5-1-4,-4 1 0,2-4 11,-2 4-3,5-4-2,2 3 3,2-3 2,4 0 0,-1 0 3,-1 0-1,4 0-2,-3 0-2,-2 3 1,-5-3-8,-1 0-9,-7 0 0,1 0 3,2 0 9,-3 0 3,5 0 3,-2 1 0,6-1 0,4 3-3,2 1 2,4-4 2,7 0 0,-1 0 2,6 0-2,1 0 1,0 0-1,-1 0 1,-2 0 1,2 0 1,-4 0 3,-2 0 3,3 0-6,-3 0 3,0 0-4,2 0-2,4 0 2,-3 0-3,1 0-1,-4-4-6,0 4-36,0 0-86,-2-4-182</inkml:trace>
          <inkml:trace contextRef="#ctx0" brushRef="#br0" timeOffset="24123.7953">1173 771 372,'0'0'37,"0"0"13,0 0-47,0 0-3,0 0-21,0 0 8,-19 35 13,6-14 2,0 8 2,-3-1-3,3 1 5,0-2-6,3-6 2,4 0-2,3-3-1,3-4 1,0-4 0,0-2 0,0-2 0,0 2 1,5-5 4,9 1 5,2-1 2,6-3 11,2 0-3,1 0-11,1 0-5,-6 0-4,2 0-7,-8 1-33,-8 6-70,-6-4-45</inkml:trace>
          <inkml:trace contextRef="#ctx0" brushRef="#br0" timeOffset="23734.3338">1061 564 43,'0'0'67,"0"0"-21,0 0 14,0 0-2,0 0-18,0 0 5,0 0 9,3 0-4,0 0-6,-3 0 0,1 0-6,10 0-19,-1 0-10,3 0 4,9 0-5,5 0-5,8 0 0,-1 3-3,10 3 2,-5-2-2,0 4 0,-4 2-1,-12 4-1,-5 0-4,-4 4 1,-7 3-7,-7 4-2,0 7-3,-14 2 8,-11 6-5,-1-6-8,0-5 7,6-2-8,-2-9 23,9 0 0,3-7 0,0-6 1,3 0 0,5-2-1,-1-2 0,0 3-6,0-1-15,-7-3-27,3 0-19,-6 0-16,1 0-59</inkml:trace>
          <inkml:trace contextRef="#ctx0" brushRef="#br0" timeOffset="3533.9516">-1191 638 241,'0'0'119,"0"0"-117,0 0 20,0 0 14,0 0-36,0 0-25,-7 10 15,1 11 10,-1 3 10,0 2 16,-2 1-7,2 2-6,-2-8 13,6 0-12,-4 0-5,4-6-4,3 1 1,-3 2-6,3-3 3,-4 2-3,4-2-8,0-9-136</inkml:trace>
          <inkml:trace contextRef="#ctx0" brushRef="#br0" timeOffset="3230.0561">-1473 645 299,'0'0'0,"0"0"0,0 0 10,0 0-7,0 0 8,0 0 11,0 0-3,103 56 5,-80-43-8,-4 5-7,1-3-1,-7 2 0,3-1-7,-3 0 2,-3-3 0,0 2-2,-1-4 2,-3-1-2,-2 1 0,-1-5 2,0 1-3,-3-3-31,0 3-27,0-4-16,0-3-76</inkml:trace>
          <inkml:trace contextRef="#ctx0" brushRef="#br0" timeOffset="5403.3113">-1189 672 24,'0'0'31,"0"0"39,0 0-9,0 0-15,0 0-10,0 0-5,3 0-7,-3 0-1,0 0 3,0 0 5,0 0-2,0 0-9,0 0-9,0 0 4,0 0-1,0 0-4,0 0 6,0 0 7,0-3-2,0 3-7,0-4-7,0 4 18,0-3-17,0 3 5,0 0 0,0 0-10,0 0-3,0 0-2,0 0-5,0 0-7,0 0-5,0 10-2,0 5 19,0 5 1,-3-2 2,-2 0 1,1-2-2,-2 0 4,2-2-2,4 0-1,0 0 2,0 1-3,0-2-76,0-5-106</inkml:trace>
        </inkml:traceGroup>
        <inkml:traceGroup>
          <inkml:annotationXML>
            <emma:emma xmlns:emma="http://www.w3.org/2003/04/emma" version="1.0">
              <emma:interpretation id="{8BEF0415-4BFB-48B5-B266-B1B23EF20492}" emma:medium="tactile" emma:mode="ink">
                <msink:context xmlns:msink="http://schemas.microsoft.com/ink/2010/main" type="inkWord" rotatedBoundingBox="7507,12848 10927,12591 11020,13824 7600,14082"/>
              </emma:interpretation>
              <emma:one-of disjunction-type="recognition" id="oneOf1">
                <emma:interpretation id="interp5" emma:lang="en-IN" emma:confidence="0">
                  <emma:literal>waits's;</emma:literal>
                </emma:interpretation>
                <emma:interpretation id="interp6" emma:lang="en-IN" emma:confidence="0">
                  <emma:literal>worsen';</emma:literal>
                </emma:interpretation>
                <emma:interpretation id="interp7" emma:lang="en-IN" emma:confidence="0">
                  <emma:literal>waits's';</emma:literal>
                </emma:interpretation>
                <emma:interpretation id="interp8" emma:lang="en-IN" emma:confidence="0">
                  <emma:literal>waits'';</emma:literal>
                </emma:interpretation>
                <emma:interpretation id="interp9" emma:lang="en-IN" emma:confidence="0">
                  <emma:literal>watts's';</emma:literal>
                </emma:interpretation>
              </emma:one-of>
            </emma:emma>
          </inkml:annotationXML>
          <inkml:trace contextRef="#ctx0" brushRef="#br0" timeOffset="15857.9962">4593 788 20,'0'0'60,"0"0"2,0 0 13,0 0-9,0 0-15,0 0-2,0-8-6,0 3 7,0-6-15,0 4-6,0-4-11,0-3-14,4 4 7,6-5-11,2 4-1,1 1 1,3 1 0,-6 4-6,-2 2 3,3 0 3,-4 3-8,-1 0 1,1 0-1,-3 0-10,3 6 4,0 5 11,0 2-1,0 2 3,0 3 0,-4 2 1,3-1-3,-1 1 3,1-2 3,0-3-3,3 2 1,-3-4-1,1 2 0,3-7-1,-2 1 1,6-1 3,-1-5-3,4-3 5,-4 0-4,6 0 4,1 0-5,-2 0 3,-1-11-6,-4 2-4,-3-2-13,-1-1-11,-2 2 10,-4-4-10,-3-2-10,0 4 9,0-5 1,0 2 26,0 1 5,-7 0 13,-4 0 20,3 0-2,2-1 7,-4 2 3,0-1-15,-1-1-15,1 2-9,2-3 2,-5 3-4,3-1 3,-5 0-3,1 3 0,1-3-1,0 7 2,2-2-1,3 4 3,-2-1-3,0 2 3,1 1-3,0-2 0,-1 2 0,0 0 1,3 3-1,-3-3 0,-1 2-3,4 1 2,-3 0-5,0 0 6,0 0-1,-8 0 1,7 0 0,-2 0 1,3 0-1,-2 0 0,2 0 0,0 1-1,0 2 1,0 3-3,-1-1 2,0-2 1,1 1 0,4 2-1,-4 2 1,1-2 0,-1 1 0,3 1-1,1 2-2,-4 1 0,3 4 2,-1 2 0,4 4-1,1 0 0,3 4 2,0 2 7,0 2-1,0-2 0,0 2 6,6-4-5,6-1 2,-2-3 4,4 4 2,-3-5-4,6 3 1,0-2-7,-1 0 6,6 0-5,-2 0 4,6 0-5,-3-3-4,2-1 5,-1-6-1,4-1-2,-2-2 3,3-5-2,-6 1-4,3-4 2,-3 0 3,2 0-5,-4 0 2,3 0-2,-1-7 0,3-4-2,-6-2-5,-2-2 7,-1-2-7,-1-1-2,0-3 9,-6 0 0,-4 0 0,1 0 2,0 3 0,-6-3-1,2-4 4,-3 4-3,0 0 5,0 3-7,0-3 11,0 0-3,0 0 1,0 3-3,-1-3-5,-2 3 6,-4 0 1,-3 1-8,0 2 0,-1-1-1,0 3-1,-2 1-5,-4 3-22,-8 7-38,-6 2-82,0 0-144</inkml:trace>
          <inkml:trace contextRef="#ctx0" brushRef="#br0" timeOffset="13615.8335">4648 296 7,'0'0'38,"0"0"12,0 0-13,0 0-3,0 0 1,0 0 3,0 0-10,0 3-7,0-3-5,0 0-16,0 3-4,4-3-7,9 0 11,12 0 19,14 0 15,9 0-17,14 0-12,1 0 0,7 0-5,-9 0 0,-6 0 0,-6 0-1,-11 0-20,-8 0-15,-4 0-1,-3 4 14,-1-1 1,-6 1 13,0-4 8,4 0 1,-6 0-2,4 0-4,1 0-8,-2 0-32,-2 0-2,-1-4 19,-4 1 14,-4-1 12,-2 4 3,-3 0 1,1-3 17,-2 3 20,0 0-7,0 0-9,0 0-22,-6 0-28,-5 0-53</inkml:trace>
          <inkml:trace contextRef="#ctx0" brushRef="#br0" timeOffset="16690.2239">4736 1085 73,'0'0'91,"0"0"3,0 0-16,0 0-4,0 0-18,0 0-16,3-16-1,0 16-3,-3 0 1,0 0-5,0 0-11,0-1-6,0 1 0,0 0-1,0-1-6,0-2-5,0-2-3,0 2 0,0-4-1,0 0-1,0 3 1,0 1 0,0 0 1,0 3 0,0 0-2,0 0 1,0 0-5,0 0-5,0 0 3,0 0-6,0 0-1,0 10 0,0 5 7,0 8 8,0 3-2,0-2 2,0 1 0,-3-4 2,3-4 0,0 1-1,0-5 0,0-2-1,0-1 3,0-2-3,0 0 3,0-4-1,0-1-2,-3 0 0,3 2-2,-4-2-56,1 0-24,3 0-40,-3 1 13,-1-4-35</inkml:trace>
          <inkml:trace contextRef="#ctx0" brushRef="#br0" timeOffset="14382.4416">4726 335 222,'0'0'67,"0"0"3,0 0 5,0 0-44,0 0-8,0 0-9,-4-4-8,4 4-6,0 0-1,0 0-10,0 13-10,0 8 21,7 5 6,3 1 0,-4 3 16,1 0-9,0-1-4,2-1-8,-3-4 3,-3-6-1,1 0-2,-1-1 0,0-6 2,-3-1-3,0-2 2,0 2 1,0-6-1,0 6-2,0 0-38,-6 1-40,-7-1-61,-3-2-138</inkml:trace>
          <inkml:trace contextRef="#ctx0" brushRef="#br0" timeOffset="11966.3607">5389 128 1,'0'0'16,"0"0"4,0 0 9,0 0 5,0 0-3,0 0-5,0 0-1,0 0-6,0 0-2,0 0 2,0 0 4,0 0-1,0 0-5,0 0-9,0 0 2,0 0 1,0 0-5,0 0-1,0 0 0,0 0-5,2 0-1,3 0-2,2 0 0,5 0 3,1 0-1,-2 0-1,7 0 1,-2 0 0,1 0 0,8 0 1,-2 0 0,6-1 0,4-3 1,3-1-1,2-1 1,-3 2-1,-2 1 3,-1 0-2,-3-2-1,-6 5 0,2 0 0,-1 0-1,-3 0-1,3 0 2,-4 0 0,2 0 2,1 0-2,2 0 0,-4 0 0,7 0 0,-5-3 0,2 3 1,-2 0-1,-4 0 0,-2 0-1,-7 0 1,1 0 0,3 0 0,-1 0 0,4 0 0,1 0 0,6 0-2,-2-3-5,1 0-3,-6 2-1,1 1 7,-5-3-2,-6 3-9,-3 0 7,0 0 4,-2 0 2,-2 0 2,0 0 0,1 0 0,1 0 0,-1 0 1,4 0 5,-5 0 5,0 0 0,0 0 0,0 0 2,0 0 0,0 0 4,0 0 2,0 0-1,0 0-18,0 0 0,0 0-5,0 0-7,0 0 4,0 10 6,0 1 4,0 4-2,0 1 1,0 2 0,0 0-1,0 3 0,0 1 1,0-4-1,0 3 4,-5-2-4,5-1 2,0 0-2,0-3 0,0-1 0,0 0 1,0-1-1,0-2 0,0-1 2,0 1 1,0-1-3,5 1 0,-5-4 1,3 1-1,0-1 1,-3 1-1,0-2 2,0 0 1,0-2-3,0 1 0,0-2-1,0 0 1,0 0-1,0-3 1,0 4 0,0-4 0,0 0 2,-6 4 3,-3-4-4,-1 0 4,-3 0 0,-1 0-4,-4 0 0,-2 0 0,-8 0 0,1 0-1,-5 0 2,-2 3 0,-1-2-2,-6 2 0,-1 3 0,0 2 0,1-5 0,7 1-1,2 2 2,3-6 14,6 2-5,-5 1-6,7-3-1,-1 0 3,3 3 0,-1-3-6,-5 3 3,4-3-3,-1 4 3,-1-4-2,1 3-1,2-3 0,1 0 0,3 0 0,3 3 1,3-3-1,-4 0 1,3 2-1,-3 1 0,1-3 0,-2 3 0,-2 0 0,1-3 0,0 4 0,0-4-1,2 3 1,1-3 0,-2 0 0,5 0-1,0 0 1,7 0 1,-4 0 1,-1 0-2,0 0 3,-1 0-3,-5 0-2,1 0 2,1 0-1,2 0 1,0 0 0,0 0 3,4 0-3,2 0 5,0 0 13,4 0 13,0 0 3,0 0-4,0-3 3,0 3-8,0 0-10,0 0-12,0 0-2,0 0-1,0 0-1,0 0-51,0 0-87,4-4-186</inkml:trace>
          <inkml:trace contextRef="#ctx0" brushRef="#br0" timeOffset="9528.2768">5363 112 163,'0'0'15,"0"0"-7,0 0 14,0 0 2,0 0-20,0 0-3,0 0 4,0 0 5,3 0 2,-3 0 1,0 0-3,0 0-2,0 3-7,0 5-1,0 5 0,0 2 13,0 6-2,0 7 14,0-6-11,0 5-1,0-6 6,0 2-3,0-3-9,0-2 2,4 0 1,-4-2-1,0-4-5,0 2-2,0-4 3,0 1-3,0-4 3,0 3-5,0-6-28,3-1-42,-3-3-25,3 0-91</inkml:trace>
          <inkml:trace contextRef="#ctx0" brushRef="#br0" timeOffset="41005.2012">5697 193 186,'0'0'5,"0"0"34,0 0 12,0 0-28,0 0 3,0 0 21,0 0 2,0 0-14,0 0 0,0 0-10,0 0-2,0 0-9,0 0-6,0 0-2,0 0-1,0 0 3,0 0-6,0 0-2,0 0 0,0 0-6,11 0 4,-1 0 0,7 0 2,2 0-1,0 0 1,5 0 0,1 0 0,-4 0 0,0 0 0,-4 0-3,-4 0-12,-1 4 3,-6-4 2,-2 0 6,-4 0 3,0 0-2,0 0 3,0 0-2,0 0-4,0 0 2,0 0 2,0 0-1,0 0 0,0 0 0,0 0 3,0 3-10,-10 1 10,-5 2 3,1 2-2,-2-1 0,-2 4 0,0-1 1,2 4-3,-3-1 2,2-1-2,1 2 2,-3 0-1,6-3 2,-4 3-2,2-3 0,2-4 0,3 2 1,3-4-1,0 1 0,0 1-1,3-4-1,1 2 2,2-2-1,-2 1 1,1-1-3,2 3 3,-2-4-1,2 1-3,0-3 2,0 3 1,0-3 1,0 0 1,0 0-1,0 0 0,0 0 0,0 0 0,0 0 1,0 0-1,0 0 1,0 0-1,0 0-1,0 0 1,0 0-1,0 0-2,0 0 1,0 0-3,0 0 4,0 3 1,4-3 0,10 0 4,7 0 4,3 0-7,7 0 3,1 0-2,-2 0 0,-1 0 2,-3 0-4,-1 0 0,-5 0 1,-1 0-1,-6 0 2,-3 0 0,-3 0-2,-1 0 0,0 0 0,-3 0 0,1 0 3,-4 0-1,0 0 4,0 0-1,3 0-1,-3 0 4,0 0-6,0 0-2,0 0-7,0 4-11,0-1-66,0 1-241</inkml:trace>
          <inkml:trace contextRef="#ctx0" brushRef="#br0" timeOffset="18438.0222">6453 236 25,'0'0'92,"0"0"-30,0 0 7,0 0-12,91-5-4,-71 2 4,0 0-13,-2-1-24,0 1-14,0 3-5,-2-3 0,1 3 0,1 0 2,2 0-2,1 0 1,7 0 2,0 0-4,2 0 1,2 0 1,3 0-2,-4-4 0,4 4 1,-12-1 0,-1 1-2,-6 0 0,-1 0-1,-1 0 2,-1 0 0,-5 0-1,4 0-1,0 0 2,1 0 0,2 0 0,6 0 0,-2 0 3,-2 0-3,2 0 0,-6-3 0,-3 3 0,-6 0 0,0 0 0,-4 0 0,0 0-1,0 0 1,0 0-6,0 0 5,0 0-9,0 0-25,0 0-33,0 0 2,0 0 18,-4 0 12,0 0 8,-3 0 6,1 0-19,-4 0-20</inkml:trace>
          <inkml:trace contextRef="#ctx0" brushRef="#br0" timeOffset="21574.7447">6523 1265 42,'0'0'24,"0"0"9,0 0-10,0 0 8,0 0-10,0 0 6,10-20 2,-10 19-2,2 0 22,-2 1-8,0 0 1,0 0 9,0 0-10,0 0-10,0 0-14,0 0-4,0 0 5,0 0-2,6 0-6,0-3-2,7 0-3,7-1-4,9 3 2,9-2 1,11-2-4,3 3 0,3-1 1,3-2-1,-1 2 0,3 0-1,-2-1 1,-7 1 0,-5 3 1,-15-4-1,-4 1-2,-10 2 2,-7 1 3,-6 0 1,-4 0-3,0 0 0,0 0-1,0 0-9,0 0-31,-7 0-64,-7 0-111</inkml:trace>
          <inkml:trace contextRef="#ctx0" brushRef="#br0" timeOffset="29063.7864">6681 729 308,'0'0'43,"0"0"-11,0 0-2,0 0-30,0 0-10,0 0 10,-10 29 12,0-9 10,0-2-13,-3-3 4,2 1 2,0-2-3,4-2-10,0-2 3,4 0-5,3-3 1,0-3-2,0 3 0,0 0 1,18-3 0,9 6 4,3-8 14,2 6-14,-5-7 3,-6 2-7,-7 1 0,-8-1-40,-5-2-54,-1 0-73</inkml:trace>
          <inkml:trace contextRef="#ctx0" brushRef="#br0" timeOffset="28740.5557">6657 525 262,'0'0'32,"0"0"45,0 0-5,0 0-10,0 0-19,0 0 2,0 0-2,14 0-4,-14 0-12,1 0-15,2 0-4,3 0-8,6 0-3,1 0-1,10 0-3,6 3 5,-1 7-3,-1 4 3,2 1-4,-10 3 0,-1 1-3,-4 0 2,-4-1-1,-3 0-2,-7 3 5,0 0-1,-3 0-1,-21 3 2,-8-3-10,-5 0 2,-2-3 4,5-4-1,6-4 10,4-2 2,6-5-1,8 1 0,0-4-1,6 0 2,1 0-2,0 0-10,0 0-21,-8 0-29,1 0-28,2-3-35,1-4-99</inkml:trace>
          <inkml:trace contextRef="#ctx0" brushRef="#br0" timeOffset="137511.0281">7123 799 89,'0'0'33,"0"0"-16,0 0 39,0 0-14,0 0-15,0 0-8,0 0 7,0 0 3,2 0-4,-2 0-4,0 0-3,0 0-7,0 0-5,0 0 1,0 0 3,0 0 7,0 0 4,0 0 4,0 0-6,0 0-5,0 0 2,0 0-9,0 0-1,0 0-2,0 1-4,0-1 2,0 3-1,0-3 3,0 0 5,0 0-1,0 0 2,0 0 0,0 0-3,0 0 0,0 0-1,0 0-1,0 0-2,0 0 1,0 0-2,0 0-1,0 0-1,0 0-68,0-15-189</inkml:trace>
          <inkml:trace contextRef="#ctx0" brushRef="#br0" timeOffset="30624.9646">7188 574 285,'0'0'43,"0"0"63,0 0-19,0 0-14,0 0-25,0 0-11,0-12-2,0 12-2,0 0-2,0 0-3,0 0-9,0 0-10,0 0-5,0 0-4,0 0-3,0 0-5,0 0 1,0 0 3,0 0-1,0 0 4,0 0 1,0 0 1,0 0 1,0 0 1,0 0 1,0 0 3,0 0 6,0 0 28,0 0 16,0 0 1,0 0-2,0-3-12,0-4-14,0-4-11,3 5-11,-3-1-1,0 4 0,3 0-3,-3 3 6,0-2-6,0 2-1,0 0-3,0 0-3,0 0 1,0 0-13,0 0-100,-13 0-200,-6-3-392</inkml:trace>
          <inkml:trace contextRef="#ctx0" brushRef="#br0" timeOffset="30068.4877">7188 768 126,'0'0'54,"0"0"36,0 0-16,0 0-15,0 0 4,0 0-15,0-29 0,0 25 1,0 4-9,0 0-19,0 0-19,0 0-2,0 0-1,0 0-13,0 8-7,0 7 17,0 5 4,-7 1 7,-1 1 1,4 2 3,1 0-6,3-2 3,0-1-6,0-3 0,0-5-1,0-2 0,6-1-1,3 1-10,4-7-49,4-4-63,-3 0-43</inkml:trace>
          <inkml:trace contextRef="#ctx0" brushRef="#br0" timeOffset="32635.2807">3812 633 119,'0'0'187,"0"0"-170,0 0 67,0 0-23,0 0-41,0 0-15,7-6 1,-7 6 1,1 0 6,2 0 9,3 0-21,3 3 6,-3 8-4,1 2-2,3 8-1,-4 0 1,-2 5 1,-1 1-2,0 2 3,3-8 1,-6 0-1,6-3-1,-2-5 2,2-1-4,-2-2 0,2-3 1,-2-4-1,-1-2-1,0 2-9,5-3-6,3 0-8,2 0 11,0 0 9,6 0 0,-2-4 3,-4-5-5,0 1 4,-1-2 2,-5 2-4,0-2 4,-1-1 0,-2 1-2,-1-1 2,-3 1 0,1 2 1,-1-5 1,2 2-2,-1 0 0,-1 1-2,0-1 1,2 1 1,0 2 0,-2-2 0,0 2 0,0 2-1,0-1 1,0-1 0,0 2 0,0-1-2,0 4 2,0-2-2,0 2 2,0 0-1,0 0 1,0 2-2,-2-2 2,-1 3-4,0-3 4,3-1 0,-7 3 1,4 1-1,0-3-1,-1-2 1,4 4 0,-3 1 1,0-1 0,3 1 5,-4 0-6,4-3 1,-3 3 2,3 0-1,-3 0 2,-3 0-2,3-4-1,0 3 6,-1-1-7,1 1 4,3 1-2,-3 0 8,3 0 3,0 0 1,0 0-3,0 0-1,-4 0 3,4 0 4,0 0 2,0 0-4,0 0 1,0 0-4,0 0 0,0 0-8,0 0-4,0 0 0,0 0 0,0 0-3,0 0 1,0 0-7,0 0 7,0 0 2,0 0 0,0 4 12,4 3 4,2 0 2,2-3 3,6 3-1,0 0-3,2 4-10,10-4 3,-2 2-10,13 2-62,2-11-146</inkml:trace>
        </inkml:traceGroup>
        <inkml:traceGroup>
          <inkml:annotationXML>
            <emma:emma xmlns:emma="http://www.w3.org/2003/04/emma" version="1.0">
              <emma:interpretation id="{2ACE4525-353E-463F-8048-6DC35DDC753F}" emma:medium="tactile" emma:mode="ink">
                <msink:context xmlns:msink="http://schemas.microsoft.com/ink/2010/main" type="inkWord" rotatedBoundingBox="14931,12214 14946,13958 13473,13970 13458,12227"/>
              </emma:interpretation>
              <emma:one-of disjunction-type="recognition" id="oneOf2">
                <emma:interpretation id="interp10" emma:lang="en-IN" emma:confidence="0">
                  <emma:literal>*not*</emma:literal>
                </emma:interpretation>
                <emma:interpretation id="interp11" emma:lang="en-IN" emma:confidence="0">
                  <emma:literal>Tat</emma:literal>
                </emma:interpretation>
                <emma:interpretation id="interp12" emma:lang="en-IN" emma:confidence="0">
                  <emma:literal>*noire*</emma:literal>
                </emma:interpretation>
                <emma:interpretation id="interp13" emma:lang="en-IN" emma:confidence="0">
                  <emma:literal>noir*</emma:literal>
                </emma:interpretation>
                <emma:interpretation id="interp14" emma:lang="en-IN" emma:confidence="0">
                  <emma:literal>*noir*</emma:literal>
                </emma:interpretation>
              </emma:one-of>
            </emma:emma>
          </inkml:annotationXML>
          <inkml:trace contextRef="#ctx0" brushRef="#br0" timeOffset="219358.9151">10376 81 143,'0'0'18,"0"0"65,0 0-23,0 0-25,0 0-23,0 0 0,-36-36-3,21 29 2,2 0 10,2 4-5,-2-5 12,-1 5-1,0-4-10,3 1-2,-6 1-10,0 2-5,0 0-3,-2 2 3,0-2 2,1 3-2,0 0 0,1 0 1,4 0-1,-8 0 1,7 0-1,0 0 1,-3 0 4,2 4-4,-1 5-1,-3-1-1,-1 2 0,-1 4 1,0-3 0,1-1 0,2 2 0,-1 2-2,8-1 1,-5 5 0,4-3-1,1 6-1,1 0 1,-2 3-2,2 1 4,1 0 2,2 2 0,0-1 4,4 1-5,-4 2 1,7-4 1,-4 2 7,4-2 0,0 0-9,0-1 0,0 2 4,0 1 0,11-5-4,-5 2 5,4 1-3,1-4 2,4 1 5,1-1 4,-2-1-1,0 1-5,4-3 5,1 0-5,3-2-1,-2 3 4,1-1-3,0-5-3,0 5-3,3-7 0,-3 2 1,4-1-3,-6-1 1,4-1 0,-2 0 0,3-3 3,-3-4-4,4-2 2,0-1 3,0 0-2,0 0 0,6 0 2,-5-7-4,3 0-1,-2-4 6,-2 0-4,-2-2 0,-1-1-2,-2-1 1,2 2-1,-5-2 1,0-2 1,1 2-2,0-2 4,-3-1-3,0 0 2,-1 0-2,-8-1 5,2 1-5,1-3 5,-2 3-4,-2-7 1,2 7-1,-7-3 1,3 3 0,-3 2-1,0 1-1,0-2 1,0 2 0,0-3-2,0 1 0,0-1 0,0 3 0,0-4 0,-3 1 0,-4 0 0,-4-3-2,1-1 2,0 4-1,2 0 1,-2 2 0,-2 2 3,2-1-3,2 2 3,0-1-3,1 2-2,-5 2 1,0-1-2,1 1 0,-6 0-1,-1 3-19,-9 2-100,-7-5-76,-5 2-132</inkml:trace>
          <inkml:trace contextRef="#ctx0" brushRef="#br0" timeOffset="218022.8065">10139 278 153,'0'0'65,"0"0"-51,0 0 35,0 0-36,0 0-6,0 0 11,-61 66-1,46-45 2,4 0-2,1-3 2,-1 0-7,4-3-2,3-4-6,1-2 1,3-6-3,0-3 0,0 0-1,0 0 4,0 0 5,0 0 7,3-6 16,7-10-9,5 0-21,-5-5-3,0-3-6,-2 2 2,2-6-16,1 7 20,-1-2 3,-2 7 0,-2 6 16,0 2 5,-3 2 4,-2 5-8,1 1 7,-1 0-27,4 0 0,1 0-18,4 0 9,5 12 2,6 4 7,-4 2 6,5 0-5,0-1 3,-4 4-4,0-3-3,-2-3-55,-8 2-64,-6-10-122</inkml:trace>
          <inkml:trace contextRef="#ctx0" brushRef="#br0" timeOffset="217417.5948">10191 231 203,'0'0'53,"0"0"-46,0 0 34,0 0-34,0 0-7,0 0-9,0 0 9,0 29 9,0-19 5,0 5 8,0 3 19,0 6-3,0 4-2,0 3-10,0 1 2,0 1 0,0-2-10,0-2-8,0-2 0,0-6-7,0 0 1,0-6 1,0-1 0,0 0-1,0-7-3,0 1-1,0-2-39,0-5-60,0-1-50,-3 0-149</inkml:trace>
          <inkml:trace contextRef="#ctx0" brushRef="#br0" timeOffset="220002.1676">10243-332 120,'0'0'8,"0"0"18,0 0 51,0 0-38,0 0 9,0 0-15,0 0 30,0-60-18,0 57 2,0 3-19,0 0-14,0 0-14,0 0-7,0 11-15,0 7 5,0 13 16,0 7 1,0 8 4,0 4 11,-4 0 3,-3-2 9,2-9-4,0-4-8,4-4-5,-1 1-2,0-6-1,0-2-4,1-3 4,-1-3-6,2-3 1,0-2 1,-1 1-3,-1 0-12,-2-4-94,-3-2-95</inkml:trace>
          <inkml:trace contextRef="#ctx0" brushRef="#br0" timeOffset="222973.3184">10236-378 80,'0'0'23,"0"0"54,0 0 1,0 0-21,0 0-15,0 0-8,0 0 9,0 0-17,0 0-7,0 0-2,0 0-10,0 0-3,0 0-4,17 0 0,9 0 2,14 0 13,12 0 1,11 0-9,2 0-7,7 0 1,2 0-1,-2 0 0,-2 0-12,-12 0-8,-5 0 5,-6 0-5,-11 0 12,-13 0 3,-9 0 5,-6 0 0,-8 0 5,0 0 3,0 0 12,0 0-12,0 0-4,0 0-4,0 0-4,0 0 0,0 0-3,0 0 2,-3 1 3,-8 5-1,1 5 1,2-1 2,1 5-3,4-1 1,0 1-1,3 1 3,0-2 0,0-2 0,3-2 3,8 1-2,6-5 2,7-3-1,3-3 4,9 0-1,1 0-3,-9-13 1,-6 2-3,-9-3 10,-6 4 40,-7-4 24,0-1-29,-7 2-43,-21 2-2,-17 4-47,-21 7-117,-10 0-183</inkml:trace>
          <inkml:trace contextRef="#ctx0" brushRef="#br0" timeOffset="230802.9868">10762 883 55,'0'0'40,"0"0"4,0 0 2,0 0-14,0 0-7,0 0-3,0 0 3,0-3 0,0 3-2,0 0-1,0 0 1,0 0-2,0 0-4,0 0-8,0 0-2,0 0-3,0 0-4,0 0 0,0 0 0,-3 0 1,-4 0-1,0 0 0,0 0 0,0 0 1,0 0-1,3 0 10,4 0-3,0 0-4,0 0 1,0 0-2,0 0-2,0 0 0,11 0 0,13 0 0,8 0 15,6 0-3,2-3-9,-4 0-3,-2 2 1,-7-6 1,-8 7-2,-5-3 0,-7 2-1,-4 1-3,-1 0-44,-2 0-79,0 0-82</inkml:trace>
          <inkml:trace contextRef="#ctx0" brushRef="#br0" timeOffset="231793.4813">10686 24 20,'0'0'23,"0"0"31,0 0-23,0 0-21,0 0 27,0 0 10,3 1 0,-3-1 2,0 0-2,0 0-5,0 0-14,5 0-10,5 0 1,6 0-4,10 0 5,8 0-2,-1 0-8,3-1-6,-1-3-3,-9 4-1,-4-3 0,-11 3 0,-2 0-1,-5 0 0,-1 0-3,-2 0-15,-1 0-5,0 0-20,0 0-24,-1 0 4,-12 0 20,-1 3-39,-5 1-30</inkml:trace>
          <inkml:trace contextRef="#ctx0" brushRef="#br0" timeOffset="232229.1627">10845-35 43,'0'0'54,"0"0"12,0 0 2,0 0-23,0 0 2,0 0-2,0-5 0,0 5-11,0 0-5,0 0 0,0 0-8,0 0-6,0 0-9,0 0-6,0 0-8,0 0-10,0 12 4,0 5 14,0 4 12,0 3-4,0-2 19,0 6-16,0-4 7,0 1-6,0 1 7,0-2-11,0-3-1,0-3 3,0-1-1,0-4-7,0-2 1,0-1 0,0-2-2,0-4 2,0 2 1,0-3-4,0 5-19,0-4-86,-7-4-124</inkml:trace>
          <inkml:trace contextRef="#ctx0" brushRef="#br0" timeOffset="221601.2416">10159 848 166,'0'0'104,"0"0"-68,0 0 21,0 0-11,0 0-13,0 0-14,4-7-2,-1 7-3,-3 0 0,0 0-2,0 0-10,0 1-2,1 13-7,1 10 7,-1 9 1,-1 8 4,0 5 3,0 3 7,0-6-6,0 2 0,-3-9-4,-2-4-1,3-5-3,1-9 1,1-2-1,0-3 1,0-3-1,0-7 0,0 0 1,0-3 0,0 0-1,0 0 4,0 0-2,0 0 2,0 0-1,0 0 1,0 0 0,0 0-3,0 0 2,0 0-3,0 0 1,0 0 0,0 0-1,0 0 1,0 0 3,1 0-3,18 0 3,9 0 2,14 0 0,4 0-6,5 0 0,2 0-1,5 0 0,1-3 0,7 3 0,-7 0 0,-1-3-1,-6 3 1,-7-3-1,-6 2 1,-6-2 0,-6 3 0,-5-3 0,0 3 0,-6 0 0,-2 0 0,-2 0 0,-6 0-1,-2-2-1,-1 2 2,-3 0-1,0 0 1,0 0-2,0 0 2,0 0-1,0 0 0,0 0 1,0 0 0,0 0 0,0 0 0,0 0 1,0-1 6,-2 1-3,-6 0-2,1 0-2,-4 0-2,4 0-1,0 0-2,-2 3-1,1 4 1,5 4 1,0-2-4,3-2 3,0 4 2,0-7 0,0 3 2,0-3 0,3-1 1,5-3 6,5 0-1,8 0-1,-4 0 3,0 0-3,1-11-2,-8-3 5,-6-3 6,-2-1 2,-2-3 0,0 0-7,-3-5-8,-18 2-35,-6-4-78,-15-7-292</inkml:trace>
          <inkml:trace contextRef="#ctx0" brushRef="#br0" timeOffset="236857.1351">10863-124 39,'0'0'59,"0"0"-19,0 0-4,0 0-10,0 0-7,0 0-3,0 0-4,0 0-1,0 3 7,0-3 2,0 0 8,0 0 0,0 0 2,0 0 1,0 0-4,0 0-12,0 0-4,0 0-5,0 0-5,0 0-1,0 0 0,0 0 0,0 0 0,0 0 0,0 0 2,0 0 6,0 0 1,0 0-2,0 0-4,-1 0 4,1 0 8,0 0-3,0 0 8,0 0 0,0 0 0,0 0-1,0 0-3,0 0-4,0 0-5,0 0-7,0 0-6,0 1-4,-3 13-8,0 10 8,-4 8 8,0 10-1,-3 4-52,-5 0-99,1-2-170</inkml:trace>
        </inkml:traceGroup>
        <inkml:traceGroup>
          <inkml:annotationXML>
            <emma:emma xmlns:emma="http://www.w3.org/2003/04/emma" version="1.0">
              <emma:interpretation id="{943F6E9D-AC19-4937-87D2-681018B37223}" emma:medium="tactile" emma:mode="ink">
                <msink:context xmlns:msink="http://schemas.microsoft.com/ink/2010/main" type="inkWord" rotatedBoundingBox="16700,12522 19354,12482 19373,13738 16718,13777"/>
              </emma:interpretation>
              <emma:one-of disjunction-type="recognition" id="oneOf3">
                <emma:interpretation id="interp15" emma:lang="en-IN" emma:confidence="0">
                  <emma:literal>Into</emma:literal>
                </emma:interpretation>
                <emma:interpretation id="interp16" emma:lang="en-IN" emma:confidence="0">
                  <emma:literal>Vento</emma:literal>
                </emma:interpretation>
                <emma:interpretation id="interp17" emma:lang="en-IN" emma:confidence="0">
                  <emma:literal>wino</emma:literal>
                </emma:interpretation>
                <emma:interpretation id="interp18" emma:lang="en-IN" emma:confidence="0">
                  <emma:literal>ito</emma:literal>
                </emma:interpretation>
                <emma:interpretation id="interp19" emma:lang="en-IN" emma:confidence="0">
                  <emma:literal>Mito</emma:literal>
                </emma:interpretation>
              </emma:one-of>
            </emma:emma>
          </inkml:annotationXML>
          <inkml:trace contextRef="#ctx0" brushRef="#br0" timeOffset="84716.1768">13259-100 14,'0'0'21,"0"0"7,0 0-15,0 0 0,0 0 3,0 0 9,-86 54 1,69-33 11,-7 3-10,0 1-8,1 0-7,1-4-9,4 0 1,4-4 2,4-5-1,4 1 0,1-5-5,3-2 0,1-2 0,1-1 1,0-3 0,0 0 2,-2 4 0,2-4-2,0 0-1,0 0-12,0 0-86</inkml:trace>
          <inkml:trace contextRef="#ctx0" brushRef="#br0" timeOffset="85322.9705">12979 218 105,'0'0'73,"0"0"-44,0 0 32,0 0-40,0 0-16,0 0-1,15 7 4,-9-1 14,2 2-1,4 2 7,1 4-10,3 1-3,-2 3-1,3 3-3,4-3 6,-4 3 3,4 0-11,0 0-3,1-1 3,0-1-2,1 1-4,0 1 0,0-3 2,2-3-3,-4 2 1,3 1 4,-1-2-7,0 2 5,0 0-5,2-3 1,-1 5 3,4-5-2,-7 2-1,3-2-2,-6-5 2,2 1-2,-2-1 2,-1 1-1,-1-5 0,2 1 0,-7-2 1,1 1 0,-4-3-1,-1 1 1,0 0-1,-3-4 0,-4 0 2,0 1-2,0-1-2,0 0 0,0 0-32,0 0-68,0 0-111</inkml:trace>
          <inkml:trace contextRef="#ctx0" brushRef="#br0" timeOffset="86515.3563">14263-61 14,'0'0'64,"0"0"-8,0 0-11,0 0-2,0 0 1,0 0-10,4 0-10,-4 0-8,0 0 12,0 0 8,0 0-11,0 0-17,0 0-3,0 0-5,0 0-2,0 8-11,-9 2 13,-6 4 1,-1 8 10,-6 5-2,-1 5-5,-5 3 7,0 4-11,-4 0 9,4 0-9,-1-4 2,4-4 0,0 1-2,1-7 0,3 3-1,2-7 4,3-3-5,3 3 2,-1-6 0,2 1 4,0-2-4,-2 1 0,1-1 0,-6 1-2,0-2 4,0 2-3,-2 2 2,2-4 0,-3-2-1,3 0 1,3-4 0,3 4 1,0-4-1,2-1 0,0 2-1,3-4-2,3 2 2,1-5 0,1 3 0,3-1 1,-1-3 9,-1 3 3,1-2-2,-3 2-5,1 3 7,1-1-6,2 1 0,-1-2-5,-2-1 6,3 0 4,-1 5 0,-2-4-4,0 5 8,-2-1-5,2 2 6,0-2-8,-1-2-1,1 1 3,2-3-5,-1 0 1,1-1 0,1-3-6,0 0 4,0 0-5,0 0 0,0 0-62,0-3-130,4-15-219</inkml:trace>
          <inkml:trace contextRef="#ctx0" brushRef="#br0" timeOffset="88224.9212">13711-1 84,'0'0'47,"0"0"30,0 0-19,0 0-28,0 0 2,0 0 11,0-3-4,0 3-7,0 0-13,0 0-17,0 0-2,0 11 0,0 6 6,-8 4 8,-1 4 8,-2-1-1,-1 2-12,0 1 0,-3 5-2,1-4-5,3-4 5,1 2-1,1-8-2,2 0 3,3-5-2,-2 1-1,6-7-1,-5 1 1,4-2 3,1-6-1,0 3-2,0-3 0,0 0-2,0 0-1,0 0 0,-2 0-1,1 1 0,-1-1 0,1 4-29,-2-4-80,2 0-132</inkml:trace>
          <inkml:trace contextRef="#ctx0" brushRef="#br0" timeOffset="87602.1094">13448 105 76,'0'0'38,"0"0"27,0 0-2,0 0-39,0 0 2,0 0-4,0 0 17,0-24 2,0 19 1,0 2-13,0 0 7,0 0-8,0 2 6,0 1-10,0 0-1,0 0-8,0 0-5,0 0-10,0 0-4,0 0-3,0 0-7,0 7-1,0 8 12,6 5 3,1-1 2,5 5-2,1 0 0,1-2 0,1-1 1,4 0-1,-6-6 4,1 1-4,-3-4 0,0-1 0,-5-2 0,-2-5 0,-3 3 0,2-7-5,-3 1-3,0-1-4,0 0-13,0 0-3,0 0-1,0 0-26,0 0-38,0 0-113</inkml:trace>
          <inkml:trace contextRef="#ctx0" brushRef="#br0" timeOffset="91998.1551">14209 457 151,'0'0'48,"0"0"-33,0 0 57,0 0-37,0 0-28,0 0 4,-4 0 0,4 0-2,10 0-2,8 0 14,7 0-5,6 0 0,-2 0-8,3 1-3,0 1-5,-1-1 5,0 2-2,-6-3 0,-5 4-1,-5-4 0,-7 0-2,-2 1 1,-6-1-1,0 0-2,0 3-22,0 0-52,-12-3-100</inkml:trace>
          <inkml:trace contextRef="#ctx0" brushRef="#br0" timeOffset="94058.73">13607 696 4,'0'0'71,"0"0"11,0 0-6,0 0-7,0 0-12,0 0 0,0-10-4,0 10-14,0 0 4,0 0-1,0 0-8,0 0-6,0 0-13,0 0-4,0 0 2,0 0-7,0 0-6,0 0-3,0 0-5,-1 0-2,-1 7-6,1 7 13,-2 7 3,-1 8 0,1-1 3,-4 7-3,-1 1 0,2-1 2,-2 0-3,1 3 1,-2-2 0,2-4 0,3-5 0,1-4 0,-1-4-1,4-1 0,-1-7-2,1-4 3,0 1-1,0-5 1,0 0 0,0-3 0,0 0 0,0 0 0,0 0 0,0 0 4,0 0-2,0 0 0,0 0 1,0 0-3,0 0-2,0 0 1,0 0-1,0 0-2,0 0-3,0 0-2,1 0-1,13 0 8,4 0 2,6 0 4,4-3-2,4 0 1,5-5-2,1 5 1,2-4-2,2 1 1,0 1 0,-2 0 2,-4 3-3,-2-1 0,-4 3 2,-1 0-4,-4 0 2,-2 0-4,1 0 4,1 0-2,0-3 1,3 0 1,4 1 0,2-4 1,-1 2 0,0-4-1,-1 2 2,0-1-2,-3-1 3,3-1-3,-4-2 0,2 1-1,3 2 3,4-2-2,7 2 0,2 1 3,6-2-6,0 4 3,-3 2 0,-1-1-2,-3 1 5,-3 0-6,3-2-3,-3-1 6,6 2-5,-7-2 5,1-2 0,-1 2 4,1-3-4,-1 0-5,-2 2 5,-2-4 0,2 4 0,-2-1 1,-1-1 1,-7 4-2,1-2 0,-1 1-3,-4 1 3,-2-1 0,-4 2 0,-4 1-7,-6 0 7,-3 0 2,-5 1 2,-1 2 3,0 0-7,0 0-6,-7 0-19,-6 0 3,-4 0-4,-2 0 16,0 5 9,5 2 0,-5 2-2,6 2 1,1 0-2,2 0 3,1 3-2,4 0 1,3-1 2,2 2-4,0-1 4,0-4-4,0-2 1,10-1 2,5-4-2,2-3 0,3 0-1,4 0 4,-3-10-1,-2-4 2,-7-4 7,-5 0 47,-7-3 32,0-3-14,-10-2-29,-22-1-44,-16-4-8,-18-3-88,-20 0-237</inkml:trace>
        </inkml:traceGroup>
      </inkml:traceGroup>
    </inkml:traceGroup>
  </inkml:traceGroup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1-02-08T06:40:24.439"/>
    </inkml:context>
    <inkml:brush xml:id="br0">
      <inkml:brushProperty name="width" value="0.04667" units="cm"/>
      <inkml:brushProperty name="height" value="0.04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E339C265-BC63-4703-9BDB-2C927D81065F}" emma:medium="tactile" emma:mode="ink">
          <msink:context xmlns:msink="http://schemas.microsoft.com/ink/2010/main" type="writingRegion" rotatedBoundingBox="8344,13473 19171,10943 19498,12342 8671,14872"/>
        </emma:interpretation>
      </emma:emma>
    </inkml:annotationXML>
    <inkml:traceGroup>
      <inkml:annotationXML>
        <emma:emma xmlns:emma="http://www.w3.org/2003/04/emma" version="1.0">
          <emma:interpretation id="{CCC984F3-5C18-4B8D-82E2-A33135DD7BBB}" emma:medium="tactile" emma:mode="ink">
            <msink:context xmlns:msink="http://schemas.microsoft.com/ink/2010/main" type="paragraph" rotatedBoundingBox="8344,13473 19171,10943 19498,12342 8671,14872" alignmentLevel="1"/>
          </emma:interpretation>
        </emma:emma>
      </inkml:annotationXML>
      <inkml:traceGroup>
        <inkml:annotationXML>
          <emma:emma xmlns:emma="http://www.w3.org/2003/04/emma" version="1.0">
            <emma:interpretation id="{33565F42-3750-4026-977E-633381341770}" emma:medium="tactile" emma:mode="ink">
              <msink:context xmlns:msink="http://schemas.microsoft.com/ink/2010/main" type="line" rotatedBoundingBox="8344,13473 19171,10943 19498,12342 8671,14872"/>
            </emma:interpretation>
          </emma:emma>
        </inkml:annotationXML>
        <inkml:traceGroup>
          <inkml:annotationXML>
            <emma:emma xmlns:emma="http://www.w3.org/2003/04/emma" version="1.0">
              <emma:interpretation id="{6D3990CD-447D-4611-AD5B-E97490696156}" emma:medium="tactile" emma:mode="ink">
                <msink:context xmlns:msink="http://schemas.microsoft.com/ink/2010/main" type="inkWord" rotatedBoundingBox="8344,13473 11485,12739 11775,13976 8633,14710"/>
              </emma:interpretation>
              <emma:one-of disjunction-type="recognition" id="oneOf0">
                <emma:interpretation id="interp0" emma:lang="en-IN" emma:confidence="0">
                  <emma:literal>-3</emma:literal>
                </emma:interpretation>
                <emma:interpretation id="interp1" emma:lang="en-IN" emma:confidence="0">
                  <emma:literal>-s</emma:literal>
                </emma:interpretation>
                <emma:interpretation id="interp2" emma:lang="en-IN" emma:confidence="0">
                  <emma:literal>I</emma:literal>
                </emma:interpretation>
                <emma:interpretation id="interp3" emma:lang="en-IN" emma:confidence="0">
                  <emma:literal>-J</emma:literal>
                </emma:interpretation>
                <emma:interpretation id="interp4" emma:lang="en-IN" emma:confidence="0">
                  <emma:literal>-I</emma:literal>
                </emma:interpretation>
              </emma:one-of>
            </emma:emma>
          </inkml:annotationXML>
          <inkml:trace contextRef="#ctx0" brushRef="#br0">-8348 1709 37,'0'0'44,"0"0"-12,0 0-3,0 0 2,0 0-3,0 0 6,0 0-2,0 0-7,3 0-8,7 0-1,7 0 9,5 0-18,1 0-2,6 0-2,2-3 8,3 0 14,1-1-3,-1 1-10,1 0 5,-7 1-15,-3 1-2,-1 1 2,-1-2-2,-1 2 2,4 0 0,3-3 3,1 0 5,9 0-4,-1 2-5,4 1 9,3 0 3,-5 0-11,-1 0-2,-4 0 2,-3 0-2,-2 0 0,5-3 5,0 3 3,2-6 4,5 1-4,3 0-1,3 0-2,2-3 3,4 5 2,-2-4-2,3 0 8,-2 3-1,0 1-11,-1-1 9,-4 1-10,1-1-3,-6 1 0,0 2 0,-1 1 3,-1 0-1,-6 0-2,-4-3 0,0 3 1,-3 0 6,-1-3 0,-5 3 1,4 0 4,0-3-2,0 3-7,0 0-3,-7 0-2,-1 0 2,0 0 0,-5 0 2,-3 0-2,-4 0-3,-2 0 1,-4 0 0,0 0-5,0 0-18,0 0-57,-7 0-106</inkml:trace>
          <inkml:trace contextRef="#ctx0" brushRef="#br0" timeOffset="18549.5284">-5788 656 6,'0'0'20,"0"0"-9,0 0-10,0 0 6,0 0 2,0 0 19,0 0 8,0-9-3,0 9 3,0 0-7,0 0-4,0 0-6,0 0 1,0 0-4,0 0 1,0 0-3,0 0-4,0 0-7,0 0-3,4 0-1,12 0 1,5 0 31,14 0 3,9 0-21,8 0-4,7 0 0,0 0-9,1 0 0,-12 0 0,-10 0-6,-7 0-20,-15 0 2,0 0 8,-10 0 4,-6 0 0,0 3 3,0-3 6,0 0 2,0 0 1,0 3-2,0 0-1,0 1 0,0 2 3,0 2 0,0 2 1,4 2-1,-1 5 0,1 1 1,3 3 3,-4 3-4,1 2 1,-2 1 1,-1 1 1,-1 1-3,2 3 3,-2-1 1,0 1-4,0-1 2,0 1-2,0 0 3,0-4-1,0 4-1,0-7-1,0 3 1,0-4 0,0-3 4,0 1 2,0 2 0,1 1-1,4-3 4,-5 2-4,3 0-4,-3 5 2,0-1-3,0 0-1,0-5 2,0-3-1,0 0-1,0-5 0,0 1 0,0-1 0,0 2 0,0 1 2,0-4-2,0 1 3,0-2-3,3 0 0,-3-2 1,0 1-1,0-1 0,0 2 0,0 1 0,0-2 0,0 1 0,-3 1 2,-5-3-2,4 0 0,-3 1 0,1-1 1,-1-2 0,0 0 0,1-4 0,-1 1-1,-2-4-1,3 3 1,-4-2 5,0-3-4,-3 2 4,-3-2-5,3 0-7,-7 0 7,-4 0 2,3 0-2,-7 0-2,4 0 2,-5 0 0,-2 0-4,7 0 4,-7 0-1,7 0-3,-4 0 3,4 0 1,-3 0-5,2 0-1,0 0 5,2 0 1,-5 0-3,4 0 3,2 0 0,2-2 2,-2 2-2,2-3 0,4 3 0,-2 0 0,4 0 0,0 0 1,2 0-2,-1 0 2,0 0 0,0 0 1,0 0-1,3 0 2,4 0 0,-4 0 4,3 0 6,1 0-6,-5 0 0,1-3-3,-1 1-2,-3 1 0,0 0 9,3 1 2,4 0-7,1 0 15,3-3 4,3 3 3,0 0-2,0 0-23,0 0 0,0 0-3,0 0-2,0 0-51,0 0-133</inkml:trace>
        </inkml:traceGroup>
        <inkml:traceGroup>
          <inkml:annotationXML>
            <emma:emma xmlns:emma="http://www.w3.org/2003/04/emma" version="1.0">
              <emma:interpretation id="{39297504-B4B1-4D0F-A1DE-DB808EA89DDA}" emma:medium="tactile" emma:mode="ink">
                <msink:context xmlns:msink="http://schemas.microsoft.com/ink/2010/main" type="inkWord" rotatedBoundingBox="12760,12901 13173,12804 13290,13305 12876,13401"/>
              </emma:interpretation>
              <emma:one-of disjunction-type="recognition" id="oneOf1">
                <emma:interpretation id="interp5" emma:lang="en-IN" emma:confidence="0">
                  <emma:literal>I</emma:literal>
                </emma:interpretation>
                <emma:interpretation id="interp6" emma:lang="en-IN" emma:confidence="0">
                  <emma:literal>6</emma:literal>
                </emma:interpretation>
                <emma:interpretation id="interp7" emma:lang="en-IN" emma:confidence="0">
                  <emma:literal>¥</emma:literal>
                </emma:interpretation>
                <emma:interpretation id="interp8" emma:lang="en-IN" emma:confidence="0">
                  <emma:literal>1</emma:literal>
                </emma:interpretation>
                <emma:interpretation id="interp9" emma:lang="en-IN" emma:confidence="0">
                  <emma:literal>Q</emma:literal>
                </emma:interpretation>
              </emma:one-of>
            </emma:emma>
          </inkml:annotationXML>
          <inkml:trace contextRef="#ctx0" brushRef="#br0" timeOffset="206845.1322">-3949 716 35,'0'0'97,"0"0"-45,0 0 35,0 0-27,0 0-22,0 0-5,16-17 11,-16 17-9,0-2-7,0 2-3,0 0-5,0 0-7,0 0-5,0 0-8,0 0-1,-6 0-6,-11 0 5,-4 0-1,1 0 0,6 0 5,0 0-2,6 0 0,6 0-2,2 0-4,0 0-15,0 0-8,6 0-13,22 0 42,7 0 0,5 0 2,9 0 0,-1 0-2,-2 0 0,-4 0 0,-7 0-4,-12 0 3,-8 0-4,-8 0-10,-4 0-19,-3 0-4,0 0-3,0 0 0,0 0-25,-10 0-47,-7 5 32</inkml:trace>
          <inkml:trace contextRef="#ctx0" brushRef="#br0" timeOffset="207699.8693">-3933 1118 48,'0'0'27,"0"0"30,0 0-7,0 0-19,0 0 5,0 0 3,0 0-10,0 0-4,0 0 2,0 0 0,0 0 3,0 0 3,0 0-4,0 0-1,0 0 2,0 0-11,0 0-1,10 0-8,16-3 0,12 0 4,11 1-8,6-1 1,3 0-5,-6 3-2,-9-3-3,-8 3 3,-12 0 1,-10 0 1,-4 0-2,-6 0 0,0 0 2,-3 0 2,0 0 14,0 0-2,0 0-4,0 0-3,0 0-3,0 0-3,0 0-1,0 0-2,0 0-3,7 0-54,-3 0-235</inkml:trace>
          <inkml:trace contextRef="#ctx0" brushRef="#br0" timeOffset="207220.0408">-3741 708 48,'0'0'94,"0"0"-3,0 0-12,0 0 7,0 0-16,0 0-14,0 0-10,0 0-17,0 0-18,0 0-11,0 2-2,0 4-10,0 1-11,0 7 11,0 4 12,0 3 0,0 0 0,0 3 0,0 2 1,0 1 3,0 2-4,0-4 4,0 4-4,0 1 2,0-5-1,0-3 0,0-1-1,0-3 2,0-5-2,0-2 1,0-4-1,3-1 2,-2-1 0,-1-2-1,0-3 0,0 0 2,0 0-1,0 0-2,0 0-30,-4 0-30,-13 0-19,-9 0-77,0 0-72</inkml:trace>
        </inkml:traceGroup>
        <inkml:traceGroup>
          <inkml:annotationXML>
            <emma:emma xmlns:emma="http://www.w3.org/2003/04/emma" version="1.0">
              <emma:interpretation id="{88678814-8718-46A2-98CC-15E4AED71773}" emma:medium="tactile" emma:mode="ink">
                <msink:context xmlns:msink="http://schemas.microsoft.com/ink/2010/main" type="inkWord" rotatedBoundingBox="16555,11663 19195,11046 19498,12342 16858,12958"/>
              </emma:interpretation>
              <emma:one-of disjunction-type="recognition" id="oneOf2">
                <emma:interpretation id="interp10" emma:lang="en-IN" emma:confidence="0">
                  <emma:literal>At</emma:literal>
                </emma:interpretation>
                <emma:interpretation id="interp11" emma:lang="en-IN" emma:confidence="0">
                  <emma:literal>"I</emma:literal>
                </emma:interpretation>
                <emma:interpretation id="interp12" emma:lang="en-IN" emma:confidence="0">
                  <emma:literal>"In</emma:literal>
                </emma:interpretation>
                <emma:interpretation id="interp13" emma:lang="en-IN" emma:confidence="0">
                  <emma:literal>Int</emma:literal>
                </emma:interpretation>
                <emma:interpretation id="interp14" emma:lang="en-IN" emma:confidence="0">
                  <emma:literal>AT</emma:literal>
                </emma:interpretation>
              </emma:one-of>
            </emma:emma>
          </inkml:annotationXML>
          <inkml:trace contextRef="#ctx0" brushRef="#br0" timeOffset="65558.9766">550-5 5,'0'0'48,"0"0"-4,0 0-11,0 0-6,0 0 20,0 0 6,0 0-2,0 0-6,3-8 0,-3 8 2,1 0-12,-1 0-4,0 0 2,0 0-4,0 0 0,0 0-7,0 0-5,0 0-13,0 0-4,0 0-9,0 0-7,-13 11 16,-4 6 3,-8 4-1,1 0 5,-4 4-7,-2 1 0,-5 4 4,0 2-1,-3 1-3,3 4 3,-2-5-3,5-3 0,5-8 0,4 0-3,3-6 1,7 1 2,-5-1 1,7-1-1,-1-4 0,5 1 0,-2-1 0,2-2 3,2-2-3,1-5-2,1 6 2,0-4-1,2 1 1,-5-1 0,2 0-2,0 2-5,-2-2-15,0 0-4,1 1-46,-2-4-35,3 0-56</inkml:trace>
          <inkml:trace contextRef="#ctx0" brushRef="#br0" timeOffset="66485.2769">558-10 64,'0'0'77,"0"0"-8,0 0 0,0 0-28,0 0 16,0 0-11,0 0 10,3-13-7,-3 13-1,0 0-2,0 0-9,0 0-3,0-3-4,0 1-5,0 2-4,0 0 2,0 0-2,0 0-1,5 0-3,-5 0-6,0 0-11,0 0-2,3 0-11,1 0-2,8 12 5,5 5 6,5 4 4,1 3 0,2 2 0,2 2 2,2 4-2,-2-5 0,2 5-1,2-4 1,-1 1 0,2-1 0,0 0 0,-6-3 1,-1-1-1,0-6-3,2 0 1,-7-1 0,0-2-1,-1 2 0,-3-3 3,-1 0 0,-1-3 0,-4-4 0,1-1 0,-5-1 0,-2-2 0,-1-3-1,-3 0 1,0 3 0,0-3-9,0 0-42,0 0-31,-7 0-81,-19 0-184</inkml:trace>
          <inkml:trace contextRef="#ctx0" brushRef="#br0" timeOffset="73711.3739">1311-129 257,'0'0'73,"0"0"17,0 0 25,0 0-65,0 0-39,0 0-7,0-1-4,0 12 2,0 7 6,0 3 16,0 10 0,2 2-7,-1 5-7,-1 4-8,0 8-2,0 6-12,0 4-62,-4 0-62,-8-4-98</inkml:trace>
          <inkml:trace contextRef="#ctx0" brushRef="#br0" timeOffset="73431.5792">1064 1 38,'0'0'72,"0"0"-2,0 0 5,0 0-43,0 0-18,0 0 11,0 0 8,4 0 6,-4 0 3,0 0-8,0 0-12,0 0-4,0 0 3,0 0-4,3 0-8,1 0-5,5 0-4,7 0 0,13 0 4,10 0 4,6 0-5,1 0-1,2 0-2,-7 0 1,-4 0-1,-7 0 0,-10 0 0,-6 0-1,-7 0 1,-6 0 0,-1 0-3,0 0 1,0 0-16,0 0-13,-1 0-35,-17 3-46,-2-3-3,-3 0-120</inkml:trace>
          <inkml:trace contextRef="#ctx0" brushRef="#br0" timeOffset="78065.5277">475-633 94,'0'0'22,"0"0"17,0 0 14,0 0-28,0 0-6,0 0 8,3-3 8,-2 2 10,-1 1 0,0-3-8,0 0-11,0-5-12,0 2 4,0 2 2,0-4-17,0-2 14,0 3-7,0 3 11,0 4 5,0 0-18,0 0-8,0 0-1,0 0-5,0 8-10,0 13 5,0 10 11,0 15 0,0 3 2,0 4 13,0 4 1,0-4-5,0-1-4,0-5 10,0-2-6,4-3-7,5-3 0,1-1-2,-4-8-1,3 0 2,-6-7-3,-2-3 0,-1-2 2,0-5-1,0-1 3,0-1-4,0 2-5,-4-2-28,-10-4-94,3-7-85</inkml:trace>
          <inkml:trace contextRef="#ctx0" brushRef="#br0" timeOffset="79528.4687">514-693 20,'0'0'22,"0"0"8,0 0 16,0 0-26,0 0 8,0 0 3,-22-15 7,22 15-4,0-3-3,0 3 1,0 0 2,0 0 0,0 0-2,0 0-19,0 0-13,0 0 0,0 0-9,0 0-1,11 0 6,10 4 3,9 3 1,11-3 3,8 2 8,6-5-6,1 2-2,5 1 2,0-1-5,-2-3 5,-4 4-5,0-4-3,-4 3 3,-1 0 3,-2-3 5,0 5-8,-5-5-3,2 0 3,-1 3 2,-2-3 4,3 3-6,-2 1-3,1-1 3,-1 0 5,0 2-5,-2-2 4,-2 0-9,-1 1 5,0-4 0,-1 6 1,-1-4-1,-1 1-2,-2-3-6,2 0 3,2 0 1,0 0 4,-4 0 0,3 0-1,-1 0-6,-4 0 1,-2 0 1,-4 0 2,-3 0 3,-2 0-1,-1 0-2,-6 3 6,3-3-6,3 0 8,-2 0-6,0 3 1,4-3-1,0 0-1,0 0 2,-1 0 0,-2 0 0,-4 0-3,-4 0-12,-7 1-6,-2-1 10,-1 0-3,0 0 9,0 0 5,0 0-2,0 0-1,0 0 3,0 0 0,0 0 2,-6 0 2,-4 0 0,-2 0 4,-3 0-7,0 0 4,-1 3 2,2 0 1,-1 5-7,4 2-1,-4 1-1,8 3-5,0 0 5,4 0 1,0 0 0,3-4 0,0 1 0,0-1-4,0-2 4,9-4 0,5 2 1,-1-3 2,6-3-1,1 0-2,3 0 0,0 0 6,-1-3-4,-3-4 6,-5-2-6,-5 1 3,-6-2 9,-1-1 33,-2-4-16,0 2-4,-5-1-21,-14-1 3,-2 4-18,-10 5 3,-4 2-105,1-2-178</inkml:trace>
        </inkml:traceGroup>
      </inkml:traceGroup>
    </inkml:traceGroup>
  </inkml:traceGroup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1-02-08T06:42:40.735"/>
    </inkml:context>
    <inkml:brush xml:id="br0">
      <inkml:brushProperty name="width" value="0.04667" units="cm"/>
      <inkml:brushProperty name="height" value="0.04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6DB79AF8-7416-4CD8-8DEA-EEEB7949C9AC}" emma:medium="tactile" emma:mode="ink">
          <msink:context xmlns:msink="http://schemas.microsoft.com/ink/2010/main" type="inkDrawing" rotatedBoundingBox="21150,11825 22296,12024 22129,12988 20983,12789" hotPoints="22108,12437 21570,12975 21032,12437 21570,11899" semanticType="enclosure" shapeName="Circle">
            <msink:sourceLink direction="with" ref="{1FC12C9C-8B23-454E-B36B-0F3EB58723AC}"/>
          </msink:context>
        </emma:interpretation>
      </emma:emma>
    </inkml:annotationXML>
    <inkml:trace contextRef="#ctx0" brushRef="#br0">871 103 173,'0'0'50,"0"0"-21,0 0 30,0 0-36,0 0-2,0 0-14,-26-24 6,19 20-10,-3-2 10,-5-2 11,-1 5-17,-1-4-2,-3-1 1,2 2-6,1 2-1,1-3 1,0 3 1,2 1 1,-1-1 0,2 1 0,0-1-2,0 0 0,-3 4 0,-1-3 0,-2 3 0,-1 0 0,1 0 0,0 0 0,2 0 0,-4 0 0,0 0 0,1 0 0,-1 0 0,0 0 3,-1 4-2,-1-1 3,4 4 2,0-6 4,5 5-7,-1-2-2,-1 3 4,0-3-1,1 5 0,0-1 2,3-1 1,-1 4-4,-1 2-3,1 5-2,-2 0 2,-2 3 4,2 0-4,-2 4 1,1 0 0,-1-1 1,2 0 1,1-1-3,2 1 1,2-3-2,3 0 1,1 0 0,2 0 0,1 0 1,3 0-1,0 1 0,0-1 0,0 0 2,0 0 1,0 1 0,3 2-3,1-6 2,2 2 0,0-5 1,2 2 0,1-5-2,0 4 1,-2-4 3,3 5 1,0-4-4,2 2 7,1 2-3,1-2-1,-1-1 1,1 1-3,1 1 2,0-2-3,2-2-1,-1 1 2,1 1-3,-2 1 1,1-2 3,-3 1-4,0-3 1,0-1 1,3 1-2,1-4 0,4 1 4,-1-1-2,3-1-2,3 2 7,-1-5-2,2 1-5,-2-1 4,-1-3-4,2 0 4,2 0-3,-1 0 1,2 0-2,0 0 1,-1 0 4,-4 0-5,1 0 0,-3-4 4,2 1-4,-2-5 0,-1 2 1,1 2-1,0-2 1,-4-2-1,0 1 1,1-4 3,0 1-1,-3-1-3,1-3 2,-2 4 0,-1-7 1,2 5-3,-1-1 1,-1-1 0,-3 2-1,1-1-1,0-1 1,-2-1 1,-2-2 1,0 3-2,0-6 0,1 2-3,0-5-1,-3 2-5,1-3-3,-3 0 9,2 3-6,-2-3 9,-1 3 0,0 3-2,-3 0 2,0-3 1,0 3 10,0 0-1,0 1 4,-2-1-6,-6 1-2,-1-1 0,2 3-3,1-3 5,1 2-3,0-2-4,-1 1 7,0-1-1,-2 3-2,-1-2 5,2 4-3,-7 1-7,0-2 0,-7 4-8,-13-1-33,-9-3-102,-9-4-196</inkml:trace>
  </inkml:traceGroup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1-02-08T06:42:41.749"/>
    </inkml:context>
    <inkml:brush xml:id="br0">
      <inkml:brushProperty name="width" value="0.04667" units="cm"/>
      <inkml:brushProperty name="height" value="0.04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1E62118C-DA0B-4B42-AA96-539660B535BC}" emma:medium="tactile" emma:mode="ink">
          <msink:context xmlns:msink="http://schemas.microsoft.com/ink/2010/main" type="writingRegion" rotatedBoundingBox="21417,11382 23660,11140 23822,12643 21579,12885"/>
        </emma:interpretation>
      </emma:emma>
    </inkml:annotationXML>
    <inkml:traceGroup>
      <inkml:annotationXML>
        <emma:emma xmlns:emma="http://www.w3.org/2003/04/emma" version="1.0">
          <emma:interpretation id="{4AF7057D-627F-46EC-B843-E670D5ECDDAF}" emma:medium="tactile" emma:mode="ink">
            <msink:context xmlns:msink="http://schemas.microsoft.com/ink/2010/main" type="paragraph" rotatedBoundingBox="21417,11382 23660,11140 23822,12643 21579,12885" alignmentLevel="1"/>
          </emma:interpretation>
        </emma:emma>
      </inkml:annotationXML>
      <inkml:traceGroup>
        <inkml:annotationXML>
          <emma:emma xmlns:emma="http://www.w3.org/2003/04/emma" version="1.0">
            <emma:interpretation id="{34DF76DE-DB34-4F2C-A14F-85F1ED010DB7}" emma:medium="tactile" emma:mode="ink">
              <msink:context xmlns:msink="http://schemas.microsoft.com/ink/2010/main" type="line" rotatedBoundingBox="21417,11382 23660,11140 23751,11984 21508,12226"/>
            </emma:interpretation>
          </emma:emma>
        </inkml:annotationXML>
        <inkml:traceGroup>
          <inkml:annotationXML>
            <emma:emma xmlns:emma="http://www.w3.org/2003/04/emma" version="1.0">
              <emma:interpretation id="{170FFB19-49AE-45E5-8B35-84D09B285A91}" emma:medium="tactile" emma:mode="ink">
                <msink:context xmlns:msink="http://schemas.microsoft.com/ink/2010/main" type="inkWord" rotatedBoundingBox="21417,11382 23660,11140 23751,11984 21508,12226"/>
              </emma:interpretation>
              <emma:one-of disjunction-type="recognition" id="oneOf0">
                <emma:interpretation id="interp0" emma:lang="en-IN" emma:confidence="0">
                  <emma:literal>..</emma:literal>
                </emma:interpretation>
                <emma:interpretation id="interp1" emma:lang="en-IN" emma:confidence="0">
                  <emma:literal>too</emma:literal>
                </emma:interpretation>
                <emma:interpretation id="interp2" emma:lang="en-IN" emma:confidence="0">
                  <emma:literal>two</emma:literal>
                </emma:interpretation>
                <emma:interpretation id="interp3" emma:lang="en-IN" emma:confidence="0">
                  <emma:literal>fro</emma:literal>
                </emma:interpretation>
                <emma:interpretation id="interp4" emma:lang="en-IN" emma:confidence="0">
                  <emma:literal>tow</emma:literal>
                </emma:interpretation>
              </emma:one-of>
            </emma:emma>
          </inkml:annotationXML>
          <inkml:trace contextRef="#ctx0" brushRef="#br0">-846-695 51,'0'0'58,"0"0"24,0 0-15,0 0-27,0 0 8,0 0 1,0 0-2,20-81 5,-20 76-8,0 5-13,0 0-12,0 0-19,0 0-12,0 2-5,0 17-11,0 13 23,0 10 5,0 5 1,0 5 4,0 1 2,-2 0-1,1-4-2,-1 1 2,2 0 1,-1-5-2,-2-3 2,3-3-5,0 0-1,0-4 1,-1-7 0,1 1-1,-2-8 2,2 0-2,-1-3-1,-1-1 0,-2-3-5,-4 0-54,-6-3-60,-2-8-51</inkml:trace>
          <inkml:trace contextRef="#ctx0" brushRef="#br0" timeOffset="1018.936">-744-801 16,'0'0'63,"0"0"-6,0 0 14,0 0-22,0 0-12,0 0 19,-10-21-10,10 21 8,0-1-8,0 1-13,0 0-17,0 0-9,0 0-6,0 0-1,6 0-13,21 0 13,17 0 1,16 0 1,12 4 1,11 4-2,8 1-1,2-1-2,8 2-26,-1-2-13,-1 2 0,-7-2-12,-8-2 10,-14-2 5,-10-1 18,-12-3 17,-9 0 2,-11 0 1,-12 0 3,-6 0 0,-7 0 23,-2 0 12,2 0-9,-3 0-6,0 0-4,0 0-12,0 0-2,0 0-5,0 0 3,0 0-3,-10 0-6,-2 0 4,1 3 2,-2 2 3,4 1-3,0 4-7,4 1-3,2 3 4,1-3 2,2 3 2,0 0 1,2-3-2,8 0-3,4-2-3,5-1 0,1-5 9,1-3 4,-5 0 0,-6 0 1,-3-3 9,-7-14 25,0-1 23,0-7-31,-13 0-19,-9-3 1,-4 7-13,-6 3-28,-5 4-85,-7 7-232</inkml:trace>
          <inkml:trace contextRef="#ctx0" brushRef="#br0" timeOffset="7925.7866">375-832 48,'0'0'22,"0"0"32,0 0-15,0 0-10,0 0 1,0 0-8,-2 3-10,2-3-4,-1 0-8,-1 3-2,-3 0 2,0 1 0,-3 0 0,-1 0 0,2 2 0,-4-3 0,1 5 0,0-5 4,2 1-3,-1 2-1,3-4 0,0 4 0,3-6 1,-1 0 2,3 3 2,1-3 2,0 0 16,0 0 8,0 0-5,0 0 2,0 0 2,0 0 1,0 0-8,0 0-7,7 0-12,9 0-1,11 0 5,12 4-5,8-1 2,6 2-4,4 1 5,2-3-3,-1 1-3,1 2-2,-4-4 2,-1 1 2,-4 0 1,-5 0-2,-3-3-1,-2 1 3,-3-1-3,-2 0 1,-5 0-1,-1 0 0,-3 0 0,-1 0 4,-1 0 0,-2 0-4,-2 0 1,-4 0-2,0 0 2,-5 0-2,-3 0-1,-2 0 2,-3 0 0,-3 0 0,0 0 0,0 0 0,0 0 1,0 3 2,0-3 1,0 0 1,0 0-2,0 0 3,0 0-5,0 0-1,-5 3-5,-5 2 5,-2 4 3,-3-1-2,2 5-2,2-1 0,1 5-3,7-2 3,-1-2-7,4 2 7,0 2-1,0-4 2,0-1 3,6 2-3,5-4 3,3-2-3,3-2 3,-1-2 0,3-4 11,-4 0-6,-6 0 15,-3 0 43,-3-4 22,-1-6-40,-2-7-10,0-1-37,-4 0-1,-30-3-77,-23-3-216</inkml:trace>
        </inkml:traceGroup>
      </inkml:traceGroup>
      <inkml:traceGroup>
        <inkml:annotationXML>
          <emma:emma xmlns:emma="http://www.w3.org/2003/04/emma" version="1.0">
            <emma:interpretation id="{D658698A-58FD-4FAB-99D0-55B5FB4852A6}" emma:medium="tactile" emma:mode="ink">
              <msink:context xmlns:msink="http://schemas.microsoft.com/ink/2010/main" type="line" rotatedBoundingBox="22418,11967 23606,12092 23540,12713 22353,12588"/>
            </emma:interpretation>
          </emma:emma>
        </inkml:annotationXML>
        <inkml:traceGroup>
          <inkml:annotationXML>
            <emma:emma xmlns:emma="http://www.w3.org/2003/04/emma" version="1.0">
              <emma:interpretation id="{23102A07-DF9C-4289-805A-3E6BB4D8CB99}" emma:medium="tactile" emma:mode="ink">
                <msink:context xmlns:msink="http://schemas.microsoft.com/ink/2010/main" type="inkWord" rotatedBoundingBox="22418,11967 23606,12092 23540,12713 22353,12588"/>
              </emma:interpretation>
              <emma:one-of disjunction-type="recognition" id="oneOf1">
                <emma:interpretation id="interp5" emma:lang="en-IN" emma:confidence="0">
                  <emma:literal>will)</emma:literal>
                </emma:interpretation>
                <emma:interpretation id="interp6" emma:lang="en-IN" emma:confidence="0">
                  <emma:literal>U (1)</emma:literal>
                </emma:interpretation>
                <emma:interpretation id="interp7" emma:lang="en-IN" emma:confidence="0">
                  <emma:literal>U 11)</emma:literal>
                </emma:interpretation>
                <emma:interpretation id="interp8" emma:lang="en-IN" emma:confidence="0">
                  <emma:literal>ull)</emma:literal>
                </emma:interpretation>
                <emma:interpretation id="interp9" emma:lang="en-IN" emma:confidence="0">
                  <emma:literal>U (I)</emma:literal>
                </emma:interpretation>
              </emma:one-of>
            </emma:emma>
          </inkml:annotationXML>
          <inkml:trace contextRef="#ctx0" brushRef="#br0" timeOffset="4701.3544">0 48 231,'0'0'51,"0"0"-13,0 0 20,0 0-13,0 0-20,0 0 2,0 0 7,12-7-8,-7 7-14,-2 0-10,7 0-2,4 0-1,1 14 1,1-1 0,0 5-1,-4 0-4,-1 6 5,-2 2 2,-5 2-1,-1 3 1,1-3-1,-2-2-1,1-2 1,1-3 1,-2-7-1,1-4 1,0-5-2,2 1 1,0-5-1,-1 2-1,0-3-1,2 0-4,-2 0-2,4 0 8,-1 0 1,3-7 1,2-7-2,0-1 0,2-2-12,-3-1 12,1-3 0,-1 3 0,-4 0-1,0 5 1,-2-5-1,-2 4 1,0-4-1,0 1-4,-2 2 5,-1-1-5,0 1-5,0 1-1,0 1-6,0 1 17,0 1 2,0 2 0,0-2-2,0 1 1,0 5 2,0-2-2,0 4 7,0 3 4,0-3-7,0 3 1,0 0-4,0 0-2,0 0-4,0 0-3,-4 0-4,1 3-1,-1 7 6,-2 4 5,1 1-2,1-1 3,3 4-2,-1-2 2,2 2 0,0 3 0,0 0 1,0 1-2,12-1-7,5-6-103,3-5-156</inkml:trace>
          <inkml:trace contextRef="#ctx0" brushRef="#br0" timeOffset="5121.4082">682-87 206,'0'0'75,"0"0"-73,0 0 22,0 0-16,0 0 4,0 0 21,-34 99-10,19-59 21,1 2-16,3 3-13,4 5 2,4-1 4,1-2-9,2-2-7,0-10-3,2-4 0,11-5 5,6-2-4,1-6-3,3-8-24,0-2-46,3-5-44,-4-3-103</inkml:trace>
          <inkml:trace contextRef="#ctx0" brushRef="#br0" timeOffset="5646.346">831-58 86,'0'0'75,"0"0"30,0 0-24,0 0 1,0 0-29,0 0-14,3-11-21,-3 11-18,0 0-8,0 5-10,0 13 10,0 9 8,0 1 15,-6 4 5,-2 3 1,0 1-2,1 1-10,2-1 9,1 2-4,0-8-5,1 0-2,1-7-1,2-6-6,0-3 0,0 0 5,0-3-5,0-5 5,0-2 0,2-1-1,2 0-4,6-1-25,4-2-23,6 0-16,1-2-61,1-11-112</inkml:trace>
          <inkml:trace contextRef="#ctx0" brushRef="#br0" timeOffset="6230.9976">1074-104 270,'0'0'60,"0"0"-22,0 0 53,0 0-49,0 0-37,0 0-3,0 0 11,52 71 14,-36-33-8,-2 9 8,-4-2 1,-4 4-13,-4 4-14,-2 0-1,0-4 1,-9-3 1,-13-4-2,-10-3-14,-8-6-89,-12-3-71,-5-9-120</inkml:trace>
        </inkml:traceGroup>
      </inkml:traceGroup>
    </inkml:traceGroup>
  </inkml:traceGroup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1-02-08T06:42:39.063"/>
    </inkml:context>
    <inkml:brush xml:id="br0">
      <inkml:brushProperty name="width" value="0.04667" units="cm"/>
      <inkml:brushProperty name="height" value="0.04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1FC12C9C-8B23-454E-B36B-0F3EB58723AC}" emma:medium="tactile" emma:mode="ink">
          <msink:context xmlns:msink="http://schemas.microsoft.com/ink/2010/main" type="writingRegion" rotatedBoundingBox="21417,12283 21856,12283 21856,12526 21417,12526">
            <msink:destinationLink direction="with" ref="{6DB79AF8-7416-4CD8-8DEA-EEEB7949C9AC}"/>
          </msink:context>
        </emma:interpretation>
      </emma:emma>
    </inkml:annotationXML>
    <inkml:traceGroup>
      <inkml:annotationXML>
        <emma:emma xmlns:emma="http://www.w3.org/2003/04/emma" version="1.0">
          <emma:interpretation id="{7B8E1C92-8EA6-4DF3-9E1A-EAA6D9BC09C3}" emma:medium="tactile" emma:mode="ink">
            <msink:context xmlns:msink="http://schemas.microsoft.com/ink/2010/main" type="paragraph" rotatedBoundingBox="21417,12283 21856,12283 21856,12526 21417,12526" alignmentLevel="1"/>
          </emma:interpretation>
        </emma:emma>
      </inkml:annotationXML>
      <inkml:traceGroup>
        <inkml:annotationXML>
          <emma:emma xmlns:emma="http://www.w3.org/2003/04/emma" version="1.0">
            <emma:interpretation id="{99D643DD-8234-47E0-AB19-4D324F7A2DA0}" emma:medium="tactile" emma:mode="ink">
              <msink:context xmlns:msink="http://schemas.microsoft.com/ink/2010/main" type="line" rotatedBoundingBox="21417,12283 21856,12283 21856,12526 21417,12526"/>
            </emma:interpretation>
          </emma:emma>
        </inkml:annotationXML>
        <inkml:traceGroup>
          <inkml:annotationXML>
            <emma:emma xmlns:emma="http://www.w3.org/2003/04/emma" version="1.0">
              <emma:interpretation id="{8855123E-F975-4F84-91B2-802E4B4F1236}" emma:medium="tactile" emma:mode="ink">
                <msink:context xmlns:msink="http://schemas.microsoft.com/ink/2010/main" type="inkWord" rotatedBoundingBox="21417,12283 21856,12283 21856,12526 21417,12526"/>
              </emma:interpretation>
              <emma:one-of disjunction-type="recognition" id="oneOf0">
                <emma:interpretation id="interp0" emma:lang="en-IN" emma:confidence="0">
                  <emma:literal>~</emma:literal>
                </emma:interpretation>
                <emma:interpretation id="interp1" emma:lang="en-IN" emma:confidence="0">
                  <emma:literal>+</emma:literal>
                </emma:interpretation>
                <emma:interpretation id="interp2" emma:lang="en-IN" emma:confidence="0">
                  <emma:literal>2</emma:literal>
                </emma:interpretation>
                <emma:interpretation id="interp3" emma:lang="en-IN" emma:confidence="0">
                  <emma:literal>a</emma:literal>
                </emma:interpretation>
                <emma:interpretation id="interp4" emma:lang="en-IN" emma:confidence="0">
                  <emma:literal>3</emma:literal>
                </emma:interpretation>
              </emma:one-of>
            </emma:emma>
          </inkml:annotationXML>
          <inkml:trace contextRef="#ctx0" brushRef="#br0">8 124 26,'0'0'27,"0"0"15,0 0-23,0 0-8,0 0 8,0 0 10,0 0 5,0 0 3,-3-5 7,3 5 4,0 0-12,0 0 2,0 0-2,0 0-12,0 0 1,0 0 1,0-3-2,0 3 3,0 0-4,0 0-2,0 0-3,0 0-1,0 0 2,0 0 0,0 0 4,-1-4 2,1 1-10,0-4 1,0 3 3,-3-6-8,3-1-7,0 0-1,0 1-3,0 2 4,0-2 1,7 1-3,2 1-4,-3 4 1,3-2 0,-2 1 0,1 2 0,-2 3-4,0-3 4,1 3-6,2 0 5,3 0-1,3 0-5,0 0 3,4 11-3,-5-4 2,2 7 1,-4-4-5,-2 4-1,-3-4-1,0 4 6,0 1 1,-2-1-2,-1 4 0,0 0 6,1-2 0,2 2 1,-1 0 0,0-4 0,1-3 0,1-4-5,-2-1 3,3-5-6,-2 3-6,1-1 6,2-3-13,-2 0 8,2 0 5,2 0 7,1 0 1,1-7-3,-1 0 3,-2-4-8,-5 1-2,1 2 10,-4-2 2,1-1 0,0-2 2,2 2-4,-2 1 1,2-1 1,-1 4-1,-2-1-1,2 2 0,-2 5 0,-1-2 0,-2 3 0,0 0 2,0 0 1,0 0-1,0 0-2,0 0-7,0 0-11,0 0-70,-10 0-147</inkml:trace>
        </inkml:traceGroup>
      </inkml:traceGroup>
    </inkml:traceGroup>
  </inkml:traceGroup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1-02-08T06:42:47.673"/>
    </inkml:context>
    <inkml:brush xml:id="br0">
      <inkml:brushProperty name="width" value="0.04667" units="cm"/>
      <inkml:brushProperty name="height" value="0.04667" units="cm"/>
      <inkml:brushProperty name="color" value="#ED1C24"/>
      <inkml:brushProperty name="fitToCurve" value="1"/>
    </inkml:brush>
  </inkml:definitions>
  <inkml:trace contextRef="#ctx0" brushRef="#br0">0-1 39,'0'0'268,"0"0"-263,0 0 40,0 0 8,0 0-48,0 0 0,37 0 5,-8 0 2,4 0-7,0 0-5,2 0-4,0 0-68,-6 0-69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1-02-08T06:42:43.922"/>
    </inkml:context>
    <inkml:brush xml:id="br0">
      <inkml:brushProperty name="width" value="0.04667" units="cm"/>
      <inkml:brushProperty name="height" value="0.04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50A4A13D-F18D-416B-BC77-2B308BCD1A08}" emma:medium="tactile" emma:mode="ink">
          <msink:context xmlns:msink="http://schemas.microsoft.com/ink/2010/main" type="inkDrawing" rotatedBoundingBox="21560,13393 21621,12907 21660,12912 21598,13397" semanticType="verticalRange" shapeName="Other">
            <msink:destinationLink direction="to" ref="{95F896A0-B0E2-428D-8001-B26D2308F910}"/>
            <msink:destinationLink direction="from" ref="{95F896A0-B0E2-428D-8001-B26D2308F910}"/>
          </msink:context>
        </emma:interpretation>
      </emma:emma>
    </inkml:annotationXML>
    <inkml:trace contextRef="#ctx0" brushRef="#br0">4830 748 41,'0'0'46,"0"0"-13,0 0-2,0 0 0,0 0-8,0 0-5,2 0-8,-2 0 0,1 0-3,-1 0-2,2 0 1,-2 0 6,1 0 14,2-3 6,-2-5-5,1 2-1,1 2 22,-1-3-2,-2 3-9,4 1-3,-3-2 13,-1 4-16,0 1 2,0 0-6,0 0-13,0 0-13,0 0-1,0 0-14,0 0 1,0 0-5,0 13-5,0 4 14,0 9 6,0 5 3,-4 4 5,-1-2-3,1 5-1,0-4 4,1-2-4,0-4 0,-1 1-1,-1 0 1,1-5 2,0 0-3,-1-3 0,0-6 1,0-2 0,1-2 1,1 0-2,0-9-17,0 3-36,2-1-39,-4-1-41,0 1-4,-3-4-45</inkml:trace>
  </inkml:traceGroup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1-02-08T06:42:44.762"/>
    </inkml:context>
    <inkml:brush xml:id="br0">
      <inkml:brushProperty name="width" value="0.04667" units="cm"/>
      <inkml:brushProperty name="height" value="0.04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95F896A0-B0E2-428D-8001-B26D2308F910}" emma:medium="tactile" emma:mode="ink">
          <msink:context xmlns:msink="http://schemas.microsoft.com/ink/2010/main" type="inkDrawing" rotatedBoundingBox="21558,13257 23485,13307 23480,13486 21554,13437" semanticType="callout" shapeName="Other">
            <msink:sourceLink direction="to" ref="{50A4A13D-F18D-416B-BC77-2B308BCD1A08}"/>
            <msink:sourceLink direction="from" ref="{50A4A13D-F18D-416B-BC77-2B308BCD1A08}"/>
          </msink:context>
        </emma:interpretation>
      </emma:emma>
    </inkml:annotationXML>
    <inkml:trace contextRef="#ctx0" brushRef="#br0">4761 1171 4,'0'0'216,"0"0"-191,0 0 5,0 0 2,0 0-15,87-8-4,-53 8 6,3 0 0,5 0 2,3 0-3,4 0-8,0 0 1,3 1-1,3 2 0,0 1-3,1-3-2,1 2 0,1 0-2,0 0-2,0-3 4,-5 3-4,-1 2-1,-5-2 0,-5-2 4,0 2-3,-4 0 1,3-3-2,-2 3 5,2-3-4,1 0 2,-2 0 4,-1 0-5,2 0 0,-4 0 3,1 0-1,1 0-3,0 0-1,-1 0 1,-1 0-2,-2 0 2,-2 0-2,-1 0 1,-2 0-1,-2 0 1,-2 0-2,-3 0 2,-1 0 0,0-3 0,-1 0 0,-2 0 0,-1 2-4,-3-2 3,-4 3-3,-5-4 4,-2 4 1,-3 0 0,-1-1-1,0 1 5,0 0-4,0 0 13,0 0 2,0 0-14,0-2-2,-3 1-2,-5 1 1,-4-3-2,0 3 3,1 0 1,-2 0-1,-2 0 0,2 0 0,-1 0-1,1 3-1,3 8-2,1-4-2,5 7 3,1-4-1,1 1 1,2-1 0,0-2 2,0-1 1,0-1 3,9 2-3,4-5-6,3-2 3,4 2-1,4-3 2,-3 0 2,-4 0 2,-3-10 1,-6-5 1,-5-2 2,-3-7 5,0 2 9,-16-7-20,-24-1-13,-21-3-131</inkml:trace>
  </inkml:traceGroup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1-02-08T06:45:20.876"/>
    </inkml:context>
    <inkml:brush xml:id="br0">
      <inkml:brushProperty name="width" value="0.04667" units="cm"/>
      <inkml:brushProperty name="height" value="0.04667" units="cm"/>
      <inkml:brushProperty name="color" value="#ED1C24"/>
      <inkml:brushProperty name="fitToCurve" value="1"/>
    </inkml:brush>
  </inkml:definitions>
  <inkml:trace contextRef="#ctx0" brushRef="#br0">0 0 219,'0'0'68,"0"0"-43,0 0 52,0 0-32,0 0-34,0 0 14,61 0 12,-23 0-13,7 0-3,4 0 7,-1 0-22,-1 0 16,-6 0-10,-4 0-1,-6 0 4,-9 0-2,-9 0-6,-6 0-7,-6 0 0,-1 0-8,-4 0-129,-22 0-177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1-02-08T06:45:17.889"/>
    </inkml:context>
    <inkml:brush xml:id="br0">
      <inkml:brushProperty name="width" value="0.04667" units="cm"/>
      <inkml:brushProperty name="height" value="0.04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1D35CAE2-AD01-4532-9499-D84C48E8BA37}" emma:medium="tactile" emma:mode="ink">
          <msink:context xmlns:msink="http://schemas.microsoft.com/ink/2010/main" type="writingRegion" rotatedBoundingBox="17331,9504 23529,9444 23556,12252 17358,12312"/>
        </emma:interpretation>
      </emma:emma>
    </inkml:annotationXML>
    <inkml:traceGroup>
      <inkml:annotationXML>
        <emma:emma xmlns:emma="http://www.w3.org/2003/04/emma" version="1.0">
          <emma:interpretation id="{1D2B7D94-D6E4-4EE1-AFE9-0F890DDB12FB}" emma:medium="tactile" emma:mode="ink">
            <msink:context xmlns:msink="http://schemas.microsoft.com/ink/2010/main" type="paragraph" rotatedBoundingBox="17331,9504 21829,9460 21836,10113 17337,1015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2213FBE9-FF9C-4653-B7D3-151619587DA3}" emma:medium="tactile" emma:mode="ink">
              <msink:context xmlns:msink="http://schemas.microsoft.com/ink/2010/main" type="line" rotatedBoundingBox="17331,9504 21829,9460 21836,10113 17337,10157"/>
            </emma:interpretation>
          </emma:emma>
        </inkml:annotationXML>
        <inkml:traceGroup>
          <inkml:annotationXML>
            <emma:emma xmlns:emma="http://www.w3.org/2003/04/emma" version="1.0">
              <emma:interpretation id="{2FE23E34-4BD4-4F83-81C7-DA7867D2498F}" emma:medium="tactile" emma:mode="ink">
                <msink:context xmlns:msink="http://schemas.microsoft.com/ink/2010/main" type="inkWord" rotatedBoundingBox="17344,9465 18331,9527 18290,10172 17303,10110"/>
              </emma:interpretation>
              <emma:one-of disjunction-type="recognition" id="oneOf0">
                <emma:interpretation id="interp0" emma:lang="en-IN" emma:confidence="0">
                  <emma:literal>Ved</emma:literal>
                </emma:interpretation>
                <emma:interpretation id="interp1" emma:lang="en-IN" emma:confidence="0">
                  <emma:literal>red</emma:literal>
                </emma:interpretation>
                <emma:interpretation id="interp2" emma:lang="en-IN" emma:confidence="0">
                  <emma:literal>ved</emma:literal>
                </emma:interpretation>
                <emma:interpretation id="interp3" emma:lang="en-IN" emma:confidence="0">
                  <emma:literal>Val</emma:literal>
                </emma:interpretation>
                <emma:interpretation id="interp4" emma:lang="en-IN" emma:confidence="0">
                  <emma:literal>Vied</emma:literal>
                </emma:interpretation>
              </emma:one-of>
            </emma:emma>
          </inkml:annotationXML>
          <inkml:trace contextRef="#ctx0" brushRef="#br0">0 183 179,'0'0'24,"0"0"53,0 0-21,0 0-20,0 0-4,0 0 5,0 0 11,0 0-29,0-34 9,0 33-3,0-2-4,0 3 1,0 0 4,0 0-10,0 0-4,0 0-6,0 0-4,0 0-2,0 0-6,0 0-3,0 0 0,0 10 2,3 8 4,7 10 3,5 3 0,1 5 2,5-2-2,0 0 0,-1-3 2,-1 3-2,-5-4-1,-1-7 1,-1 2 0,-3-5 1,-2-5-1,-3-1 0,2-4 0,-3 1 1,0-4-1,-2-4-1,2 1 1,-3-4 0,1 0 0,-1 0 0,0 0 2,0 0 4,0 0 3,0 0 2,2-7-2,4-8-8,2-9-1,7-5 0,-1-5-1,2-1 1,0 3-1,-1-4 0,-1 3 1,-5 1 1,4 4 0,-9-1 3,3 1 1,-1 5 2,0 3 4,-3 0 4,2 6-13,-3-1 5,1 1 1,-2 0-6,4 4-2,-5-1 0,3 4 2,-3-4-1,3 5-1,-2-1 2,1-1 1,-2 2 0,2-1-3,-2 3 2,2 0-1,-2 1-1,0 3 0,0 0-3,0 0-1,0 0-16,0 0-67,0 0-127,-7 11-13</inkml:trace>
          <inkml:trace contextRef="#ctx0" brushRef="#br0" timeOffset="728.2567">675 369 198,'0'0'24,"0"0"58,0 0-21,0 0-22,0 0-1,0 0-11,0-25 3,0 19-18,0 4-3,-3-1 0,-8 0-9,-4 3-1,-3 0-1,-6 0 1,-4 0-3,-2 0 4,-1 14-1,0 1-3,0 3 3,7 3-5,6 0 6,7 0-7,8 4-2,3-5 9,0 5 0,0-4 2,7-3 1,8 0-2,3-5 0,2 2 1,4-4 1,-3-1-2,1-4 0,-3 2 1,-6-4 1,2-1-2,-4 0-1,3 0-5,1-1-29,4-2-81,-3 0-83</inkml:trace>
          <inkml:trace contextRef="#ctx0" brushRef="#br0" timeOffset="1529.4961">958 467 313,'0'0'6,"0"0"57,0 0-22,0 0-28,0 0-13,0 0 0,-55-51 5,35 51-5,3-3 6,-7 3 7,4 0-10,0 3 8,3 10-9,4-2-2,2 3-4,4 4 2,6 1-1,1 0 3,0-1 2,0-4-2,0 0 1,1-7 1,10 1-2,-3-2 0,4-3 3,1 2 0,3-5 2,0 0 3,-1 0-4,2 0-1,-5-11 1,3-7-1,1-6 1,0-5-4,-2-4 0,2-6-14,-4 3 5,-4 0-2,-2 2 11,-3 1 7,0 4-6,-2-2 2,-1 3 12,0 0-7,0 1-3,0 2 7,0 3 3,0-2-10,0 6 14,0 3 59,0 2-78,0 7 3,0 1 1,0 5 2,0 0 7,0 0-11,0 0-2,0 0-18,0 15-5,0 12 18,-4 5 4,0 4 1,1 6 0,-4-1 4,4 3-3,-5-5 8,4-3-3,2-2 5,2 0 6,0-1-14,0-5 6,0-5-9,0 2 2,0-4-1,0 0-1,0 1-10,0-1-107,-2-7-130</inkml:trace>
        </inkml:traceGroup>
        <inkml:traceGroup>
          <inkml:annotationXML>
            <emma:emma xmlns:emma="http://www.w3.org/2003/04/emma" version="1.0">
              <emma:interpretation id="{8CDAFC45-F501-4638-A41D-AADC943FE69A}" emma:medium="tactile" emma:mode="ink">
                <msink:context xmlns:msink="http://schemas.microsoft.com/ink/2010/main" type="inkWord" rotatedBoundingBox="18795,9511 21826,9458 21836,10048 18805,10101"/>
              </emma:interpretation>
              <emma:one-of disjunction-type="recognition" id="oneOf1">
                <emma:interpretation id="interp5" emma:lang="en-IN" emma:confidence="0">
                  <emma:literal>elevate</emma:literal>
                </emma:interpretation>
                <emma:interpretation id="interp6" emma:lang="en-IN" emma:confidence="0">
                  <emma:literal>=uvab</emma:literal>
                </emma:interpretation>
                <emma:interpretation id="interp7" emma:lang="en-IN" emma:confidence="0">
                  <emma:literal>Iterate</emma:literal>
                </emma:interpretation>
                <emma:interpretation id="interp8" emma:lang="en-IN" emma:confidence="0">
                  <emma:literal>Elevate</emma:literal>
                </emma:interpretation>
                <emma:interpretation id="interp9" emma:lang="en-IN" emma:confidence="0">
                  <emma:literal>=uvats</emma:literal>
                </emma:interpretation>
              </emma:one-of>
            </emma:emma>
          </inkml:annotationXML>
          <inkml:trace contextRef="#ctx0" brushRef="#br0" timeOffset="7495.2376">2165 499 37,'0'0'79,"0"0"-40,0 0 42,0 0-31,0 0-11,0 0 14,0 0 5,0 0-8,0 0-12,0 0-2,0 0-2,0 0-11,0 0-4,0 0-6,0 0-2,0 0-5,0 0 3,10-8-2,3-5-4,5 0-2,2-5 0,5-3 0,5-4-1,2-4 1,0 1-1,-2-6 4,-5-2-3,-5-3 0,-6 5 3,-2 3-4,-6 3 0,-3 6 1,-2 8 3,-1 3 2,3 5-2,-3 5-4,0 1-4,0 0-4,0 0-8,0 7-13,-4 14 13,-6 11 16,-1 3 0,5 4 0,2 0 0,4 0-2,0-9 2,0-1 0,0-1-1,9-10-1,3-1-2,2-5-1,-1-6-6,2 1 2,-2-5 3,4-2 6,1 0 2,3-5 1,-2-8-3,1-5 2,-1-8-2,-1-2-1,-3-6-4,-2-2-9,0 0 11,-1 0 0,-8 6 3,5 1 6,-6 5-2,0 3 6,-1 7-3,-2 4 8,0 5-14,0 5-1,0 0 0,0 0-9,0 0-3,0 5-9,-5 12 11,-5 8 10,-2 7 0,6-1 0,0 1-1,6 0-1,0-4 4,0-4 0,0-4-2,12-1 0,4-1-1,0-2 1,6-4 1,6-2-1,3-7 2,2 2 2,-1-5 1,-6 0-3,-6 0-2,-8 0 0,-9 0-1,-1 0-3,-2 0-2,0 0-1,0 0-31,-17 0-108</inkml:trace>
          <inkml:trace contextRef="#ctx0" brushRef="#br0" timeOffset="9570.8547">3113 68 194,'0'0'19,"0"0"60,0 0 30,0 0-37,0 0-6,0 0 3,0 0-14,-4-33-23,4 33 10,0 0-17,0 0-8,0 0-15,0 0-2,1 0-14,9 7-4,6 11 18,4 10 0,1 4-2,-2 8 2,-4 4 0,-3 2 5,-2-4-5,-4-4 0,3-6 0,-2-4-6,1-5 4,-3-7-4,0-5-5,-1-4 2,-1-2 0,1-5 0,-3 0-2,1 0 8,-1 0 3,4 0 7,3-16 10,4-4-9,5-9-4,-1-4 1,3-1-3,0-5-1,-3 2 2,1 1 4,-4 4-3,-1 8 5,-2 2 9,-5 2-1,0 8-1,-1-2-6,-3 4 4,1-1-6,-1 5-5,-1-1 1,0 2 0,0 2-4,0 0 0,2 0-1,-2 2 1,0 1-6,0 0-29,0 0-54,0 0-108,0 4-174</inkml:trace>
          <inkml:trace contextRef="#ctx0" brushRef="#br0" timeOffset="11294.0857">3847 315 124,'0'0'89,"0"0"-59,0 0 25,0 0-15,0 0-13,0 0 5,10-15 14,-10 12 2,0-5-23,0 3 4,0 0-1,0-3-21,-3 2 17,-7-1-21,-2 2 10,-5-1-11,-2 3 4,-1 3-6,-6 0 0,0 0 0,1 0-3,2 9 3,1 6-4,5 3-7,-2 3 11,6 2-4,3 6 4,1-1 0,5 1 0,4-5 0,0 1-2,0-5-10,3-4-1,8-3 3,2-3-6,2-2 10,1-5 4,1-3-11,2 0 12,1 0-4,0-14 5,1-4 2,-1-2-1,-4-6 5,0 0-6,-5-7-1,-2 4-2,-5 1 3,2 5 0,-3 2 0,0 3 8,0 4 6,0 10-1,-3 1 6,0-2-5,0 5-10,0 0-4,0 0-9,0 0-10,0 15 4,0 6 10,0 2 5,0 3 3,0 3-3,0-6-2,0 3 2,3-8 0,7 0 0,1-3 0,3-3 3,1 0-3,4-7 4,2-5 2,0 0 0,1 0 2,0 0 3,4-17-2,-2-4 1,5-3-5,1-5 0,-2 1-3,-2-8 0,-7 5-2,-5-5 0,-5-3-5,-5 4 5,-2-5-1,-2 0 1,0 4 0,0 2 4,0 8 0,-5 2-2,1 11 13,1-1-4,2 6 11,1 4-11,-2 1 1,2 3 2,0 0-11,0 0-3,0 0-5,-1 0-8,-2 7-9,0 15 10,-4 9 12,1 8 2,0 3-1,0 7-1,1-6 0,3 1 0,1-5 1,1-1-1,0-4 1,0-3-2,0 0 3,0 0-2,0-3 1,0-4-1,0-4-1,-2-3-23,2-7 13,0-3-6,0-3 3,0-4-3,0 0 4,0 0 13,0 0 5,0-7 9,0-7-14,0-8-14,0-1 14,3-3 1,4 0 1,2 0-2,0 1 1,4 7-1,-3 0 8,3 4 2,-1 2 2,2-2-5,2 7 5,-1-4-8,2 6 0,-1-2 2,1 4-5,3 3-1,2-3 0,0 3-4,1 0 4,-4 0-1,-5 3-6,-1 7 1,2 6 1,-2-1 2,-3 1 0,-4 2 0,1 2 2,-6-6-1,1 4 1,-2 0-2,0-3 0,0-2 1,-3 1-3,-10 0-2,-4-1 7,-2-2 0,1-1 0,1-5 0,2 1 0,-2-3 2,1-2 5,-3-1-3,-1 0-2,2 0-2,-4 0 8,4 0-5,2 0-2,6 0-1,0 0 3,4 0-2,2-1 1,0-2 0,2 3 3,-2 0-4,1-3 3,0 3 0,1 0-4,-2 0-6,1-11-222</inkml:trace>
          <inkml:trace contextRef="#ctx0" brushRef="#br0" timeOffset="2590.692">1469 390 106,'0'0'3,"0"0"20,0 0 12,113 0-15,-81 0-2,-3 0 6,-3-3 27,-10 3-29,-6 0 28,-4 0-18,-3-4-1,-3 4-11,0 0-13,0 0-7,0 0-35,-18 0-120</inkml:trace>
          <inkml:trace contextRef="#ctx0" brushRef="#br0" timeOffset="5689.8755">1511 535 91,'0'0'75,"0"0"-36,0 0 19,0 0-27,0 0-12,0 0 14,0 0 13,7-3-1,-7 3-4,0 0-18,0 0-15,0 0-2,0 0-3,0 0-3,0 0-3,0 0-3,0 0 0,0 0 3,0 0 2,0 3 1,0 0 2,0 1 0,0 3-2,0-3 0,8 2-1,9-2 1,8 4 7,7-8-1,-1 0 5,1 0-3,-3 0-3,-7 0-5,-9 0 0,-5 0 0,-3 0 2,-3 0-2,-2 0-6,0 0-61,0 0-132</inkml:trace>
        </inkml:traceGroup>
      </inkml:traceGroup>
    </inkml:traceGroup>
    <inkml:traceGroup>
      <inkml:annotationXML>
        <emma:emma xmlns:emma="http://www.w3.org/2003/04/emma" version="1.0">
          <emma:interpretation id="{F72B4931-8820-40AC-9F88-B8EC8042D7CD}" emma:medium="tactile" emma:mode="ink">
            <msink:context xmlns:msink="http://schemas.microsoft.com/ink/2010/main" type="paragraph" rotatedBoundingBox="17604,10413 23556,10441 23548,12271 17595,12243" alignmentLevel="1"/>
          </emma:interpretation>
        </emma:emma>
      </inkml:annotationXML>
      <inkml:traceGroup>
        <inkml:annotationXML>
          <emma:emma xmlns:emma="http://www.w3.org/2003/04/emma" version="1.0">
            <emma:interpretation id="{6A22A925-4270-43FB-92CF-62653ABB8670}" emma:medium="tactile" emma:mode="ink">
              <msink:context xmlns:msink="http://schemas.microsoft.com/ink/2010/main" type="line" rotatedBoundingBox="17583,10516 22065,10388 22084,11053 17602,11182"/>
            </emma:interpretation>
          </emma:emma>
        </inkml:annotationXML>
        <inkml:traceGroup>
          <inkml:annotationXML>
            <emma:emma xmlns:emma="http://www.w3.org/2003/04/emma" version="1.0">
              <emma:interpretation id="{99BA0003-5EBD-4563-98A9-364843A4025E}" emma:medium="tactile" emma:mode="ink">
                <msink:context xmlns:msink="http://schemas.microsoft.com/ink/2010/main" type="inkWord" rotatedBoundingBox="17589,10731 18575,10703 18587,11113 17601,11141"/>
              </emma:interpretation>
              <emma:one-of disjunction-type="recognition" id="oneOf2">
                <emma:interpretation id="interp10" emma:lang="en-IN" emma:confidence="0">
                  <emma:literal>M:</emma:literal>
                </emma:interpretation>
                <emma:interpretation id="interp11" emma:lang="en-IN" emma:confidence="0">
                  <emma:literal>M=</emma:literal>
                </emma:interpretation>
                <emma:interpretation id="interp12" emma:lang="en-IN" emma:confidence="0">
                  <emma:literal>ME</emma:literal>
                </emma:interpretation>
                <emma:interpretation id="interp13" emma:lang="en-IN" emma:confidence="0">
                  <emma:literal>MI</emma:literal>
                </emma:interpretation>
                <emma:interpretation id="interp14" emma:lang="en-IN" emma:confidence="0">
                  <emma:literal>Me:</emma:literal>
                </emma:interpretation>
              </emma:one-of>
            </emma:emma>
          </inkml:annotationXML>
          <inkml:trace contextRef="#ctx0" brushRef="#br0" timeOffset="50285.9652">268 1636 195,'0'0'57,"0"0"-30,0 0 41,0 0-21,0 0-21,0 0 12,0 0 13,0 0-1,0 0-2,0 0-5,0-3-11,0 3-3,0 0-4,0 0-6,0 0 2,0 0-3,0 0 4,0-3-4,0 0-2,0-5-5,0 1-10,5-4 3,3-6 9,4-1-11,2-7-2,4-7 0,0-2 0,1-2-1,-3-2 1,0 2 0,-5 4 1,-1 4-1,1 0 0,-7 11 1,2 0-1,-3 7 1,-3 5-1,1 0-1,-1 2 1,0 3-4,0 0-6,0 0-8,0 8-7,0 13 9,-7 7 15,0 4-2,3 3 1,1-2 2,3-3 0,0-1-5,0-5 0,0-6-3,3 0 0,7-8 3,0-2-5,1-2 0,1-2 0,1-1 1,0-3 6,1 0 3,4-3-1,-2-8-2,1-9 2,-2-6-2,-1-2-20,-1-4 5,-3-3 1,-1 4 8,-6 5 9,0 2 5,-3 6 14,0 5 5,0 2 7,0 5-17,0 1 1,0 5 0,0 0-15,0 0-5,0 0-8,-3 5-7,-12 12 13,2 8 1,0 5 3,5-1 2,-1 2 0,7 1-2,2-3 2,0-1 0,0-1 0,11-4 2,4-2-2,4-4-5,10-7-22,9-2-29,2-8-83,1 0-129</inkml:trace>
          <inkml:trace contextRef="#ctx0" brushRef="#br0" timeOffset="50968.7452">979 1514 266,'0'0'144,"0"0"-138,0 0 47,0 0-2,0 0 3,0 0-12,101 6-20,-65-6-9,-3 0-9,-1 3-4,-1-2-61,-8 2-68,-6-3-144</inkml:trace>
          <inkml:trace contextRef="#ctx0" brushRef="#br0" timeOffset="50767.8295">996 1377 306,'0'0'114,"0"0"-110,0 0 14,0 0 8,94-2-14,-61-1-10,-5 0-1,-5 2 3,-7-2-4,-9 3-1,-3 0-2,-4 0-51,0 0-75,-1 0-98</inkml:trace>
        </inkml:traceGroup>
        <inkml:traceGroup>
          <inkml:annotationXML>
            <emma:emma xmlns:emma="http://www.w3.org/2003/04/emma" version="1.0">
              <emma:interpretation id="{93A8ADB1-2D74-4946-9D65-1FA9612BC837}" emma:medium="tactile" emma:mode="ink">
                <msink:context xmlns:msink="http://schemas.microsoft.com/ink/2010/main" type="inkWord" rotatedBoundingBox="19201,10470 22065,10388 22084,11053 19220,11135"/>
              </emma:interpretation>
              <emma:one-of disjunction-type="recognition" id="oneOf3">
                <emma:interpretation id="interp15" emma:lang="en-IN" emma:confidence="0">
                  <emma:literal>Yedwab</emma:literal>
                </emma:interpretation>
                <emma:interpretation id="interp16" emma:lang="en-IN" emma:confidence="0">
                  <emma:literal>vodkas</emma:literal>
                </emma:interpretation>
                <emma:interpretation id="interp17" emma:lang="en-IN" emma:confidence="0">
                  <emma:literal>Medicals</emma:literal>
                </emma:interpretation>
                <emma:interpretation id="interp18" emma:lang="en-IN" emma:confidence="0">
                  <emma:literal>Vodkas</emma:literal>
                </emma:interpretation>
                <emma:interpretation id="interp19" emma:lang="en-IN" emma:confidence="0">
                  <emma:literal>Medials</emma:literal>
                </emma:interpretation>
              </emma:one-of>
            </emma:emma>
          </inkml:annotationXML>
          <inkml:trace contextRef="#ctx0" brushRef="#br0" timeOffset="52496.6856">1874 1163 296,'0'0'30,"0"0"47,0 0 15,0 0-47,0 0-18,0 0-5,0 0 0,13-5-5,-2 5-9,-1 5 1,7 8 11,5 5-6,-5 3 6,5 7-8,-3 2-7,-2 0-2,-4 0 0,0-1-3,-3-5 0,-1 1 0,-5-3-5,2-4-33,-3-8-27,-2 1-25,1-5-10,-2-3-24,0-3-41</inkml:trace>
          <inkml:trace contextRef="#ctx0" brushRef="#br0" timeOffset="52816.7063">2220 1070 344,'0'0'37,"0"0"50,0 0-1,0 0-55,0 0-31,0 0-13,2-8-7,-5 29 15,-12 5 5,-2 5 26,1 2-6,0-7 0,5 0-5,0-2-7,3-6-3,2 0-4,2 0 1,1-6-1,3 0 2,0 0-3,0-3-19,0 2-48,0-5-42,3-2-51,9-4-82</inkml:trace>
          <inkml:trace contextRef="#ctx0" brushRef="#br0" timeOffset="53163.9309">2542 1285 94,'0'0'244,"0"0"-223,0 0 96,0 0-47,0 0-16,0 0-17,14-33-25,-21 33-12,-12 0-8,-6 0 8,-8 0 0,-5 12 1,4 8-1,2 2 4,6-1-4,4 4 0,12-2-4,4-1 3,6-4-2,0 3 3,7-3 0,16-2 3,9-4-3,9-1-4,2-5-47,2-6-60,0 0-58,-6-3-106</inkml:trace>
          <inkml:trace contextRef="#ctx0" brushRef="#br0" timeOffset="53696.3457">2900 1312 19,'0'0'274,"0"0"-211,0 0 42,0 0-48,0 0-26,0 0-31,-36-48-3,10 48 3,-4 0 3,-1 0-3,7 13-3,4 1 2,3 1-5,7 0 1,2 0-1,5 1 5,3-6 1,0 0-1,0 1 0,1-7 1,12 2 0,2-6 0,5 0 6,0 0-3,2 0 2,-2-13-5,2-5-13,-5-3-4,-1-8 4,0 1-27,-4-7 32,-5-1-10,-3-1 4,-4 1 14,0 5 10,0 8 22,0 5 17,-1 5 6,-3 2-13,2 9 7,1-1-24,1 3-15,0 0-10,-2 0-8,1 8-16,-5 15 5,5 8 18,-4 8 1,2 2 1,3-2 1,0 1 0,0-1-1,3 1-1,5-7-70,0-1-30,1-8-67,1-9-81</inkml:trace>
          <inkml:trace contextRef="#ctx0" brushRef="#br0" timeOffset="54012.4078">3343 922 404,'0'0'0,"0"0"-2,0 0 2,0 0 20,-16 120 30,-4-63-3,-6 7-14,0-2 26,-1-2-33,2-1-8,5-10-2,3-6-6,7-7-3,3-9-1,3-2-4,1-4-2,3 0 0,0-4-66,0-6-143</inkml:trace>
          <inkml:trace contextRef="#ctx0" brushRef="#br0" timeOffset="54596.7943">3560 1119 376,'0'0'47,"0"0"79,0 0-31,0 0-47,0 0-47,0 0-1,0 0-12,7 11-4,7 14 16,4 6 7,3 0 5,-3 4-8,1 1-3,0-3 0,3-2 4,-2-6-1,-1-1-4,-6-3-26,-2-4-50,0-7-46,-6-8-40,1-2-60</inkml:trace>
          <inkml:trace contextRef="#ctx0" brushRef="#br0" timeOffset="54866.6845">3894 1060 299,'0'0'105,"0"0"-105,0 0 26,0 0-26,0 0 4,0 0 12,-32 90 22,12-54 15,-3-2-15,3 2-11,1-4-10,3-3-3,3-2-9,2-3-1,2-6-1,3 0-3,5-4-13,1-4-53,0-2-26,21-8-36,6 0-35</inkml:trace>
          <inkml:trace contextRef="#ctx0" brushRef="#br0" timeOffset="55975.2614">4091 1264 263,'0'0'39,"0"0"47,0 0-5,0 0-34,0 0-15,0 0-29,-21-31-2,0 31 2,0 0 4,-6 0-4,0 13-2,2 5-1,0 2 1,3 1-1,6 1-5,6-1 4,4 0-7,5-3 6,1-1-1,0-3 1,4-4-6,10-5-6,5-2-4,4-3 5,3 0-25,2-7-34,-2-7 17,0-8 4,-6 1 15,-2-3 6,-4-1 17,-7 1 13,-1 7 3,-5 2 48,-1 4 15,0 7-14,0 1 6,0 3-12,0 0-37,0 0-9,0 0-16,0 7-1,-5 10 16,-3 5 0,1-2 1,4 4 5,3-6-4,0 0 7,0-3-4,0-1 4,12 0 1,1-7-4,6 1 1,2-5 5,7-3-5,4 0-1,0-3-1,2-15 1,-6 0-5,-5-7-7,-3 0-8,-4-7 15,-4-1-11,-4-6 8,-2-5 2,0 3 2,-5-1 3,1 7 1,-2 6 21,0 9 5,0 4 10,0 6 1,0 4-7,0 3 8,0 3-33,0 0-10,0 0-9,0 0-13,0 19-6,0 15 21,-9 4 7,1 11 0,2 0 3,3-4-2,-1-2 0,2-2 0,1-8 2,1-1-3,0-8-2,0-6-8,0-4-31,0-10-10,0-1 8,0-3 8,0 0 26,3 0 9,12-7 5,3-11-2,4-3-1,2-4-2,-2 1 4,-3 3-4,1 3 2,-3 4 6,-2 3 12,-1 1 0,-1 6-2,0 1 3,4 3-17,3 0-4,1 0-2,4 3-1,-1 12 0,-2 3 2,-5 0-1,-4 0-2,-4-3 2,-5 0 1,-2-1-1,-2-4 0,0-2-1,-5-2 1,-13 2 2,-9-4 9,-8-1 12,-7-3-13,-3 0-8,-3 0-4,0 0-56,6-3-127</inkml:trace>
        </inkml:traceGroup>
      </inkml:traceGroup>
      <inkml:traceGroup>
        <inkml:annotationXML>
          <emma:emma xmlns:emma="http://www.w3.org/2003/04/emma" version="1.0">
            <emma:interpretation id="{EC792703-6AAF-4AFB-B74E-9BDDE771564B}" emma:medium="tactile" emma:mode="ink">
              <msink:context xmlns:msink="http://schemas.microsoft.com/ink/2010/main" type="line" rotatedBoundingBox="18525,11266 23552,11290 23548,12271 18521,12247"/>
            </emma:interpretation>
          </emma:emma>
        </inkml:annotationXML>
        <inkml:traceGroup>
          <inkml:annotationXML>
            <emma:emma xmlns:emma="http://www.w3.org/2003/04/emma" version="1.0">
              <emma:interpretation id="{B03A2899-DA56-424C-89E2-528813186808}" emma:medium="tactile" emma:mode="ink">
                <msink:context xmlns:msink="http://schemas.microsoft.com/ink/2010/main" type="inkWord" rotatedBoundingBox="18524,11542 18756,11544 18755,11674 18523,11673"/>
              </emma:interpretation>
              <emma:one-of disjunction-type="recognition" id="oneOf4">
                <emma:interpretation id="interp20" emma:lang="en-IN" emma:confidence="0">
                  <emma:literal>=</emma:literal>
                </emma:interpretation>
                <emma:interpretation id="interp21" emma:lang="en-IN" emma:confidence="0">
                  <emma:literal>#</emma:literal>
                </emma:interpretation>
                <emma:interpretation id="interp22" emma:lang="en-IN" emma:confidence="0">
                  <emma:literal>c</emma:literal>
                </emma:interpretation>
                <emma:interpretation id="interp23" emma:lang="en-IN" emma:confidence="0">
                  <emma:literal>E</emma:literal>
                </emma:interpretation>
                <emma:interpretation id="interp24" emma:lang="en-IN" emma:confidence="0">
                  <emma:literal>t</emma:literal>
                </emma:interpretation>
              </emma:one-of>
            </emma:emma>
          </inkml:annotationXML>
          <inkml:trace contextRef="#ctx0" brushRef="#br0" timeOffset="57197.6962">1191 2157 383,'0'0'18,"0"0"-2,0 0 26,0 0-12,0 0 8,0 0 1,86 8-29,-54-5-7,2-3-3,5 0-72,2 0-166</inkml:trace>
          <inkml:trace contextRef="#ctx0" brushRef="#br0" timeOffset="57004.637">1201 2037 99,'0'0'175,"0"0"-167,0 0 44,0 0-4,0 0-24,0 0-3,-1 0 10,1 0-2,0 1 0,0-1-6,0 0-3,0 0-4,0 0 2,0 0-3,0 0-5,3 0-4,9 0 5,2 0 4,2 0-7,1 0-4,-1 0-4,0 0-27,-1 0-43,-5 0-29,-3 0-75</inkml:trace>
        </inkml:traceGroup>
        <inkml:traceGroup>
          <inkml:annotationXML>
            <emma:emma xmlns:emma="http://www.w3.org/2003/04/emma" version="1.0">
              <emma:interpretation id="{B382AE75-AA4B-44E1-9BC2-7A9F70626A7D}" emma:medium="tactile" emma:mode="ink">
                <msink:context xmlns:msink="http://schemas.microsoft.com/ink/2010/main" type="inkWord" rotatedBoundingBox="19380,11399 21438,11408 21435,12178 19377,12168"/>
              </emma:interpretation>
              <emma:one-of disjunction-type="recognition" id="oneOf5">
                <emma:interpretation id="interp25" emma:lang="en-IN" emma:confidence="0">
                  <emma:literal>voltage</emma:literal>
                </emma:interpretation>
                <emma:interpretation id="interp26" emma:lang="en-IN" emma:confidence="0">
                  <emma:literal>,ioltage</emma:literal>
                </emma:interpretation>
                <emma:interpretation id="interp27" emma:lang="en-IN" emma:confidence="0">
                  <emma:literal>,ioHage</emma:literal>
                </emma:interpretation>
                <emma:interpretation id="interp28" emma:lang="en-IN" emma:confidence="0">
                  <emma:literal>rioltage</emma:literal>
                </emma:interpretation>
                <emma:interpretation id="interp29" emma:lang="en-IN" emma:confidence="0">
                  <emma:literal>1ioltage</emma:literal>
                </emma:interpretation>
              </emma:one-of>
            </emma:emma>
          </inkml:annotationXML>
          <inkml:trace contextRef="#ctx0" brushRef="#br0" timeOffset="58023.4798">2047 2041 282,'0'0'108,"0"0"-40,0 0 27,0 0-23,0 0-34,0 0-28,5 0-1,-3 0-9,2 0-3,5 14-4,2-1 7,2 8 3,2 2 1,-2 1 1,-3 1-4,-3 3-1,2-7 0,-3 0-1,0 0-8,-2-6-36,0-2-34,-1-2-25,1-8-50,1-3-86</inkml:trace>
          <inkml:trace contextRef="#ctx0" brushRef="#br0" timeOffset="58273.6667">2343 1996 368,'0'0'52,"0"0"-24,0 0-11,0 0-17,0 0-13,0 0 13,-32 59 26,14-30-17,-4 2-2,3 1-2,4-7-2,7-1-3,1-6-7,5-1-56,2-7-39,0-6-65</inkml:trace>
          <inkml:trace contextRef="#ctx0" brushRef="#br0" timeOffset="59442.2109">2595 2027 391,'0'0'4,"0"0"31,0 0-20,0 0-14,0 0-1,0 0 0,-52 46 4,36-22 4,0 1 3,3 3 0,3 0 0,4-4-9,6-3-1,0-3-2,0-3 1,5-1 0,10 0 2,4-10 2,3-1-1,4-3-3,-3 0-10,0 0 3,-2-7 7,-7-4 0,-1-7 2,-6-2 4,0-2-4,-5-5-2,-2 1 0,0-1-1,0-2-2,-2 4 3,-9 4 0,-5 4-2,2 3 0,-8 7-15,-3 3-62,-1 4-48,2 0-105</inkml:trace>
          <inkml:trace contextRef="#ctx0" brushRef="#br0" timeOffset="58954.1473">2560 1999 166,'0'0'58,"0"0"7,0 0 5,0 0-13,0 0-23,0 0-12,2-6-1,-2 6-5,0 0 4,0 0 9,0-5-2,0 5-10,0 0-3,0 0-3,0 0 0,0 0 0,0 0-1,0 0-3,0 0-1,0 0-1,0 0-3,0 0-2,0 0 3,0 0 0,0 0-3,0 0 2,0 0 0,0 0-1,0 0 2,0 0-3,0 0 0,0 0 0,0 0 0,0 0 0,0 0 1,0 0 0,0 0 0,0 0 2,0 0 1,0 0 1,0 0-4,0 0 0,0 0-1,0 0 0,0 0 0,0 0 0,0 0 1,0 0-1,0 0 1,0 0 2,0 0-3,0 0-1,0 0-4,0 0-33,-5 0-77,-5 0-110</inkml:trace>
          <inkml:trace contextRef="#ctx0" brushRef="#br0" timeOffset="59803.498">2829 1931 461,'0'0'33,"0"0"-28,0 0-5,0 0-3,0 0 3,0 0 23,5 85-4,-5-56-2,1 2 4,1 0-14,-1-2-3,4 0 1,-3-5-3,3-3 0,-4-3-2,1-1 0,-1-3-9,2 0-49,-2-7-36,1-3-68,1-4-111</inkml:trace>
          <inkml:trace contextRef="#ctx0" brushRef="#br0" timeOffset="60266.3738">2957 2136 236,'0'0'103,"0"0"-79,0 0 0,0 0-21,0 0-2,98-21-1,-60 18-10,4 3-50,0-5-43</inkml:trace>
          <inkml:trace contextRef="#ctx0" brushRef="#br0" timeOffset="60080.2412">3077 1898 326,'0'0'246,"0"0"-230,0 0 45,0 0-61,0 0 0,0 0 0,29 59 13,-22-28 3,-1 1-4,-1 3-6,0-1-1,-2-2-3,1-3 1,-2-7-2,-1-1-1,1-4-20,-2-4-40,0-1-35,0-2-54,0-10-70</inkml:trace>
          <inkml:trace contextRef="#ctx0" brushRef="#br0" timeOffset="60723.2865">3459 2027 220,'0'0'132,"0"0"-81,0 0 44,0 0-59,0 0-31,0 0 1,-49-13-5,30 13 9,-4 9-4,4 5 0,2 4-6,2 3-1,5 0 0,3 0 1,5-6-4,2 2 2,0-7 0,2 1-5,9-4-5,1-7-6,4 0 10,-2 0-16,-2 0 3,1-7-14,-3-10 15,-3-1 2,0 0 15,-2-3 3,-4 0 12,1 3 1,0 5 20,-2 5-7,2 3 22,-1 5 4,-1 0-11,0 0-22,0 0-19,0 0-9,0 5-17,0 16 18,0 7 8,2 1 1,4 3-1,0-4-19,4-4-30,1-3-51,2-7-44,5-10-88</inkml:trace>
          <inkml:trace contextRef="#ctx0" brushRef="#br0" timeOffset="61684.9838">3727 2071 294,'0'0'29,"0"0"83,0 0-44,0 0-25,0 0-40,0 0-1,-63-41-2,40 41-4,0 0 3,1 0 0,4 10 0,4-3-2,4 7-3,2-4 2,5 1-2,1-1-12,2-2-24,0-1 14,2-4 12,11 1-3,7-4 8,2 0-23,-2 0-25,-4-11 42,-2-3 17,-5 4 2,-2-4 26,-1 4 30,-3 2 13,-1 1-15,-1 4 11,-1 0-15,0 3-23,0 0-16,0 0-13,0 0-16,0 10-10,0 14 8,0 15 16,-10 7 2,-2 6 1,2 5 0,0-1 1,6 1-2,1-7 1,0-2 0,3-6-1,-1-6 0,-2-4 0,-1-3-2,-1-8-17,0-5-6,-2-4 1,0-6-2,-4-3-9,-6-3 23,-1 0-17,-2-10 1,-1-7 28,7-7 5,2-1 2,5-7-1,5-3 9,2 2-4,0-4 3,19-3-6,4 1 4,8 0-9,2 5 8,3 5-9,5 5 3,-1 3-3,-2 6-2,-5 4 0,-2 1-1,-5 7 0,-6-3 0,-4 4 0,-4 2 1,1-3 0,-1-3 1,3 2 0,0-4 0,0-5-1,-2-1-5,-1-1 5,-5-2 2,-4-1 0,-1 3 1,-2 5 5,0-1 10,0 5-5,0 2-13,-9 4 0,-1 0-3,-5 0 3,-1 12-13,-7 15 0,2 8 6,1 1 0,3 3 6,7-2-1,7-5-3,3-7 3,0-3-2,13-8-2,8-3 6,5-5 1,6-3 5,5-3-3,5 0-3,-4 0-14,-2-10-73,-9-1-94</inkml:trace>
        </inkml:traceGroup>
        <inkml:traceGroup>
          <inkml:annotationXML>
            <emma:emma xmlns:emma="http://www.w3.org/2003/04/emma" version="1.0">
              <emma:interpretation id="{B4D9FC27-3141-42D1-B060-5EC968077B4E}" emma:medium="tactile" emma:mode="ink">
                <msink:context xmlns:msink="http://schemas.microsoft.com/ink/2010/main" type="inkWord" rotatedBoundingBox="22031,11283 23552,11290 23548,12271 22026,12264"/>
              </emma:interpretation>
              <emma:one-of disjunction-type="recognition" id="oneOf6">
                <emma:interpretation id="interp30" emma:lang="en-IN" emma:confidence="0">
                  <emma:literal>gain</emma:literal>
                </emma:interpretation>
                <emma:interpretation id="interp31" emma:lang="en-IN" emma:confidence="0">
                  <emma:literal>g ain</emma:literal>
                </emma:interpretation>
                <emma:interpretation id="interp32" emma:lang="en-IN" emma:confidence="0">
                  <emma:literal>9 ain</emma:literal>
                </emma:interpretation>
                <emma:interpretation id="interp33" emma:lang="en-IN" emma:confidence="0">
                  <emma:literal>G ain</emma:literal>
                </emma:interpretation>
                <emma:interpretation id="interp34" emma:lang="en-IN" emma:confidence="0">
                  <emma:literal>8 ain</emma:literal>
                </emma:interpretation>
              </emma:one-of>
            </emma:emma>
          </inkml:annotationXML>
          <inkml:trace contextRef="#ctx0" brushRef="#br0" timeOffset="62973.5324">4946 2104 251,'0'0'55,"0"0"31,0 0 22,0 0-57,0 0 5,0 0-14,0 0-7,9-28-35,-16 23-2,-12 5-6,-4 0 3,-7 0 5,-2 11-4,3 4 2,1 3-3,8-1-2,6 1 4,3-4-3,6 0-5,5 0-10,0-4-7,0-2 11,7-2 1,8-2 7,6-4 8,7 0-16,-1 0-33,4-15-21,-1-1 1,-4-9 22,-9 0 23,-1 1 25,-3-2 23,-4 2 10,-5 6 42,-2 8 5,-2 2 2,0 5-27,0 3-19,0 0-34,0 0-2,0 3-19,0 23-10,0 11 22,-9 16 7,-4 7 4,2 8-4,0-2 1,5-1-1,4-2 0,2-10 1,0-4-1,0-3 1,0-12-1,0-2 1,0-7-1,0-3 2,0-9-2,-3-5-3,-9-1-11,-5-4-3,-6-3-2,-5 0-5,-2 0-16,-2-15 31,5-6 9,3-3 8,4-8 16,9-2 2,4-2-19,5-2 0,2 5 21,0 3-15,20 4-12,7 2-1,7 2-5,5 5-21,-1 2-16,2 1-17,-2 7-58,-4-4-67</inkml:trace>
          <inkml:trace contextRef="#ctx0" brushRef="#br0" timeOffset="63737.7522">5482 1990 404,'0'0'26,"0"0"89,0 0-78,0 0-27,0 0-10,0 0 0,-113-9-2,84 26-1,0 1 2,6 7-3,3 2 3,8-1-1,5 1-3,4-6 3,3 0 2,0-3 0,0-4-3,12-4 3,2-2 0,7-5 3,6-3-2,2 0-2,5-3-4,-2-15-18,-2-3 8,-3-3-5,-5-5 2,-2 0 10,-7 5 7,-3 3 1,-4 4 9,-5 10 18,-1 3 22,0 1-2,0 3-23,0 0-24,0 0-9,0 0-12,0 18 0,-4 6 17,-2 4 4,0 1 2,6-2-2,0-1-3,0-5 3,0-5-2,9-4 2,1-6 2,2-1-1,1-5-1,2 0 3,3-2-3,-1-11-3,2-8 2,-3 0-7,-3-8 7,1 1 1,-3-4 0,-5 2 0,-1 1 1,-2 8 0,-3 6 5,0 5 17,0 3 0,0 7 10,0 0-21,0 0-12,0 0-14,0 10-13,0 8 16,-3 3 9,-2 0 2,2 1 2,1-1-2,2 0-2,0-4-39,0-3-25,0-7-74,0-7-56</inkml:trace>
          <inkml:trace contextRef="#ctx0" brushRef="#br0" timeOffset="63959.4203">5747 1782 514,'0'0'13,"0"0"84,0 0-94,0 0-3,0 0-91,0 0-103,-6 18 55</inkml:trace>
          <inkml:trace contextRef="#ctx0" brushRef="#br0" timeOffset="64436.3231">5873 1991 501,'0'0'1,"0"0"39,0 0-34,0 0-6,0 0-16,0 0 16,2 80 0,-2-51 4,0-1-2,0-3-1,0-3 2,-7-2-3,2-5-3,0-5-15,1-4-25,-2-6-8,2 0 15,-2 0 21,3 0 15,1-9 20,2-6-13,0-3 6,0-2 18,2-2 1,11-5-12,6 1 3,3-1-21,-1 6 3,3 6 0,-4 1 6,0 4-5,-1 6 6,-2-3 2,3 7 2,2 0-7,1 0-3,5 0-5,-4 14 1,0 0 2,-3 4-4,-2 3 0,-3 3-1,-7 1 2,-7 7-1,-2 3 0,-17-2-71,-19-3-235</inkml:trace>
        </inkml:traceGroup>
      </inkml:traceGroup>
    </inkml:traceGroup>
  </inkml:traceGroup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1-02-08T06:48:32.907"/>
    </inkml:context>
    <inkml:brush xml:id="br0">
      <inkml:brushProperty name="width" value="0.04667" units="cm"/>
      <inkml:brushProperty name="height" value="0.04667" units="cm"/>
      <inkml:brushProperty name="fitToCurve" value="1"/>
    </inkml:brush>
  </inkml:definitions>
  <inkml:traceGroup>
    <inkml:annotationXML>
      <emma:emma xmlns:emma="http://www.w3.org/2003/04/emma" version="1.0">
        <emma:interpretation id="{5062FDB2-8463-4D4A-8ED5-0B26B2DE6673}" emma:medium="tactile" emma:mode="ink">
          <msink:context xmlns:msink="http://schemas.microsoft.com/ink/2010/main" type="writingRegion" rotatedBoundingBox="15544,4640 23415,4750 23363,8478 15492,8368"/>
        </emma:interpretation>
      </emma:emma>
    </inkml:annotationXML>
    <inkml:traceGroup>
      <inkml:annotationXML>
        <emma:emma xmlns:emma="http://www.w3.org/2003/04/emma" version="1.0">
          <emma:interpretation id="{17258BFC-08A8-4A98-95E1-9961F7E0C6D0}" emma:medium="tactile" emma:mode="ink">
            <msink:context xmlns:msink="http://schemas.microsoft.com/ink/2010/main" type="paragraph" rotatedBoundingBox="15678,4642 19833,4708 19819,5621 15664,5555" alignmentLevel="1"/>
          </emma:interpretation>
        </emma:emma>
      </inkml:annotationXML>
      <inkml:traceGroup>
        <inkml:annotationXML>
          <emma:emma xmlns:emma="http://www.w3.org/2003/04/emma" version="1.0">
            <emma:interpretation id="{21584F94-A52D-47F6-9FFC-9F500BF0C269}" emma:medium="tactile" emma:mode="ink">
              <msink:context xmlns:msink="http://schemas.microsoft.com/ink/2010/main" type="line" rotatedBoundingBox="15678,4642 19833,4708 19819,5621 15664,5555"/>
            </emma:interpretation>
          </emma:emma>
        </inkml:annotationXML>
        <inkml:traceGroup>
          <inkml:annotationXML>
            <emma:emma xmlns:emma="http://www.w3.org/2003/04/emma" version="1.0">
              <emma:interpretation id="{D6C60706-EA3B-4608-A8D1-26C86F3296D1}" emma:medium="tactile" emma:mode="ink">
                <msink:context xmlns:msink="http://schemas.microsoft.com/ink/2010/main" type="inkWord" rotatedBoundingBox="15678,4642 18292,4683 18277,5597 15664,5555"/>
              </emma:interpretation>
              <emma:one-of disjunction-type="recognition" id="oneOf0">
                <emma:interpretation id="interp0" emma:lang="en-IN" emma:confidence="0">
                  <emma:literal>id-gm</emma:literal>
                </emma:interpretation>
                <emma:interpretation id="interp1" emma:lang="en-IN" emma:confidence="0">
                  <emma:literal>id = gm</emma:literal>
                </emma:interpretation>
                <emma:interpretation id="interp2" emma:lang="en-IN" emma:confidence="0">
                  <emma:literal>id: gm</emma:literal>
                </emma:interpretation>
                <emma:interpretation id="interp3" emma:lang="en-IN" emma:confidence="0">
                  <emma:literal>ied = gm</emma:literal>
                </emma:interpretation>
                <emma:interpretation id="interp4" emma:lang="en-IN" emma:confidence="0">
                  <emma:literal>ids gm</emma:literal>
                </emma:interpretation>
              </emma:one-of>
            </emma:emma>
          </inkml:annotationXML>
          <inkml:trace contextRef="#ctx0" brushRef="#br0">34 5 53,'0'0'51,"0"0"0,0 0 115,0 0-102,0 0 12,0 0-26,0 0-7,0 0-9,0-4 0,0 2-1,0 2-2,0 0-3,0 0-6,0 0-6,-2 0-5,2 0-5,0 0-6,0 0 0,0 0-7,-2 5-2,0 8 9,1 7 2,-2 1 0,3 2 9,-3 2 2,-1-2-2,1-1-8,-1 2 4,2-1-4,0-3-3,2-6 4,0 3-4,0-6-3,0-4-45,0 1-73,0-8-56,-6 0-110</inkml:trace>
          <inkml:trace contextRef="#ctx0" brushRef="#br0" timeOffset="471.657">109-258 252,'0'0'110,"0"0"-57,0 0 43,0 0-40,0 0-31,0 0-22,1-3-3,-1 3-3,0 0-8,0 3 0,4 4 11,0 4 5,-4-4 0,0 1-5,0-5 3,0 0 1,0-3-3,0 0 1,0 0 10,0 0 36,0 0 19,0 0 3,0 0-1,0-3-4,0-8-33,0 3-17,0-3 3,0 2-14,0 6-4,0-2-1,0 2-21,0 3-68,-9 0-75,-7 3-207</inkml:trace>
          <inkml:trace contextRef="#ctx0" brushRef="#br0" timeOffset="1350.176">478 236 151,'0'0'92,"0"0"12,0 0-8,0 0-24,0 0-4,0 0-17,0 0 0,3-32-13,-3 29 3,0-2-13,0 1-11,-7-2-15,-3 0-2,-9 1-5,-1 2-1,-2 2 3,0 1 1,5 0-1,-2 0 0,3 0-2,2 11-2,-4 0 2,4 6 5,1 4-4,3 2 1,2 1-1,4 1 4,4-1-3,0-3 0,0-3 0,4-4 3,11 1-6,-4-5-4,5-3-19,2 0-33,5-4-39,2-3-64,-2 0-51</inkml:trace>
          <inkml:trace contextRef="#ctx0" brushRef="#br0" timeOffset="2031.5296">734 291 148,'0'0'266,"0"0"-245,0 0 83,0 0-28,0 0-56,0 0-20,0-45-4,-13 45 0,-1 0 2,-7 0 0,3 3-3,-1 9-2,1 2-4,3 4 11,0 3 1,3 0-1,5-1 1,4-1-3,3-2 1,0-7-2,0 1-3,3-1-8,12-5-10,4-2 11,-2-3 3,0 0 6,2 0 3,0-3-7,0-12 3,-5 0 1,-1-9-2,0-5 5,-2-4-6,-3-5 0,-2-3-11,-2 2 12,-2 5 6,-1-2 3,-1 7 19,0 2 11,0 5 14,0 2 13,0 6-8,0 4-1,0 1-12,-1 3-3,-1 1-5,2 3-7,0 2 2,0 0-9,0 0-15,0 0-2,0 0-12,0 0-8,0 20-1,0 8 16,0 8 5,0 0 0,0 4 3,0 1-3,0-3-2,0 1 2,0-3 3,0-3-2,0-4-1,0-4-21,-3-4-77,-4-3-81,3-7-140</inkml:trace>
          <inkml:trace contextRef="#ctx0" brushRef="#br0" timeOffset="2910.1416">1105 376 321,'0'0'205,"0"0"-182,0 0 88,0 0-61,0 0-37,0 0-7,63 0-2,-26 0-1,-3 0-3,5 0-7,-4 0-71,-4 0-100,-8-3-172</inkml:trace>
          <inkml:trace contextRef="#ctx0" brushRef="#br0" timeOffset="2684.9833">1129 200 350,'0'0'85,"0"0"-2,0 0 19,0 0-58,0 0-19,0 0-4,32 0-12,-12 0-4,7 0 2,0 0 1,-1 0-6,0 0-1,-7 0-1,-6 0-1,-3 0 1,-4 0-9,-1 0-41,-5 0-71,0 0-95</inkml:trace>
          <inkml:trace contextRef="#ctx0" brushRef="#br0" timeOffset="4963.8368">1964 25 87,'0'0'220,"0"0"-150,0 0 48,0 0-37,0 0-12,0 0-12,10-44-25,-10 38-14,0-1-18,-4 4 0,-10-1-8,-6 3 3,-7 1 4,-3 0-7,-2 3 3,3 9-3,5 5 5,3 2-7,8-2 2,5 4 0,5-4-1,3-2 2,0-5-2,0 1-15,4-4 12,10-1 1,7-3-6,0-3 6,6 0-11,-3 0 0,1-10-13,-8-3 19,-3-5 14,-5 0 2,2 0 4,-7-3 37,-4 0-5,1 1 26,-1 4-22,0 4-6,0 8 3,0 0 1,0 4-24,0 0-14,0 0-2,0 0-15,-1 22-13,-11 17 23,-4 6 7,3 11 0,2 1 0,3 2-2,7-2-3,-1 3 5,2-7-1,0-1-1,0-8-4,0-6-9,3-2-18,5-6-6,-5-5 11,-2-4-21,-1-6 10,0-4 0,0-6 15,0-4-7,-4-1 4,-15 0-9,-1 0 26,-4-14 2,0-4 8,2-3 3,3-1 19,8-8 4,4 0-15,7-4 29,0-5-6,0 0-15,5-3 6,14 0 1,6 0 8,1 3-26,3 3 3,2 4-11,1 4 12,-1 3-7,0 4-5,-4 5 6,-6 2-3,0 6 0,-10 1-2,-1 6-1,-1 1-5,3 0-4,-4 4-2,4 11 0,-1 6 1,-1 3 3,1 5 4,-7-1-15,0 1 10,-2-5-14,-2 0-10,0-3 8,0-3-11,0-3-14,0-6 16,-6-2-9,2-6 14,-2-1-9,3 0 37,1-6 0,1-10 31,-1-6 19,2-2-12,0-3 11,0 2-20,9-1 3,3 5 9,1 1-12,0 7-6,2 2-5,-4 2-15,3 0 4,-2 8-1,0-1 0,-5 2-6,0 0-5,3 0 0,0 10 0,0 4-8,1 7 9,-8-1-4,1-1 2,-3 1-6,-1-2-19,0-3-6,0-4-3,0-2-16,-1-8 20,-5-1-14,5 0 0,-2 0 48,3-3 2,0-12 9,0-6 20,0 0 11,3 0-14,5-3-12,2 4 37,2 4-40,3 1 28,-1 2-16,0 3-1,1 1-16,2 3 14,2 3-20,-1 0 4,3 3-1,7 0-3,-5 0 3,6 12 5,-5 0-3,-3 5-5,-3-2 0,-6 4-1,-4 1-3,-5 1 2,-3 0-17,0 2-20,-11-1-60,-11-4-57</inkml:trace>
        </inkml:traceGroup>
        <inkml:traceGroup>
          <inkml:annotationXML>
            <emma:emma xmlns:emma="http://www.w3.org/2003/04/emma" version="1.0">
              <emma:interpretation id="{9E18BC58-15F8-492A-9586-4286B2B390D1}" emma:medium="tactile" emma:mode="ink">
                <msink:context xmlns:msink="http://schemas.microsoft.com/ink/2010/main" type="inkWord" rotatedBoundingBox="18643,4725 19833,4744 19822,5447 18632,5428"/>
              </emma:interpretation>
              <emma:one-of disjunction-type="recognition" id="oneOf1">
                <emma:interpretation id="interp5" emma:lang="en-IN" emma:confidence="0">
                  <emma:literal>Yards</emma:literal>
                </emma:interpretation>
                <emma:interpretation id="interp6" emma:lang="en-IN" emma:confidence="0">
                  <emma:literal>wads</emma:literal>
                </emma:interpretation>
                <emma:interpretation id="interp7" emma:lang="en-IN" emma:confidence="0">
                  <emma:literal>veldts</emma:literal>
                </emma:interpretation>
                <emma:interpretation id="interp8" emma:lang="en-IN" emma:confidence="0">
                  <emma:literal>Wads</emma:literal>
                </emma:interpretation>
                <emma:interpretation id="interp9" emma:lang="en-IN" emma:confidence="0">
                  <emma:literal>wade</emma:literal>
                </emma:interpretation>
              </emma:one-of>
            </emma:emma>
          </inkml:annotationXML>
          <inkml:trace contextRef="#ctx0" brushRef="#br0" timeOffset="6194.1968">2972-70 242,'0'0'174,"0"0"-111,0 0 51,0 0-49,0 0-36,0 0-6,7-8-10,-6 8-13,1 0-13,5 10-12,3 11 19,4 7 6,4 5 0,-1 2 10,4 3 3,-3-5-9,-3-3-2,1-5-1,-5-2 1,-1-7-2,0 2-8,-5-7-38,0 0-31,-2-4-24,-3-7-50,0 0-65</inkml:trace>
          <inkml:trace contextRef="#ctx0" brushRef="#br0" timeOffset="6518.4396">3304-169 539,'0'0'33,"0"0"-8,0 0 21,0 0-46,0 0-14,0 0-4,2 59 18,-5-20 12,-6 0 11,2 0-2,0-3 2,-2-5-9,5-3 3,-5-1-16,2-8 8,2 1-9,0-5 0,2-2 0,0-2 0,3-5-50,0-1-27,0-5-34,1 0-35,14 0-21</inkml:trace>
          <inkml:trace contextRef="#ctx0" brushRef="#br0" timeOffset="6930.3047">3631 77 334,'0'0'40,"0"0"36,0 0 27,0 0-42,0 0-34,0 0-20,-7-29-7,-7 29-6,-12 0 5,-5 4-4,-5 13 1,3 2 1,2 5 2,7 0-4,7 1 5,5-3 0,6 5 5,6-6-5,0 0 0,0-3 1,14-3 2,8-1 1,3-4-2,2-3-1,-2-6 1,1-1-2,-7 0-10,0 0-12,-2 0-8,-4 0-31,0-8-37,-3-2-65</inkml:trace>
          <inkml:trace contextRef="#ctx0" brushRef="#br0" timeOffset="7590.2876">4008 154 469,'0'0'22,"0"0"38,0 0 16,0 0-48,0 0-28,0 0-6,-52-42 5,21 42-1,5 0-1,0 0-1,3 14 4,3 1-9,2 6 9,4 0 6,6 0-6,3 0 1,5-3-1,0 2 1,0-8 0,0 1-1,8-7-2,6-1-5,1-5 4,1 0-2,6 0 0,-2-14 3,4-4-3,-7-6-9,0-5 8,1 1 1,-4-7 0,-1-4 5,-4 0 7,-2-6-6,-1 3 22,-6-1 5,0 4 7,0 11 12,0 4-7,0 10 7,0 7 9,0 4-5,0 1-14,0 2-14,0 0-21,0 0-2,0 0-13,0 9-9,0 18-7,-5 15 28,-3 8-2,2 3 5,-3-1-2,5-5 0,1-8 2,2-4 0,1-7-2,0-4 0,0-2 0,0-6 0,0-4-4,0 0-60,0-7-104,-9-5-187</inkml:trace>
          <inkml:trace contextRef="#ctx0" brushRef="#br0" timeOffset="49310.1075">3686 147 63,'0'0'68,"0"0"-20,0 0-3,0 0-2,0 0-1,0 0-1,0-2-1,0 1 4,0 1-10,0 0-6,0 0-2,0 0 1,0 0-2,0 0-4,0 0 5,0-3-1,0 3 1,0-2-1,0-1-4,0-3-10,0 5-4,0-5 2,-1 3 6,-1-5-10,-3 5-1,0 0-1,0-1-3,-1 1-4,2-1 3,-5 0 1,4 4-3,-2 0 3,1 0 0,-1 0-6,-3 0 2,-2 0 2,1 4-1,-2 3 3,0 3-1,-3-2 1,1 2 0,1-1 1,2 0-1,2 0-1,3 0-3,-3 2-1,3-1 3,0-1 1,1 2-1,-2 3 1,1-3 1,0 3 0,1 0 0,0 1-2,1-2 1,0 2 1,0-1 0,0 1 0,-1-2 0,3 0 2,0-1-2,2-2-2,-2 4-2,3-1 2,0-1-1,0-1 1,0-1-1,0 0-4,0-3 2,3 0 3,3-2 2,1 1 2,3-2 0,0 2 1,3-1-3,2-2 6,2 1-4,-1-4-1,3 0 3,-3 0 1,-2 0-3,-1 0-1,-1-7 6,0-1-3,-2-2 2,-2-4 1,-1-4 0,-1 0-1,0 1-2,-3-4-4,0 0-4,0-4 4,-2 3-3,-1-1-1,0 0 4,0-1 2,2 6 0,-1-2-1,-1 2-1,3 0 6,-3 2-1,3 1-3,-2 0 5,2 1 2,-1 4-8,2-1 2,-3 1 20,1 5-17,-2-1 2,0 3 2,0 0-2,1 2 0,-1 1-1,0 0-7,0 0-4,0 0-9,0 0-8,0 14-4,0 11 23,0 9 2,0 2 1,2 3 1,-1 0 0,3-1-1,-1 1-1,5-1 1,-2-5-1,4-3 0,-2-4-2,4-2 2,0-6-4,-1-3-44,6-5-52,4-6-44,-5-4-105</inkml:trace>
          <inkml:trace contextRef="#ctx0" brushRef="#br0" timeOffset="50968.4212">3905-142 25,'0'0'44,"0"0"6,0 0-6,0 0 17,0 0-5,0 0-10,4 0 9,-4 0-7,0 0-8,0 0-6,0 0 1,0 0 1,2 0-3,-1 0 15,-1-2-1,2-2-32,-2-1 4,0 2 1,0 0 5,0-1 2,0 2 9,0-2-16,0 4 15,0 0-6,1 0-14,-1 0-6,0 0-9,0 0-1,0 0-9,0 0-11,0 16-1,0 5 14,0 8 8,0 3 1,-1 2 1,-2 2-1,0 0 3,-1-1-4,0 1 1,1-4-1,-2-1 0,0 1 1,0-2-1,0-1 0,0-4 0,2-1 0,0-1 0,0-3 0,2-2-1,-2-4-1,0 0-4,-2-3 1,4-2-2,-1 0 0,1-6 3,-1 3-7,1-3-7,1-2 6,0-1-7,0 0 8,0 0 7,0 0 4,0 0 8,0 0 3,0 0 2,0-4-7,0-7-3,0-2-2,0 2-1,0-3 1,0 3 1,0-6-1,0 2 2,0-3 0,0-2 0,4 5 6,5-1-9,-3 2 4,3 2 3,-1 2-3,1 0-4,1 2 0,0-2 0,2 3-1,-5 4-1,2 2 1,-2-1-1,2 2-1,-3-2 1,4 2-2,0 0 0,1 0 1,4 0-2,-5 0 3,3 0-2,-2 5 1,3 1 2,-6 1-5,4 1 1,-4 1 1,-2 2 1,3-1-1,0 1 1,-1 1 2,2-2 1,-2 4-1,0-4-1,-1 1 0,-2 1-14,-2-2-3,-3 1 4,0-1 3,0 1 9,0 2 1,0-2 3,0 0-1,-8-1 0,3-1 0,-1 0 0,-4-6 0,0 7 0,-2-9 1,-1 5 0,-6-2-1,1-4 6,-4 3-3,2-3 0,3 0 0,0 0 2,3 0-1,-1 0 1,2-3 4,2-4-7,2 3 4,2-3 2,-2 1-5,3-3-3,-2-1-16,0-1-54,1-5-101,-1-5-122</inkml:trace>
        </inkml:traceGroup>
      </inkml:traceGroup>
    </inkml:traceGroup>
    <inkml:traceGroup>
      <inkml:annotationXML>
        <emma:emma xmlns:emma="http://www.w3.org/2003/04/emma" version="1.0">
          <emma:interpretation id="{5F114649-DBDE-41D4-A0F8-751CA42ECFA8}" emma:medium="tactile" emma:mode="ink">
            <msink:context xmlns:msink="http://schemas.microsoft.com/ink/2010/main" type="paragraph" rotatedBoundingBox="15523,5938 23250,5910 23253,6692 15526,6720" alignmentLevel="1"/>
          </emma:interpretation>
        </emma:emma>
      </inkml:annotationXML>
      <inkml:traceGroup>
        <inkml:annotationXML>
          <emma:emma xmlns:emma="http://www.w3.org/2003/04/emma" version="1.0">
            <emma:interpretation id="{B5243A39-7DFF-41CA-8BA2-16E19DB48444}" emma:medium="tactile" emma:mode="ink">
              <msink:context xmlns:msink="http://schemas.microsoft.com/ink/2010/main" type="line" rotatedBoundingBox="15523,5938 23250,5910 23253,6692 15526,6720"/>
            </emma:interpretation>
          </emma:emma>
        </inkml:annotationXML>
        <inkml:traceGroup>
          <inkml:annotationXML>
            <emma:emma xmlns:emma="http://www.w3.org/2003/04/emma" version="1.0">
              <emma:interpretation id="{404575D1-9CC7-4567-86E9-E1666903FD1D}" emma:medium="tactile" emma:mode="ink">
                <msink:context xmlns:msink="http://schemas.microsoft.com/ink/2010/main" type="inkWord" rotatedBoundingBox="15523,5972 17074,5967 17077,6714 15526,6720"/>
              </emma:interpretation>
              <emma:one-of disjunction-type="recognition" id="oneOf2">
                <emma:interpretation id="interp10" emma:lang="en-IN" emma:confidence="0">
                  <emma:literal>gm:</emma:literal>
                </emma:interpretation>
                <emma:interpretation id="interp11" emma:lang="en-IN" emma:confidence="0">
                  <emma:literal>gm =</emma:literal>
                </emma:interpretation>
                <emma:interpretation id="interp12" emma:lang="en-IN" emma:confidence="0">
                  <emma:literal>gem =</emma:literal>
                </emma:interpretation>
                <emma:interpretation id="interp13" emma:lang="en-IN" emma:confidence="0">
                  <emma:literal>gum =</emma:literal>
                </emma:interpretation>
                <emma:interpretation id="interp14" emma:lang="en-IN" emma:confidence="0">
                  <emma:literal>germ =</emma:literal>
                </emma:interpretation>
              </emma:one-of>
            </emma:emma>
          </inkml:annotationXML>
          <inkml:trace contextRef="#ctx0" brushRef="#br0" timeOffset="21777.8941">1160 1190 413,'0'0'63,"0"0"7,0 0-6,0 0-49,0 0-12,0 0 7,94 0 10,-61-3 0,-3 3-12,-3 0-1,-9 0-6,-5 0-1,-3 0 0,-2 0-13,-8 0-60,0 0-100,-11 3-113</inkml:trace>
          <inkml:trace contextRef="#ctx0" brushRef="#br0" timeOffset="21969.019">1186 1324 206,'0'0'217,"0"0"-200,0 0 55,0 0-31,0 0-12,0 0 12,105 1-28,-69-1-13,-5 0-9,-4 0-117,-6 0-100</inkml:trace>
          <inkml:trace contextRef="#ctx0" brushRef="#br0" timeOffset="21378.195">163 1116 258,'0'0'67,"0"0"-40,0 0 42,0 0-30,0 0-30,0 0-6,0 0 1,0 0 9,6 0 3,-6 0 6,0 0 6,0 0-4,0 0-1,0 0 3,0 0-1,0 0 3,0 0-7,0 0-21,-3-6-1,-8-1-4,-3-1 5,-3 1 1,-4 0-1,-2 3-4,-2 1-1,-3 0-1,1 3-1,-1 0 1,0 0-1,7 6-6,3 2 2,2 6 1,5 0 3,1 6-1,2-1-3,4 1 8,2-2-4,2-3-5,0-2-8,0-2-8,3-4 9,12 0 8,2-7-13,11 0 11,-4 0-5,7-3-7,-5-11-15,0-1 1,-12-3 24,-1-2 15,-4 2 8,-3 0 12,-6-3 24,0 3-9,0 0 2,0 6 22,0 3-18,3 6 14,-3 3-19,0 0-29,0 0-7,0 0-13,0 0-6,0 14-8,3 11 16,1 10 11,0 7 0,-1 9 3,-3 5-3,3 3 3,-3 1-3,0-3 0,0 2 0,0-5-3,0-5 3,0-4-11,0-9 2,0-4-2,-3-8-3,-3-6-5,-2-4 1,-1-7 4,-3 1-12,-1-5-7,-1-3-8,-9 0 12,4-3-17,0-12 22,-1-6 24,7-3 15,3-5-8,1-3 19,7-7 21,2 0-26,0 0 15,11-2-20,7 2-1,8 5-10,9 1-2,6 1 5,-1 5-7,1 1 2,-7 5 5,-6 3-6,-2 8 11,-6 2-13,-5 2 2,-4 6-2,0 0-9,-1 0 0,-5 0 4,3 14-2,-1 4-6,0 3 7,-3 3 6,-1-2 1,-3-1-1,0-4-6,0 1 0,0-4-5,0-4 2,0-2 1,0-4 5,-3-2-1,0-2-1,2 0-3,-2 0 8,2-6 7,-1-9 3,2-6 3,0-7-3,0 3 13,2-2-9,8-2 16,6 7-3,-5 2-12,5 2 7,5 3-15,-4 2-2,8 2 1,-5 2-6,1 4-1,0 5 0,-5 0-3,3 0-6,-8 18 1,2 2 0,-4 3-4,-5-2 9,-3 0-1,-1-3-2,0-5-6,0 1 0,0-7-7,-4 0 5,1-6-9,-1-1-6,0 0-5,1 0 35,0-8 13,1-8-9,0-4 11,2-2-3,0-4-6,0 5 8,10-1-6,5 2 11,2 2-6,-2 4 1,5 1-1,2 2-4,1 4 3,-1 2-3,-2 5 0,1 0-9,-7 0-2,3 12-5,-4 8 3,-2 2-5,-5 2 9,-2 1 0,-4 3 4,0-7 2,0 5-6,-7-3-18,-8-4-26,-2-2-37,2-7-81</inkml:trace>
        </inkml:traceGroup>
        <inkml:traceGroup>
          <inkml:annotationXML>
            <emma:emma xmlns:emma="http://www.w3.org/2003/04/emma" version="1.0">
              <emma:interpretation id="{EDC6B82F-038B-4C30-82FF-288999157F0B}" emma:medium="tactile" emma:mode="ink">
                <msink:context xmlns:msink="http://schemas.microsoft.com/ink/2010/main" type="inkWord" rotatedBoundingBox="17761,5930 23250,5910 23252,6404 17763,6424"/>
              </emma:interpretation>
              <emma:one-of disjunction-type="recognition" id="oneOf3">
                <emma:interpretation id="interp15" emma:lang="en-IN" emma:confidence="0">
                  <emma:literal>Transconductance</emma:literal>
                </emma:interpretation>
                <emma:interpretation id="interp16" emma:lang="en-IN" emma:confidence="0">
                  <emma:literal>Trans conductance</emma:literal>
                </emma:interpretation>
                <emma:interpretation id="interp17" emma:lang="en-IN" emma:confidence="0">
                  <emma:literal>Trans conduct once</emma:literal>
                </emma:interpretation>
                <emma:interpretation id="interp18" emma:lang="en-IN" emma:confidence="0">
                  <emma:literal>Trans conduct ance</emma:literal>
                </emma:interpretation>
                <emma:interpretation id="interp19" emma:lang="en-IN" emma:confidence="0">
                  <emma:literal>Transconductanee</emma:literal>
                </emma:interpretation>
              </emma:one-of>
            </emma:emma>
          </inkml:annotationXML>
          <inkml:trace contextRef="#ctx0" brushRef="#br0" timeOffset="28122.9486">2099 1068 57,'0'0'106,"0"0"-80,0 0 47,0 0-29,0 0-18,0 0-9,0 0 5,-7 0-4,7 0-18,0 0-1,13 2 1,8-2 14,11 1 27,10-1-11,6 0-20,-2 0-2,-5 0-3,-8 0-3,-11 0-1,-8 0 1,-4 0-1,-7 0-2,0 0-1,-3 0-24,0 0-53,0 0 9,-17 0 4,-6 7-72</inkml:trace>
          <inkml:trace contextRef="#ctx0" brushRef="#br0" timeOffset="28392.9794">2242 1089 201,'0'0'117,"0"0"-33,0 0 14,0 0-33,0 0-28,0 0-18,0 2-9,0 2-10,0 7-9,0 7 8,0 7 1,0 2 20,0 2 2,3 2-13,0-2 1,-2-2-7,-1-1 2,2-5-1,-2-1-2,0-2-1,0 0-2,0-4-22,0 0-49,0-3-33,-3-1-58,-1-10-81</inkml:trace>
          <inkml:trace contextRef="#ctx0" brushRef="#br0" timeOffset="28820.9257">2401 1307 525,'0'0'6,"0"0"32,0 0 18,0 0-49,0 0-7,0 0-7,87-18 2,-75 32-4,-1-1 2,-1 2-3,1 6 10,-3-3 0,-2 0 0,0-4 7,-5 0-7,1-4 0,-2-2-4,0-2-12,0-2-5,0-4 7,0 0-5,-3 0 10,-4 0 9,-1-7 14,0-7 10,4 2-19,4-4 7,0 2 14,0 2-24,7-5 14,10 7-13,0-4-3,8 4-13,-2 2-1,3 2-40,1 2-37,4 4-49,-3 0-46</inkml:trace>
          <inkml:trace contextRef="#ctx0" brushRef="#br0" timeOffset="29283.9976">2947 1274 285,'0'0'130,"0"0"-105,0 0 86,0 0-58,0 0-19,0 0-12,-17-31-15,7 31-7,-5 0 0,3 0 0,-1 3 0,-1 9-4,2 6 4,1 1 1,1 2 0,4-1-1,2 0 2,4-2-3,0-4 1,0 0-22,4-7 3,7 0 4,4-7-25,-1 0 10,2 0-1,0-3 15,-2-9-8,0-5-3,-4-4 11,-6 0 4,0-3 12,-4 3 5,0 3 5,0 4 31,0 5 4,0 3 20,0 6-3,0 0-22,0 0-27,0 0-13,0 0-17,0 14-4,0 4 15,0 7 6,0-1 2,0 4 1,0-6 0,5 2-3,2-3 0,-3-3-44,4-4-63,0-7-64,-2-7-92</inkml:trace>
          <inkml:trace contextRef="#ctx0" brushRef="#br0" timeOffset="29778.0039">3090 1309 194,'0'0'364,"0"0"-347,0 0 98,0 0-53,0 0-51,0 0-11,16-14-9,-13 16-8,6 10-2,-3 4 16,2 4-5,-1-2 8,-2 3 0,-1-3 3,-3-4-1,-1-1-2,0-2-12,0-7-15,0 1-3,0-4-5,0-1 14,0 0 20,0-1 1,0-14 22,0-3-8,0-3 0,0-4-6,0 4 1,8-1 7,5 4-12,0 1 11,0 4-13,0 2 2,1 7-2,-1-2-1,-1 6-1,3 0 0,-4 0-7,3 7-1,-1 10 0,1 1 1,-4 0 5,-2 3 2,-3-3 0,0-1 0,-3 0 0,-2-3-1,0 3-4,0-5-22,0-2-20,0 1-20,0-5-55,0-3-46</inkml:trace>
          <inkml:trace contextRef="#ctx0" brushRef="#br0" timeOffset="30274.5047">3658 1277 334,'0'0'16,"0"0"73,0 0 28,0 0-39,0 0-31,0 0-2,34-55-10,-35 51-35,-17 1-27,-8 3 22,-5 0 5,-3 3-6,5 8-3,6 0 1,9 2 1,3 1-10,7-2 4,4-2 1,0 4 5,0-4 0,7 2 6,9 1 1,4-2 0,1 0 6,-1 3-6,0-1 2,1 1-1,-7-2-1,-5 1-1,0 4-3,-5-5 2,-4-2-1,0-2-7,0 1 4,0-2-1,-15-2 6,-5-2-5,-2 1 6,-2-2 3,-1-2-3,-1 0 0,1 0 4,2-9-4,5-2-8,-1-4-6,6-1-54,4-4-41,6-1-123</inkml:trace>
          <inkml:trace contextRef="#ctx0" brushRef="#br0" timeOffset="30689.0205">4031 1271 359,'0'0'6,"0"0"46,0 0-1,0 0-21,-106-21-20,74 21-7,2 14 30,2 1-31,5 6 10,4 0-5,6 0-7,8 4-2,5-1 2,0-2-1,7-1 1,18-1-10,8-9-30,9-3-37,7-8-87</inkml:trace>
          <inkml:trace contextRef="#ctx0" brushRef="#br0" timeOffset="31362.1805">4258 1279 377,'0'0'64,"0"0"-30,0 0 59,0 0-62,0 0-31,0 0-6,-75-5 1,53 19-3,0 4 7,5-3 1,3 6 0,8-3-2,1 2-2,5-5-3,0-1-25,8-3-13,5-5-2,2-1 7,2-5-4,-2 0 30,3-5 7,1-5-2,1-7 9,0-1 6,0 3 15,-1-5 14,2 2 17,-4 3-8,0 2 18,-4 2-27,-3 1 0,-2 7 2,-3 1-10,0 2-15,2 0-12,1 0-4,4 3-2,1 9-1,0 2 3,-3 4-4,-1-1 8,-3-3-10,-5 3-9,-1-5 18,0-2-17,0-2-11,0-5 2,0 0-9,0-3 6,0 0 0,0 0 18,0-3 12,0-12 5,0-3-3,0-2 16,3-2-14,12-2 21,2 0-25,0 3 0,-1 7 4,0 3 1,-3 4 10,0 6-2,-1 1 4,4 0-11,-2 0-6,5 11-1,-1 7 1,0 5 8,-1-2-8,-5-1 0,-3 4-1,-5-6 4,-1 3-2,0-3 3,-3-4-4,0-1-18,0-5-24,0 1-24,0-8-49,0-1-61</inkml:trace>
          <inkml:trace contextRef="#ctx0" brushRef="#br0" timeOffset="31901.8557">4961 1318 351,'0'0'90,"0"0"-52,0 0 103,0 0-51,0 0-59,0 0-31,-5-36-5,-17 36-1,-7 0-2,-7 6-10,1 9 17,5 3-2,6 0 3,7-1-8,8-3 2,4 4 5,5-4-7,0-3 2,0-2-17,7-5 13,9 1 1,6-5 5,3 0 4,0 0-5,0-11-1,1-4-6,-5-3-8,1-6 3,-4 0-2,-3-5 7,-5-4-2,-3-4 8,-5-1-6,-2-3 12,0 4 22,0 1 28,0 7-1,0 6 30,0 5-32,0 11 8,0 2-12,0 5-13,0 0-13,0 0-17,0 0-8,0 0-5,0 8-10,0 13 3,0 11 19,0 2 0,0 3 2,0 1 0,0-3 2,0-2-1,0-3-2,0-4-29,-2-5-77,-9 0-40,2-11-50</inkml:trace>
          <inkml:trace contextRef="#ctx0" brushRef="#br0" timeOffset="32442.5136">5152 1193 363,'0'0'339,"0"0"-311,0 0 0,0 0-13,0 0-15,0 0-16,0 1-4,0 20 8,0 8 9,0 3 3,0 2 1,0-2 0,0 0 2,0-7 0,0-2-3,6-5-3,4-4-8,0-3-24,5-6-7,-2-4 0,3-1 17,6 0-7,2-16-12,-1-5-50,0 0 42,-2-5 14,-4-1-13,-1-2 51,-6-2 0,-1 2 26,-6 2 20,0 6 28,-3 6 8,0 7 17,0 5-8,0 3-36,0 0-21,0 0-34,0 0-1,0 0-19,0 18-6,0 7 21,0 2 5,-2 3 0,1-2 2,1-1-2,0-1 1,0-2-3,0-6-16,8-4-44,5-4-53,6-5-35,1-5-42</inkml:trace>
          <inkml:trace contextRef="#ctx0" brushRef="#br0" timeOffset="32739.733">5726 1240 520,'0'0'0,"0"0"82,0 0-6,0 0-51,0 0-25,0 0-4,-54-22-7,29 22 0,-2 18 4,5 4-7,3-1 13,2 4 2,7-2 3,5-1-2,5-1-1,0-4 0,2-2-1,12-4-4,7-1-22,6-7-19,2-3-24,7 0-48,-1-3-144</inkml:trace>
          <inkml:trace contextRef="#ctx0" brushRef="#br0" timeOffset="32997.646">5964 1000 588,'0'0'104,"0"0"-94,0 0 74,0 0-82,0 0-2,0 0-20,0 42 9,0-10 11,-3 7 3,3 2 2,0-1-1,0 2 3,-1-4-4,-2-6-2,1-7 0,1 0-1,-3-7-23,2-4-57,-2-3-31,-2-8-56,2-3-76</inkml:trace>
          <inkml:trace contextRef="#ctx0" brushRef="#br0" timeOffset="33223.0183">5756 1233 482,'0'0'40,"0"0"-6,0 0 23,0 0-57,0 0-7,0 0 3,87-1 4,-47-2-6,2 3-27,1-3-18,4 2 2,0-2 1,0-1-43,2 0-45</inkml:trace>
          <inkml:trace contextRef="#ctx0" brushRef="#br0" timeOffset="34143.7403">6323 1193 24,'0'0'163,"0"0"-19,0 0-2,0 0 21,0 0-42,0 0-72,16-24-3,-16 21-29,0 3-12,-9 0-5,-7 0-6,-5 0 2,-7 3-12,-1 15 10,4 0 4,1 6-1,10 0 0,3-1 0,8-2 1,3-3-14,0-5-14,3 1-3,16-7-9,3 0 3,1-7 0,4 0-11,-2 0-15,0-17 16,-2-1 5,-4-3-3,-2 0 43,-5-2 4,-4 2 24,-5 1 9,0 10 39,-1 2-2,-2 5-3,0 3 0,0 0-41,0 0-26,0 0-9,0 3-19,0 14 5,0 4 23,-2 2 0,1 1 0,1-2-3,0-2 0,0-5-10,3-2-13,5-2-4,1-5-18,1-5-14,2-1-8,5 0 0,1 0-30,2-13-19,1-2 80,4-3 39,-1-3 22,1-3 30,-3 3-2,0-1 21,-5 8-14,-3 3-11,0 4 30,-3 0-17,2 7-13,-2 0-19,-3 0-6,5 0-21,-4 8-6,2 9 5,-2 4-5,-5 1 1,-1-1 4,-3-3 1,0-1 6,0-7-6,0 1-5,0-4-6,0-4-4,-2 1-16,1-4-10,-3 0-10,2 0 1,2-4 16,0-6 16,0-4 18,0-1 13,9-3 10,7-3 10,3 1-23,3 2 15,-1 4-6,0 0 7,-4 8-13,-4 1 4,-2 5 12,-2 0 10,3 0-17,-1 0-11,2 7-11,2 7-1,-4 4-1,-3 4 2,0-1 7,-1 0-2,-5-3 2,-1 0-7,-1-5 0,0 1-4,0-7-39,0 1-31,0-5-26,2 0-9,8-3-90</inkml:trace>
          <inkml:trace contextRef="#ctx0" brushRef="#br0" timeOffset="34384.9362">7277 1226 345,'0'0'118,"0"0"-81,0 0 80,0 0-54,0 0-48,0 0-15,-60 3-7,28 15 7,2 6 13,3 0-6,5-1-4,7-2 2,7-3-5,6-5-1,2 1-3,0-3-10,10-4-21,12-4-30,8-3-38,5 0-98</inkml:trace>
          <inkml:trace contextRef="#ctx0" brushRef="#br0" timeOffset="34812.0841">7414 1236 269,'0'0'236,"0"0"-221,0 0 88,0 0-77,0 0-26,0 0-13,0 0 2,0 0 6,0 7 3,2-3 0,5 2-3,6-3 5,7-1 9,5-2-5,1 0 0,-3 0 4,-4-11-6,-5 0 2,-5 1 2,-5-2-4,-2-2 3,-2 1-10,0 2-1,-5 1-8,-10 7 14,-7 3-5,-6 0 0,-4 7-5,-4 16-1,0 2 9,3 10 0,2-3 1,13-2-10,10-6-25,8-3 23,0-3 13,12-5-12,13-2 11,6-2-2,8-4 0,5-5-1,-1 0-42,-2 0-106,-8-3-64</inkml:trace>
        </inkml:traceGroup>
      </inkml:traceGroup>
    </inkml:traceGroup>
    <inkml:traceGroup>
      <inkml:annotationXML>
        <emma:emma xmlns:emma="http://www.w3.org/2003/04/emma" version="1.0">
          <emma:interpretation id="{0C636098-63F9-4647-A323-B9CA13AECD61}" emma:medium="tactile" emma:mode="ink">
            <msink:context xmlns:msink="http://schemas.microsoft.com/ink/2010/main" type="paragraph" rotatedBoundingBox="16710,6575 23389,6668 23376,7574 16698,7481" alignmentLevel="2"/>
          </emma:interpretation>
        </emma:emma>
      </inkml:annotationXML>
      <inkml:traceGroup>
        <inkml:annotationXML>
          <emma:emma xmlns:emma="http://www.w3.org/2003/04/emma" version="1.0">
            <emma:interpretation id="{899E65C9-7D6D-4245-981E-49BA3501C074}" emma:medium="tactile" emma:mode="ink">
              <msink:context xmlns:msink="http://schemas.microsoft.com/ink/2010/main" type="line" rotatedBoundingBox="16710,6575 23389,6668 23376,7574 16698,7481"/>
            </emma:interpretation>
          </emma:emma>
        </inkml:annotationXML>
        <inkml:traceGroup>
          <inkml:annotationXML>
            <emma:emma xmlns:emma="http://www.w3.org/2003/04/emma" version="1.0">
              <emma:interpretation id="{76975400-3165-4C8E-A047-91A5183D19CE}" emma:medium="tactile" emma:mode="ink">
                <msink:context xmlns:msink="http://schemas.microsoft.com/ink/2010/main" type="inkWord" rotatedBoundingBox="16706,6881 16955,6884 16952,7033 16704,7030"/>
              </emma:interpretation>
              <emma:one-of disjunction-type="recognition" id="oneOf4">
                <emma:interpretation id="interp20" emma:lang="en-IN" emma:confidence="0">
                  <emma:literal>=</emma:literal>
                </emma:interpretation>
                <emma:interpretation id="interp21" emma:lang="en-IN" emma:confidence="0">
                  <emma:literal>#</emma:literal>
                </emma:interpretation>
                <emma:interpretation id="interp22" emma:lang="en-IN" emma:confidence="0">
                  <emma:literal>¥</emma:literal>
                </emma:interpretation>
                <emma:interpretation id="interp23" emma:lang="en-IN" emma:confidence="0">
                  <emma:literal>&lt;</emma:literal>
                </emma:interpretation>
                <emma:interpretation id="interp24" emma:lang="en-IN" emma:confidence="0">
                  <emma:literal>E</emma:literal>
                </emma:interpretation>
              </emma:one-of>
            </emma:emma>
          </inkml:annotationXML>
          <inkml:trace contextRef="#ctx0" brushRef="#br0" timeOffset="38502.165">1035 2081 461,'0'0'33,"0"0"-8,0 0 44,0 0-42,0 0-11,0 0 30,86 26-17,-50-22-28,-5-1-1,4 0-69,-1-3-80,-8 0-186</inkml:trace>
          <inkml:trace contextRef="#ctx0" brushRef="#br0" timeOffset="38295.021">1079 1966 155,'0'0'147,"0"0"-126,0 0 57,0 0-18,0 0-21,0 0 2,0 0 13,0 0-12,0 10-7,0-10 1,0 0-10,4 0-10,3 0-12,11 0 3,0 0 3,6 0-4,-1 0-5,-5 0-1,3 0-34,-8 1-67,-9-1-119,-4 0-165</inkml:trace>
        </inkml:traceGroup>
        <inkml:traceGroup>
          <inkml:annotationXML>
            <emma:emma xmlns:emma="http://www.w3.org/2003/04/emma" version="1.0">
              <emma:interpretation id="{E2326B4E-E221-4F8F-B390-642D65A6BBC2}" emma:medium="tactile" emma:mode="ink">
                <msink:context xmlns:msink="http://schemas.microsoft.com/ink/2010/main" type="inkWord" rotatedBoundingBox="17983,6733 20454,6767 20445,7372 17975,7337"/>
              </emma:interpretation>
              <emma:one-of disjunction-type="recognition" id="oneOf5">
                <emma:interpretation id="interp25" emma:lang="en-IN" emma:confidence="0">
                  <emma:literal>indicate</emma:literal>
                </emma:interpretation>
                <emma:interpretation id="interp26" emma:lang="en-IN" emma:confidence="0">
                  <emma:literal>iodinate</emma:literal>
                </emma:interpretation>
                <emma:interpretation id="interp27" emma:lang="en-IN" emma:confidence="0">
                  <emma:literal>indicants</emma:literal>
                </emma:interpretation>
                <emma:interpretation id="interp28" emma:lang="en-IN" emma:confidence="0">
                  <emma:literal>indicant</emma:literal>
                </emma:interpretation>
                <emma:interpretation id="interp29" emma:lang="en-IN" emma:confidence="0">
                  <emma:literal>iodinates</emma:literal>
                </emma:interpretation>
              </emma:one-of>
            </emma:emma>
          </inkml:annotationXML>
          <inkml:trace contextRef="#ctx0" brushRef="#br0" timeOffset="41968.1285">2316 2057 355,'0'0'65,"0"0"49,0 0-21,0 0-17,0 0-27,0 0-4,8 0-2,-8 0-14,0 0 0,0 0-7,0 0-6,0 0-9,0 0-7,0 0-5,0 6-5,0 5-8,0 0 2,0 11 16,0 2 6,0 0-3,0-2 1,0-1-1,0 0-2,0-3-1,0-1 0,0-2-2,0-4-51,-1-1-42,-3-1-46,-2-7-32,0-2-90</inkml:trace>
          <inkml:trace contextRef="#ctx0" brushRef="#br0" timeOffset="42269.0542">2328 1909 370,'0'0'63,"0"0"-10,0 0 58,0 0-49,0 0-13,0 0-4,7-18-7,-7 18-3,0 0-4,0 0 0,0 0-7,0-3-1,1-4-8,-1 2-15,2-1-1,-2 0-5,0-1-18,0 7-36,0-2-31,0 2-46,0 0-58,0 2-134</inkml:trace>
          <inkml:trace contextRef="#ctx0" brushRef="#br0" timeOffset="42777.5245">2678 2149 81,'0'0'75,"0"0"42,0 0-19,0 0-34,0 0-21,0 0-15,-11-8-18,0 5 8,-5 3-6,-4 0-10,0 0 8,1 0-10,0 4 3,2 9 1,4 2 0,-1 3-4,6 2 5,3 2-9,3 2 4,2-6 0,0 3 0,4-6 6,10-4-2,7-2 1,5-5 0,8-1 1,6-3-6,6 0-29,0 0-65,-5 0-77,-7-6-68</inkml:trace>
          <inkml:trace contextRef="#ctx0" brushRef="#br0" timeOffset="43318.3842">2995 2251 11,'0'0'228,"0"0"-181,0 0 36,0 0 4,0 0-27,0 0-18,1-63-20,-8 60-8,-5-2-13,-5 5 1,-2 0-2,-2 0 2,-1 0-4,2 11 2,3 4 0,4-2-3,3 1 2,3 1-2,6-1 3,1-4-7,0-2 7,0-1-3,0-4 0,7 0-6,4-3 1,4 0 8,5 0 0,2-6-6,1-9-8,-3-3-1,1-3 3,-8-3-3,-3-2 10,-6-2 5,0-4 8,-4 1-1,0-1 6,0 3 19,0 5 12,0 4-3,0 9 20,0 4-8,0 6-17,0 1-2,0 0-23,0 0-11,0 0-8,0 1-14,0 21-3,0 6 25,-4 7 1,3 3-1,1-2 4,0-2-4,0-2 0,0-4-35,4-2-58,3-5-20,4-7-47,-1-7-79</inkml:trace>
          <inkml:trace contextRef="#ctx0" brushRef="#br0" timeOffset="43628.0309">3384 1857 551,'0'0'85,"0"0"-84,0 0 7,0 0-8,0 0-18,0 81 18,-9-33 16,-2 5 21,-4 0-10,4-3-16,-1-1-7,2-3 15,2-3-12,0-9-7,1-2 4,2-4-2,-2-7-2,3-3-23,-2-4-69,3-6-85,3-8-135</inkml:trace>
          <inkml:trace contextRef="#ctx0" brushRef="#br0" timeOffset="44137.1505">3707 2053 337,'0'0'102,"0"0"-41,0 0 52,0 0-49,0 0-46,0 0-18,3-2-7,-2 8-1,8 12 8,2 10 4,2 3 22,2 0 10,-1 2-22,-2-2-10,-1-6 1,1 1-3,-2-5-2,-1-5 0,-2-4-27,-3-6-33,-1-3-43,3-3-32,3 0-32,-3-10-94</inkml:trace>
          <inkml:trace contextRef="#ctx0" brushRef="#br0" timeOffset="44407.0816">3957 2012 360,'0'0'206,"0"0"-198,0 0 55,0 0-52,0 0-11,0 0-20,-19 51 20,3-21 13,2 5-4,-4-4 5,1 4-4,4-7-4,3-2 1,4-2-4,-1-7-3,5-2 4,2-5-4,0-2-27,0-5-43,0-3-45,6 0-27,15 0 9</inkml:trace>
          <inkml:trace contextRef="#ctx0" brushRef="#br0" timeOffset="44752.3266">4203 2218 382,'0'0'19,"0"0"79,0 0 12,0 0-59,0 0-14,0 0-37,2-20-8,-19 20-2,-10 0 5,-3 0 8,-4 8-8,7 5-5,1 5 10,8 2-2,3-2 0,9 0-7,1 0 9,5 0 0,0-1 0,0-3 1,6-4-1,7-2 0,6-1-1,6-4-25,6-3-12,6 0-53,2 0-63,0-7-136</inkml:trace>
          <inkml:trace contextRef="#ctx0" brushRef="#br0" timeOffset="45380.6788">4462 2269 336,'0'0'13,"0"0"74,0 0 17,0 0-40,0 0-15,0 0-5,17-39-16,-17 39-28,-7 0-9,-10 0 4,-8 0 5,2 10-9,3 7 8,4-2-7,3 3 8,4-4-3,2 2 1,5-4-1,2-1-3,0-2-3,0-1-2,8-5 11,6-3 0,8 0 3,0 0-3,2-7-2,1-6 1,-6-2 1,-1-5-4,0-1 2,-5-4 2,-2-4-2,-4-3 1,-2-2-7,-5 1 8,0-5 13,0 2-11,0 4 7,0 4 14,0 5-4,0 5 10,0 6-4,0 3 5,0 8 9,0-3-7,0 4-3,0 0-11,0 0-15,0 0-3,0 0-6,0 0-5,0 0-3,-1 0-2,1 14 0,-4 5 14,0 9 2,3 8 3,-1 1-1,2-1 0,0-1-1,0 1 2,0-6-1,0-4 0,0-2-2,0-2 0,0-8 1,0 0-1,2-4-8,-1-4-48,2-1-79,-2-5-31,3 0-209</inkml:trace>
          <inkml:trace contextRef="#ctx0" brushRef="#br0" timeOffset="53262.0025">4251 2244 56,'0'0'66,"0"0"-15,0 0-5,0 0 1,0 0-5,0 0 0,3 0 0,-3 0 9,0 0 1,0 0 0,0 0-3,0 0-9,0 0-3,0 0-3,0 0-5,0 0-7,0 0-4,0 0-14,-3-7-4,-8 0 0,1-1 0,-1 4-3,1-2 3,-2 0 0,2 1 0,0 2 0,1 2-2,2-1 2,0 2 0,-1 0-6,0 0 1,-4 0 2,1 0-3,-1 3 4,-1 7-3,3 1-4,0 3 6,0 4-1,-1-1 3,6-2 1,2 0-1,3-2 0,0-2-1,0 2 2,0-5-1,8 2 0,1 0 1,-3-3-2,1-3-9,2 0-1,1 0 1,5-4 1,-1 0 8,5 0-5,-2 0-4,1-4-2,2-7 2,-1-3-6,-1 1 2,-2-2-12,-5 1 11,-4 1 10,-1-2 3,-4 1 3,1-1 4,-1 1 0,-2 7 16,1 1 4,-1 1 3,0 2 16,0 3-17,0 0-7,0 0-13,0 0-6,0 0-8,0 0-14,0 11 5,0 7 15,0 2 2,0 2 5,3-1-5,3 3 6,2-6-6,3 3-4,0-3-98,2-7-95,0-8-163</inkml:trace>
          <inkml:trace contextRef="#ctx0" brushRef="#br0" timeOffset="54906.3861">4573 1857 222,'0'0'32,"0"0"86,0 0-4,0 0-44,0 0-10,0 0-6,2-8-23,-1 8-13,-1 0-6,0 0-11,0 0-1,0 0-5,0 8-8,0 10 13,0 6 7,0 4 11,-4 4-3,-5 3-1,-1 4-6,2-1-6,-6-2 4,3-1-2,-1-3-4,2-5-1,0-1 1,1-2 0,2-3 1,3 0-2,1-3 3,-1 0-2,1-1 2,0 0-1,-1-2 0,1-2 0,-1-1 0,0-3-1,1-1 0,0-4 0,3-1-2,-1 0-4,1-2-3,0-1 2,-3 0-3,3 0 5,0 0 5,-1 0-1,1 0 0,-2 0 0,2 0 0,0 0 1,0 0-2,-1 0 2,-1 0 6,2 0 9,-1-4-1,1-3-11,0-7 3,0-1-6,0-3-3,4-3 1,6 0 2,4 1-2,0 2-4,0 1 4,-1 3 0,5 0 2,-4 3 0,3 3 0,1-2 2,1 3-1,0 1-1,1-2 1,0 7-1,-1-5 0,0 6-2,-6-3 1,0 3 1,-6 0-3,0 0-3,0 0-1,-1 0 1,1 9 0,1 0-2,-2 0 4,1 3 0,-4-2-3,1 1 2,0 3 0,1-4 4,-4 5-8,2-4-5,-2 1 6,-1-2 2,0-1 1,0 2 4,0-1 0,0 0 0,-4-3-3,-2 0 4,-2 3 3,-2-3-2,-1-3 2,1 3-3,-1-3 0,-4-1 0,-1 0 5,0-3-4,1 0-1,-2 0-2,-1 0-2,2 0 2,0 0 4,3 0-2,1 0 3,1-3 0,4 0-2,-4 0-1,3-1-3,-1 0-3,0 4-2,-1-1 4,0 1-10,1-2 4,4 2 6,-1 0 4,3 0-1,-1 0-1,1 0 0,0 0 2,3 0 0,-3 0-2,3 0 1,0 0 0,0 0 1,0 0 4,0 0-3,0 0 2,0 0 3,0 0 14,0 0-5,0 0-1,3 0-4,3 0-6,2 0-3,4 0-1,4-1-46,0-5-130</inkml:trace>
        </inkml:traceGroup>
        <inkml:traceGroup>
          <inkml:annotationXML>
            <emma:emma xmlns:emma="http://www.w3.org/2003/04/emma" version="1.0">
              <emma:interpretation id="{FE80C8AC-5410-4EF7-8655-B4EFD0F1AA0D}" emma:medium="tactile" emma:mode="ink">
                <msink:context xmlns:msink="http://schemas.microsoft.com/ink/2010/main" type="inkWord" rotatedBoundingBox="21320,6639 23389,6668 23376,7574 21307,7545"/>
              </emma:interpretation>
              <emma:one-of disjunction-type="recognition" id="oneOf6">
                <emma:interpretation id="interp30" emma:lang="en-IN" emma:confidence="0">
                  <emma:literal>(Alit)</emma:literal>
                </emma:interpretation>
                <emma:interpretation id="interp31" emma:lang="en-IN" emma:confidence="0">
                  <emma:literal>(Ali)</emma:literal>
                </emma:interpretation>
                <emma:interpretation id="interp32" emma:lang="en-IN" emma:confidence="0">
                  <emma:literal>(AM)</emma:literal>
                </emma:interpretation>
                <emma:interpretation id="interp33" emma:lang="en-IN" emma:confidence="0">
                  <emma:literal>(A/v)</emma:literal>
                </emma:interpretation>
                <emma:interpretation id="interp34" emma:lang="en-IN" emma:confidence="0">
                  <emma:literal>(Alai)</emma:literal>
                </emma:interpretation>
              </emma:one-of>
            </emma:emma>
          </inkml:annotationXML>
          <inkml:trace contextRef="#ctx0" brushRef="#br0" timeOffset="67246.1574">6045 2025 282,'0'0'30,"0"0"-15,0 0 26,0 0-41,0 0 1,0 0 13,0 0 26,-21 78 11,13-53-40,1 0 15,0-1-11,1 0 6,-1 1-2,1-3-8,0-1-5,1-1-3,0-5-1,2-2 0,-1-1 0,2-6 0,2 1 1,-1-6-1,1-1 0,0 0 1,0 0 8,0 0 5,0 0 3,0-11 1,0-7-16,0-3-1,0-7-6,11-4 0,1 0 3,0 1 0,3 2 6,-1 1 3,0 0-2,3 4 0,2 3 14,-1 3 3,2 0-17,2 5 1,1 1 3,1-1-10,-2 6-1,-6 3 0,-6 4 0,-3 0-4,-2 0-9,2 7-11,1 11 7,-2 6 15,2 5 1,-2 2 2,-2 1 1,-3 0 0,-1-4-1,0 1 0,0-5 0,0-3 3,0-3-4,0-4 2,0-1 0,0-5-2,0-4-11,-3-1-38,-2 0-39,-6-3-36,-2 0-31,-1 0-134</inkml:trace>
          <inkml:trace contextRef="#ctx0" brushRef="#br0" timeOffset="67479.988">5987 2188 325,'0'0'110,"0"0"-79,0 0 48,0 0-43,0 0-28,0 0-5,65-3 2,-38 1-5,-6-1 2,-2 3-4,-6 0-18,-1-3-58,-2 2-104</inkml:trace>
          <inkml:trace contextRef="#ctx0" brushRef="#br0" timeOffset="68364.1917">6815 1843 287,'0'0'39,"0"0"58,0 0 9,0 0-49,0 0-37,0 0-15,6-4-5,-6 10-12,0 19-18,-18 14 30,-10 18 13,-7 10 5,-6 2-5,4 2-8,1-4-2,6-3-3,9-7 0,3-5 1,8-6-2,2-7 1,2-8 0,2 1 1,1-8 1,1-1-1,1-7 3,1-5-2,0-7-2,0-1 5,0-3-3,0 0 2,0 0 2,0 0-1,0 0-5,0 0-10,0 0-51,-4-11-86</inkml:trace>
          <inkml:trace contextRef="#ctx0" brushRef="#br0" timeOffset="69714.0106">6931 2155 195,'0'0'13,"0"0"77,0 0 2,0 0-36,0 0-1,0 0-2,8-11-6,-8 11 1,0 0-12,0 0-18,0 0-10,0 0-8,2 0-7,-1 8-9,4 5-5,4 9 18,-1 0 3,2 5 0,0 2 2,2-4 3,-2 4-3,0-5 3,-1-3-4,-5-3-1,2-5-1,-5-2-5,2-4-9,-1 0-15,-2-4-14,0-2-17,0-1-2,0 0-65,0 0-30</inkml:trace>
          <inkml:trace contextRef="#ctx0" brushRef="#br0" timeOffset="70014.7136">7206 2128 366,'0'0'137,"0"0"-116,0 0 56,0 0-68,0 0-9,0 0-6,-12 42 6,-2-14 31,-2 7-11,-3-3-8,2-4 22,4 1-20,1-5-12,5-6-2,-2 2 7,3-5-2,-1-5-3,3 1-2,-3-4-4,1 1-86,-3-8-115</inkml:trace>
          <inkml:trace contextRef="#ctx0" brushRef="#br0" timeOffset="70845.2174">5873 1741 24,'0'0'175,"0"0"-148,0 0 49,0 0-9,0 0-35,0 0-13,2-5 9,-2 5-3,0 0-3,0 0-10,0 0-11,-5 8 4,-14 13 10,-5 7 3,-5 15 8,-3 5 8,0 9-24,0 6-8,6 0 3,6 1-1,8-4-4,11-4-3,1-2 2,21 1-1,24-5-5,24 0-51,16-13-42,10-11-115</inkml:trace>
          <inkml:trace contextRef="#ctx0" brushRef="#br0" timeOffset="71566.1381">7514 1750 366,'0'0'36,"0"0"47,0 0 12,0 0-67,0 0-19,0 0-9,35 30 12,-11 4 14,4 12 3,1 3-17,-3 10 3,-3 1 6,-5 1-9,-7-1-12,-7-1 0,-4-2 0,-7-2 0,-25-1-2,-13-1-46,-10-6-78,-4-10-99</inkml:trace>
        </inkml:traceGroup>
      </inkml:traceGroup>
    </inkml:traceGroup>
    <inkml:traceGroup>
      <inkml:annotationXML>
        <emma:emma xmlns:emma="http://www.w3.org/2003/04/emma" version="1.0">
          <emma:interpretation id="{7DFF5EB0-FAC6-48E5-A8FA-2FB138041EFF}" emma:medium="tactile" emma:mode="ink">
            <msink:context xmlns:msink="http://schemas.microsoft.com/ink/2010/main" type="paragraph" rotatedBoundingBox="17640,7955 22080,8074 22068,8512 17628,8393" alignmentLevel="3"/>
          </emma:interpretation>
        </emma:emma>
      </inkml:annotationXML>
      <inkml:traceGroup>
        <inkml:annotationXML>
          <emma:emma xmlns:emma="http://www.w3.org/2003/04/emma" version="1.0">
            <emma:interpretation id="{CFD25C4C-5C5E-4D98-AF85-9F14950A70F1}" emma:medium="tactile" emma:mode="ink">
              <msink:context xmlns:msink="http://schemas.microsoft.com/ink/2010/main" type="line" rotatedBoundingBox="17640,7955 22080,8074 22068,8512 17628,8393"/>
            </emma:interpretation>
          </emma:emma>
        </inkml:annotationXML>
        <inkml:traceGroup>
          <inkml:annotationXML>
            <emma:emma xmlns:emma="http://www.w3.org/2003/04/emma" version="1.0">
              <emma:interpretation id="{5AE23239-FD74-461D-92B4-7D39BF2F1ABC}" emma:medium="tactile" emma:mode="ink">
                <msink:context xmlns:msink="http://schemas.microsoft.com/ink/2010/main" type="inkWord" rotatedBoundingBox="17637,8072 18545,8097 18536,8417 17628,8393"/>
              </emma:interpretation>
              <emma:one-of disjunction-type="recognition" id="oneOf7">
                <emma:interpretation id="interp35" emma:lang="en-IN" emma:confidence="0">
                  <emma:literal>+</emma:literal>
                </emma:interpretation>
                <emma:interpretation id="interp36" emma:lang="en-IN" emma:confidence="0">
                  <emma:literal>z</emma:literal>
                </emma:interpretation>
                <emma:interpretation id="interp37" emma:lang="en-IN" emma:confidence="0">
                  <emma:literal>m</emma:literal>
                </emma:interpretation>
                <emma:interpretation id="interp38" emma:lang="en-IN" emma:confidence="0">
                  <emma:literal>~</emma:literal>
                </emma:interpretation>
                <emma:interpretation id="interp39" emma:lang="en-IN" emma:confidence="0">
                  <emma:literal>Z</emma:literal>
                </emma:interpretation>
              </emma:one-of>
            </emma:emma>
          </inkml:annotationXML>
          <inkml:trace contextRef="#ctx0" brushRef="#br0" timeOffset="79969.0604">1967 3174 124,'0'0'43,"0"0"42,0 0-26,0 0-15,0 0 2,0 0 9,0 0-17,0 0-7,0 4 3,0-4-4,0 0 3,0 0-5,0 0-4,0 0 4,0 0-5,0 0-7,0 0-4,0 0-4,0 0-6,0 0-2,10 0-5,8 0 5,10 0 5,7 0-1,6 0 0,-3 0-4,-10 3 0,-1-3-2,-9 3-4,-3 0-4,-2-1-6,-7-2-9,-1 3 10,-3-3-2,-2 0-1,0 0 5,0 0 2,0 0 4,0 0 3,0 0 2,0 0 2,0 0 0,0 3 3,0-3-1,0 0-2,0 0-1,0 0 0,0 0-2,0 4 0,0 2-2,0 2 3,0 2 2,-2 4 1,-2 1-1,4 3 2,-1-1 0,1 1-1,0 1 1,0 1-1,0 0 2,0 1-3,0-3 2,7 0-1,3 0-1,1-5-1,3-2 1,-1-1 3,2-2 0,2-5 5,1 1-8,2-4 10,1 0-8,-4 0-2,0 0-2,-3-7-8,0-1 9,-7-2 0,2-4-1,0 2 0,-6-4 2,-2 2-7,2-1-6,-3-2 7,0-1 6,0 3 3,0-1 0,0 1 2,0-2 1,0 2 1,-3-2-5,2 6-1,1-3 0,-3 0 2,3 4-3,0-1 2,0 4 2,0 4 5,0 0 3,0-2-2,0 5 7,0 0-5,0 0-3,0 0-4,0 0-5,0 0 3,0 0-2,0 0-1,0 0 4,0 0-2,0 0-2,0 0 0,0-3-3,0 3 0,0 0-2,4 0-1,12 0 5,5 0 1,6 0 2,5 0-1,3 0-1,2 0 2,-1 0-2,2 0-3,-5 0 3,-3 0 0,-5 0 1,-3 0-1,-5 0 0,-4 0 0,-4 0 0,-6 0 1,-3 0-1,0 0 0,0 0 0,0 0-2,0 0-15,0 0-44,0 0-36,-3 0-89,-16 0-78</inkml:trace>
        </inkml:traceGroup>
        <inkml:traceGroup>
          <inkml:annotationXML>
            <emma:emma xmlns:emma="http://www.w3.org/2003/04/emma" version="1.0">
              <emma:interpretation id="{22AD603C-5D1C-4A9A-BABF-51248D35C7C7}" emma:medium="tactile" emma:mode="ink">
                <msink:context xmlns:msink="http://schemas.microsoft.com/ink/2010/main" type="inkWord" rotatedBoundingBox="19193,7996 22080,8074 22070,8452 19182,8375"/>
              </emma:interpretation>
              <emma:one-of disjunction-type="recognition" id="oneOf8">
                <emma:interpretation id="interp40" emma:lang="en-IN" emma:confidence="0">
                  <emma:literal>siemens</emma:literal>
                </emma:interpretation>
                <emma:interpretation id="interp41" emma:lang="en-IN" emma:confidence="0">
                  <emma:literal>Siemens</emma:literal>
                </emma:interpretation>
                <emma:interpretation id="interp42" emma:lang="en-IN" emma:confidence="0">
                  <emma:literal>siemms</emma:literal>
                </emma:interpretation>
                <emma:interpretation id="interp43" emma:lang="en-IN" emma:confidence="0">
                  <emma:literal>siemen5</emma:literal>
                </emma:interpretation>
                <emma:interpretation id="interp44" emma:lang="en-IN" emma:confidence="0">
                  <emma:literal>siemenS</emma:literal>
                </emma:interpretation>
              </emma:one-of>
            </emma:emma>
          </inkml:annotationXML>
          <inkml:trace contextRef="#ctx0" brushRef="#br0" timeOffset="80996.5667">3738 3210 212,'0'0'33,"0"0"48,0 0 17,0 0-24,0 0-5,0 0 1,22-21-20,-22 21-7,0-2-43,-1-1-1,-18 0-13,-11 3 3,-5 0-9,0 0 17,0 0 2,11 6 1,5 5-1,6-4-6,6 4 0,2-1-7,5 4-8,0-3-5,5 0 10,15 0 8,7 0 9,4-1 1,2 4 2,2-4-6,-5 1 3,-4 2-16,-5-1-3,-8 2 4,-1-4 3,-7 4-1,-1-3-3,0-1 10,-4 1 1,0-4 5,0 1-2,0-1-1,-10-1 3,-3-3 6,-7-1-1,-6-2 6,-1 0-4,-9 0 0,2 0-6,1-2 3,5-4 4,2 2-8,9-2-7,4 2-25,7 0-53,6-2-41,0-2-143</inkml:trace>
          <inkml:trace contextRef="#ctx0" brushRef="#br0" timeOffset="81312.7914">3897 3202 305,'0'0'249,"0"0"-226,0 0 72,0 0-56,0 0-39,0 0-15,8 21-3,-4-3 18,1 10 19,0-3-9,0 2 1,-2-1-5,1-2-4,-1-3 3,0-3-4,-2-3-1,2-3-3,-2-3-54,-1-3-34,0-1-55,0-5-51</inkml:trace>
          <inkml:trace contextRef="#ctx0" brushRef="#br0" timeOffset="81505.458">3964 3096 538,'0'0'48,"0"0"7,0 0-11,0 0-44,0 0-21,0 0-58,10-3-79,-7 14 10,3 2-44</inkml:trace>
          <inkml:trace contextRef="#ctx0" brushRef="#br0" timeOffset="82660.4781">4181 3270 487,'0'0'47,"0"0"-33,0 0 31,0 0-43,0 0-2,0 0-14,7 20 6,-4-13 8,3 1 1,-1 1-1,2-2 1,3-2 1,1-2-2,4-3-8,2 0 4,-1 0-2,1-3 2,-2-9-3,-3-5 0,-5 0 6,-4-1-1,-3 0 2,0 0 21,0 5 2,-3 2-10,-6 4-5,-1 4-8,-1 3-1,-7 0-5,-1 0-2,-3 18-1,-3 6-1,3 4 4,2 4 5,8-2-3,6-1 1,6-4-4,0 3 0,5-6 7,13-4 0,2-1-3,2-10-8,3 2 3,2-9-6,0 0 4,0 0 1,-2-6-1,-1-7 3,2-5 7,-3 0 1,1-3 10,-3-4 1,1 1 3,-3 3 5,-3 3-2,3 3 11,-8 2-2,5 5 1,-3 2-19,0 2-5,2 1-4,-1 3-1,1 0-4,-1 0-2,2 13-7,-3 2 5,-3 3 5,0 2-2,-3-2-4,-2 0-2,-4 0-1,-1-1 0,0-3-7,0-3-6,-4 0-16,-5-4-27,1-4-14,1-3 30,2 0 5,2 0 22,3-7 26,0-10 4,0-2 48,3-5-1,10-1 5,4 4-25,-1 0-19,2 3 42,-4 5-11,0 2-13,0 4 1,-4 3-10,1 4-11,2 0-10,3 0-4,-1 4-2,-1 10-5,-1 3 4,-3 1 7,-4 0 0,-3-1 0,0-2-9,-3-2 0,0 1-13,0-7 2,-7 4-19,-2-7-5,3-1-4,2-3 7,1 0 13,3 0 28,0-11 0,0-6 12,1-1 29,13-6 5,3 3-30,1-2-1,0 4-4,-1 8 8,-4 0 11,1 7-6,-2 1-9,1 3-8,2 0-7,2 0-1,1 14 1,-1 4 2,0 0 10,-4 3-1,-3 0 2,-4 0-8,0 0 2,-5-3-4,-1-1-3,0-2-14,0-2-27,-10-2-59,-4-1-42</inkml:trace>
          <inkml:trace contextRef="#ctx0" brushRef="#br0" timeOffset="83642.0388">5255 3315 575,'0'0'32,"0"0"18,0 0-25,0 0-25,0 0-13,0 0-6,13 0 10,-9 6 6,3-1 3,4 1 4,0-2 2,5-4 5,6 3 3,1-3-2,5 0-3,-2-3-7,-2-9-2,-6-4 0,-4 1-12,-6-5 9,-4 5 0,-4-3-10,0 1 12,0 7 1,-2-1 0,-8 8-2,0 2 0,-7 1-2,-4 0-4,-2 12-3,-2 9 5,1 3-1,7 3 1,5-1 5,6 2-5,6 0-1,0-6-3,0-1-16,7-4 9,10-4 5,3-2-13,2-7-9,2 1 15,-1-5 1,-1 0-11,1 0-2,-1-11 16,-1-4 2,1 0 13,0-5 3,0-1 17,-2 3-2,-2 0 7,-3 5 15,-2 1-2,-1 3-8,2 1-3,-4 5-9,0 3-17,2 0-1,-1 0-1,1 0-7,0 11 0,-4 5-2,-2 2 10,-2 3 5,-2 1-4,-2-5-1,0 1 2,0 0-2,0-5-1,-4-1-14,-1-5-3,1-1-18,-3-6-28,1 0 6,3 0 1,2 0 8,1-10 11,0-7 12,4-1 26,12-4 16,2-2 22,4-1-29,0 4-2,0 3 25,-8 5-1,-2 5 40,-2 4 4,-3 1-23,2 3-23,0 0-11,2 0-16,7 0-2,0 10-5,-2 4 5,5 1 12,-6 3-5,-2 0 14,-1 2 4,-5-6-9,-4 1-1,0-2-7,-1-3-3,-2 1-1,0-4 2,0 1-6,0-4-17,0-1-38,0 0-55,0-3-54,0 0-65</inkml:trace>
          <inkml:trace contextRef="#ctx0" brushRef="#br0" timeOffset="84130.1147">6408 3248 525,'0'0'14,"0"0"62,0 0-19,0 0-57,0 0-5,0 0-7,-100-28 3,62 31 0,4 8 3,8-1 3,10 4-4,6-2 2,7 0-14,3 0 11,0-1-8,0-1 8,9 1 4,7-1 4,3 4 5,1-4 2,2 1-5,-2 0 2,0-1-3,-2 4 1,-1-3-2,-3 3 1,-2 1 1,-3-1-2,-2-4-4,-3-1 3,-4-1-5,0-1 6,0-2 0,-4 1 0,-13-2 3,-7-4 3,-5 0 8,-2 0-7,-1 0-4,-1 0 3,-2-4-5,0-4 3,3-2 1,2-4-5,5-7-65,8-4-191</inkml:trace>
        </inkml:traceGroup>
      </inkml:traceGroup>
    </inkml:traceGroup>
  </inkml:traceGroup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1-02-08T06:51:07.609"/>
    </inkml:context>
    <inkml:brush xml:id="br0">
      <inkml:brushProperty name="width" value="0.04667" units="cm"/>
      <inkml:brushProperty name="height" value="0.04667" units="cm"/>
      <inkml:brushProperty name="fitToCurve" value="1"/>
    </inkml:brush>
  </inkml:definitions>
  <inkml:traceGroup>
    <inkml:annotationXML>
      <emma:emma xmlns:emma="http://www.w3.org/2003/04/emma" version="1.0">
        <emma:interpretation id="{F1DE4F6E-618B-4EE5-BAF6-1EAE87F66477}" emma:medium="tactile" emma:mode="ink">
          <msink:context xmlns:msink="http://schemas.microsoft.com/ink/2010/main" type="writingRegion" rotatedBoundingBox="15033,11793 23484,11604 23530,13641 15078,13830"/>
        </emma:interpretation>
      </emma:emma>
    </inkml:annotationXML>
    <inkml:traceGroup>
      <inkml:annotationXML>
        <emma:emma xmlns:emma="http://www.w3.org/2003/04/emma" version="1.0">
          <emma:interpretation id="{5069E8A2-79E2-4B98-AB9D-6F24F7F7892E}" emma:medium="tactile" emma:mode="ink">
            <msink:context xmlns:msink="http://schemas.microsoft.com/ink/2010/main" type="paragraph" rotatedBoundingBox="15036,11734 19692,11703 19697,12396 15040,1242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78BF534C-362E-492A-8249-C2C8E99558DE}" emma:medium="tactile" emma:mode="ink">
              <msink:context xmlns:msink="http://schemas.microsoft.com/ink/2010/main" type="line" rotatedBoundingBox="15036,11734 19692,11703 19697,12396 15040,12427"/>
            </emma:interpretation>
          </emma:emma>
        </inkml:annotationXML>
        <inkml:traceGroup>
          <inkml:annotationXML>
            <emma:emma xmlns:emma="http://www.w3.org/2003/04/emma" version="1.0">
              <emma:interpretation id="{4ACB0B9B-B866-4DD4-BA21-90FE1036B41D}" emma:medium="tactile" emma:mode="ink">
                <msink:context xmlns:msink="http://schemas.microsoft.com/ink/2010/main" type="inkWord" rotatedBoundingBox="15037,11960 16694,11949 16697,12392 15040,12403"/>
              </emma:interpretation>
              <emma:one-of disjunction-type="recognition" id="oneOf0">
                <emma:interpretation id="interp0" emma:lang="en-IN" emma:confidence="0">
                  <emma:literal>vcd:</emma:literal>
                </emma:interpretation>
                <emma:interpretation id="interp1" emma:lang="en-IN" emma:confidence="0">
                  <emma:literal>vcd =</emma:literal>
                </emma:interpretation>
                <emma:interpretation id="interp2" emma:lang="en-IN" emma:confidence="0">
                  <emma:literal>vied =</emma:literal>
                </emma:interpretation>
                <emma:interpretation id="interp3" emma:lang="en-IN" emma:confidence="0">
                  <emma:literal>Vied =</emma:literal>
                </emma:interpretation>
                <emma:interpretation id="interp4" emma:lang="en-IN" emma:confidence="0">
                  <emma:literal>wed =</emma:literal>
                </emma:interpretation>
              </emma:one-of>
            </emma:emma>
          </inkml:annotationXML>
          <inkml:trace contextRef="#ctx0" brushRef="#br0">-632 7089 239,'0'0'91,"0"0"-32,0 0 67,0 0-55,0 0-9,0 0 0,0 0-19,4-4-12,-4 4-1,0 0-5,4 0-16,-4 0-9,0 0-2,4 0-10,2 7-8,8 11 8,3 3 12,5 8 0,2-1 2,-4-1-1,1 2-1,-3-4 0,-4 1 0,2-3 0,-5-1 0,3-4 1,-4 0 2,-3-4-3,1-1 0,-3-5-6,-2-1-36,1-1-32,-4-5-40,0-1-29,0 0-103</inkml:trace>
          <inkml:trace contextRef="#ctx0" brushRef="#br0" timeOffset="366.0268">-176 7071 384,'0'0'32,"0"0"43,0 0 22,0 0-70,0 0-27,0 0-1,0-6-13,0 16-10,-7 7 13,-9 9 11,0 5 9,-5 1 0,3 2 7,2-2-8,-5 1-5,4-3 3,3-4 0,-1-4-1,5-4-1,1-4-3,1-4 3,5-3-4,-1 0 2,1-4-2,3-2-6,0-1-39,0 0-35,0-4-51,11-13-215</inkml:trace>
          <inkml:trace contextRef="#ctx0" brushRef="#br0" timeOffset="801.9964">81 7219 268,'0'0'28,"0"0"59,0 0 12,0 0-50,0 0-22,0 0 8,-23-25-35,-1 25-3,-4 0 0,-2 0 1,4 5-1,7 8-2,1 4-2,4 1 7,1 4 3,6 1 1,0-2 0,7-1 2,0 1-4,0-3 1,0 0 1,11-2 3,5-4 0,2-1 0,-1-1-2,3-2 2,2-5-7,-1 0-23,6-3-38,-6 0-90,7 0-109</inkml:trace>
          <inkml:trace contextRef="#ctx0" brushRef="#br0" timeOffset="1514.7748">447 7297 333,'0'0'29,"0"0"63,0 0 13,0 0-84,0 0 8,0 0-8,-1-46-13,-14 42-4,-3 1-4,-4 3-1,-1 0-1,-3 0 0,3 3 2,1 11 0,0 2-6,8 2 2,-4 2-2,5 1 5,5 1 1,5-1 2,-1 0-2,4-7 0,0 1 0,0-5 0,4 1 1,6-5 5,0-2-6,1-4-5,0 0 1,2 0-3,0 0 1,2-10 6,2-8-3,-4-7-2,2-3 1,-1-2-3,-4-6-4,-2 0 4,-5-3 7,-1 0 10,-1 7 10,-1 4 3,0 2 18,4 5 6,-4 4-3,3 2 5,-3 5-20,0 3 9,2 2 7,-2 5-20,0 0-13,0 0-12,0 0-14,0 5-9,0 16-5,0 7 22,-2 8 6,-5 3 0,4-1 0,2 1 1,-1-4-1,2-4 1,0-1-1,0-6 0,0 2 2,0-5 0,0-3-1,0-5-1,-5 2-41,2-1-73,-7-7-51,5-4-102</inkml:trace>
          <inkml:trace contextRef="#ctx0" brushRef="#br0" timeOffset="2285.8837">718 7407 364,'0'0'55,"0"0"-42,0 0 58,0 0-22,0 0-12,111 4 4,-70-4-12,-2 0-10,-10 0-3,-2 0-10,-8 0-5,-6 0-1,-1 0-28,-7 0-103,-5-4-170</inkml:trace>
          <inkml:trace contextRef="#ctx0" brushRef="#br0" timeOffset="2056.7167">783 7279 394,'0'0'39,"0"0"60,0 0-20,0 0-48,0 0 7,0 0-11,56 0-9,-18 0 6,-3 0-11,-4-2-7,-2-1-2,-10 3-3,-1 0 2,-8 0-3,-5 0 0,-3 0-5,-2 0-50,0 0-79,-10 0-116</inkml:trace>
        </inkml:traceGroup>
        <inkml:traceGroup>
          <inkml:annotationXML>
            <emma:emma xmlns:emma="http://www.w3.org/2003/04/emma" version="1.0">
              <emma:interpretation id="{F333EF53-6DD9-41E0-B8FF-E8CEB999F8DE}" emma:medium="tactile" emma:mode="ink">
                <msink:context xmlns:msink="http://schemas.microsoft.com/ink/2010/main" type="inkWord" rotatedBoundingBox="17577,12006 18106,12003 18109,12394 17580,12397"/>
              </emma:interpretation>
              <emma:one-of disjunction-type="recognition" id="oneOf1">
                <emma:interpretation id="interp5" emma:lang="en-IN" emma:confidence="0">
                  <emma:literal>r.</emma:literal>
                </emma:interpretation>
                <emma:interpretation id="interp6" emma:lang="en-IN" emma:confidence="0">
                  <emma:literal>r</emma:literal>
                </emma:interpretation>
                <emma:interpretation id="interp7" emma:lang="en-IN" emma:confidence="0">
                  <emma:literal>rx</emma:literal>
                </emma:interpretation>
                <emma:interpretation id="interp8" emma:lang="en-IN" emma:confidence="0">
                  <emma:literal>rx.</emma:literal>
                </emma:interpretation>
                <emma:interpretation id="interp9" emma:lang="en-IN" emma:confidence="0">
                  <emma:literal>rd</emma:literal>
                </emma:interpretation>
              </emma:one-of>
            </emma:emma>
          </inkml:annotationXML>
          <inkml:trace contextRef="#ctx0" brushRef="#br0" timeOffset="5819.4272">1908 7106 129,'0'0'58,"0"0"34,0 0-20,0 0-22,0 0 4,0 0 0,0 0-12,0 0-7,0 0 0,0 0-7,0 0 0,0 0-4,2 0-8,-1 0 0,1 0 1,-1 0 1,-1 0-9,0 0-3,0 0-3,0 0-3,0 0 0,0 0-5,0 0 0,3 0-7,3 4 4,4 11 4,3 2 1,3 7 1,-3 1-1,-1 4 0,-2-2 1,-2 3 1,-3-5 1,-1-1 1,-3-1-1,-1 4 0,0-6 0,0 0 0,0-3-2,0-4 2,-3-1 0,-2-2-4,0-7 2,1-1-2,4-3-5,0 0 8,0 0 1,-1 0 5,-1 0 7,1-3 3,-6-9-3,2-7-5,1 1-6,2-8 2,2 5-3,0-3 0,0 2 3,0 1-3,2 1 2,11-1 1,-6-2-2,7 5 2,-1-3 2,4 7 0,-3-3-5,2 2 3,0 1 0,-3 1-3,-2 5 0,-1-2 0,0 3 0,-1 0 0,-4 4-2,2-1 2,-4 0 2,0 4-2,2-4-2,-2 1 1,-1 3 0,0 0 0,0 0 0,-2 0-6,0 0-22,0 0-40,0 0-39,0 0-94,0 0-67</inkml:trace>
          <inkml:trace contextRef="#ctx0" brushRef="#br0" timeOffset="6691.0759">2427 7379 429,'0'0'79,"0"0"-24,0 0 63,0 0-69,0 0-18,0 0 6,11-4-1,-11 4-5,0 0 7,0 0-5,0 0 1,0 0-11,0 0-9,0 0-7,0 0-7,0 0 0,0 0-7,0 0 2,0 0-2,0 0 2,0 0 2,0 0 0,0 0 3,0 0 0,0 0 0,0 0 2,0 0 2,0 0 1,0 0 4,0 0 0,0 0-1,0 0 2,0 0-1,0 0 3,0 0 8,0-7-4,0 3-10,0 1-6,0-4 0,0 2 0,0 2-4,0 1-5,0 1-45,0-2-55,0-1-40,0-1-85,0 0-171</inkml:trace>
        </inkml:traceGroup>
        <inkml:traceGroup>
          <inkml:annotationXML>
            <emma:emma xmlns:emma="http://www.w3.org/2003/04/emma" version="1.0">
              <emma:interpretation id="{C64877AB-3466-417C-ADB6-B06149F613DA}" emma:medium="tactile" emma:mode="ink">
                <msink:context xmlns:msink="http://schemas.microsoft.com/ink/2010/main" type="inkWord" rotatedBoundingBox="18743,11709 19692,11703 19697,12396 18748,12402"/>
              </emma:interpretation>
              <emma:one-of disjunction-type="recognition" id="oneOf2">
                <emma:interpretation id="interp10" emma:lang="en-IN" emma:confidence="0">
                  <emma:literal>iab</emma:literal>
                </emma:interpretation>
                <emma:interpretation id="interp11" emma:lang="en-IN" emma:confidence="0">
                  <emma:literal>iamb</emma:literal>
                </emma:interpretation>
                <emma:interpretation id="interp12" emma:lang="en-IN" emma:confidence="0">
                  <emma:literal>iats</emma:literal>
                </emma:interpretation>
                <emma:interpretation id="interp13" emma:lang="en-IN" emma:confidence="0">
                  <emma:literal>iambs</emma:literal>
                </emma:interpretation>
                <emma:interpretation id="interp14" emma:lang="en-IN" emma:confidence="0">
                  <emma:literal>iceb</emma:literal>
                </emma:interpretation>
              </emma:one-of>
            </emma:emma>
          </inkml:annotationXML>
          <inkml:trace contextRef="#ctx0" brushRef="#br0" timeOffset="7209.0104">3077 7142 188,'0'0'242,"0"0"-224,0 0 94,0 0-52,0 0-10,0 0-9,0-14 13,0 14-7,0 0-2,0 0-1,0 0-9,0 0-12,0 0-19,0 0-4,0 0-12,0 7-7,0 13-1,0 3 20,0 7 1,0 0 3,0-3-3,2 3 0,2-7 4,2 3-5,-3-6 0,1 2-65,-4-5-40,0-3-53,0-10-80</inkml:trace>
          <inkml:trace contextRef="#ctx0" brushRef="#br0" timeOffset="7787.7622">3161 6876 273,'0'0'53,"0"0"61,0 0-2,0 0-46,0 0-6,0 0-11,0-3-11,0 3-9,0 0-5,0 0-7,0 0-17,0 0-2,0 0-9,0 0 3,-2 0 0,2 0 3,-2 3 4,0-2 1,2 2 1,-1-3 3,1 0-4,0 0 5,0 0 1,0 0 2,0 0 4,0 0 13,-2 0 44,2 0-5,-1-10-16,-1-4-33,2-4-5,-1 4-9,1 0 4,0 6 0,0 2-1,0 5-4,0-1-6,0 2-27,0 0-67,0 2-57,-4 17-98,2 8 16</inkml:trace>
          <inkml:trace contextRef="#ctx0" brushRef="#br0" timeOffset="9435.953">3471 7247 339,'0'0'61,"0"0"-6,0 0 22,0 0-44,0 0-5,0 0-6,-3-35-1,-9 28-8,2 4 12,-6 0-17,2 2-5,-8 1-2,-1 0-1,-2 0 0,2 4-4,-2 9 4,4 5-8,0 5 7,3-2 1,6-1 0,4 4-1,4-2 1,3-4 0,1-3 0,0 2 0,5-7 3,8 1 0,4-4-3,-3-4-3,5-3 0,-2 0-3,4 0 4,-5-3 4,2-7-2,1-8 0,-4 1 0,-1-5-1,1-1 1,-8-3-3,0 0-11,-4-2 4,0 0 10,-2 7 3,-1 3 7,0 1 12,0 7 11,0 2-7,0 5-4,0 2 5,0 1-3,0 0-13,0 0-11,0 0-4,0 0-14,0 1-1,0 16 2,0 7 13,0 1 4,0 4 0,0-1 0,0 0 1,0 1-1,9-6 5,-2 0-5,8-5 2,-5-1-1,4-3-1,1-6-1,4-1-5,-1-4-3,4-3 4,1 0-1,2-4-1,1-10-4,-1-4-3,-2 0-8,-5-3 6,0-7-7,-5 2 10,-3-4-1,-3-3-3,-3 1 14,0 1 3,-4-1 6,0 1 2,0-1 7,0 3 6,0 5 6,0 0 2,0 3-5,0 3 8,2 3-7,0 8-2,-2 4 8,0 3-3,0 0-11,0 0-17,0 0-3,0 0-12,0 3-10,0 19 6,0 10 12,0 6 7,0 5 1,0 2-1,0-3 3,0 4-3,0-6 1,0-4-3,-4-3-1,4 0-14,-4-4 1,3-5-3,-1-2-1,1-5 2,-2-7-4,2-2-7,-1-5 3,1 0 3,1-2-5,0-1 7,0 0 21,0 0 1,0-7 9,0-8-10,0-5 0,1-5 1,9 0 1,2 0-1,1 0-1,1 2 1,0 5-1,-3 3 9,2 0 5,1 9-7,1-6 1,0 6-1,0-2-5,4 5 2,0 3-4,1 0 0,-2 0-4,-4 0 1,0 11-9,-3-1 6,-4 8 5,0 5-1,-4-5-7,-3 3-6,0-3 7,0 5-3,0-5 1,0-1 5,-7 0 3,-8-2-4,1-4 0,-6-1 5,-2-2-1,0-2-1,-1-2 3,3-1 0,1-3 3,0 0-2,5 0 5,-3 0-2,2 0 1,2 0 7,-1 0-5,4 0 16,3 0-3,3-3 5,3 3-1,-1-1-4,1-2 6,1 3-4,0 0-13,0-3-9,-2-5-21,-3-2-121,-3-8-419</inkml:trace>
        </inkml:traceGroup>
      </inkml:traceGroup>
    </inkml:traceGroup>
    <inkml:traceGroup>
      <inkml:annotationXML>
        <emma:emma xmlns:emma="http://www.w3.org/2003/04/emma" version="1.0">
          <emma:interpretation id="{598D4955-1EED-48E3-A9E5-76F1B1081C5A}" emma:medium="tactile" emma:mode="ink">
            <msink:context xmlns:msink="http://schemas.microsoft.com/ink/2010/main" type="paragraph" rotatedBoundingBox="15495,13184 23515,13004 23530,13641 15509,13820" alignmentLevel="2"/>
          </emma:interpretation>
        </emma:emma>
      </inkml:annotationXML>
      <inkml:traceGroup>
        <inkml:annotationXML>
          <emma:emma xmlns:emma="http://www.w3.org/2003/04/emma" version="1.0">
            <emma:interpretation id="{3C1AAF59-BF4E-4394-9F0F-EC4C87FC5F27}" emma:medium="tactile" emma:mode="ink">
              <msink:context xmlns:msink="http://schemas.microsoft.com/ink/2010/main" type="line" rotatedBoundingBox="15495,13184 23515,13004 23530,13641 15509,13820"/>
            </emma:interpretation>
          </emma:emma>
        </inkml:annotationXML>
        <inkml:traceGroup>
          <inkml:annotationXML>
            <emma:emma xmlns:emma="http://www.w3.org/2003/04/emma" version="1.0">
              <emma:interpretation id="{13E57EF3-D4F6-4F1D-BD6F-B4CB6E3DA8AC}" emma:medium="tactile" emma:mode="ink">
                <msink:context xmlns:msink="http://schemas.microsoft.com/ink/2010/main" type="inkWord" rotatedBoundingBox="15499,13376 16319,13358 16327,13717 15507,13735"/>
              </emma:interpretation>
              <emma:one-of disjunction-type="recognition" id="oneOf3">
                <emma:interpretation id="interp15" emma:lang="en-IN" emma:confidence="0">
                  <emma:literal>re</emma:literal>
                </emma:interpretation>
                <emma:interpretation id="interp16" emma:lang="en-IN" emma:confidence="0">
                  <emma:literal>r #</emma:literal>
                </emma:interpretation>
                <emma:interpretation id="interp17" emma:lang="en-IN" emma:confidence="0">
                  <emma:literal>r.</emma:literal>
                </emma:interpretation>
                <emma:interpretation id="interp18" emma:lang="en-IN" emma:confidence="0">
                  <emma:literal>r,</emma:literal>
                </emma:interpretation>
                <emma:interpretation id="interp19" emma:lang="en-IN" emma:confidence="0">
                  <emma:literal>re.</emma:literal>
                </emma:interpretation>
              </emma:one-of>
            </emma:emma>
          </inkml:annotationXML>
          <inkml:trace contextRef="#ctx0" brushRef="#br0" timeOffset="30383.0565">-170 8479 250,'0'0'45,"0"0"15,0 0 31,0 0-45,0 0-12,0 0 16,0 0-3,0-3-3,0 3-5,0 0-12,0 0-4,0 0-4,1 0-10,-1 0-2,2 0-7,-2 0-5,2 0-3,3 4-5,2 10 5,0 7 4,3 4 4,1 6 0,-3-3 1,2 1-1,-3-1 1,-1-4-1,0 1 1,-1-7-2,-1 3 1,-4-3-1,0-2 0,0-4-3,0-6 3,0-1-8,0 1-1,0-6-2,0 0 6,0 0 6,-4 0 8,0-6 9,0-9-4,-3-3-5,1-6 0,5-4-8,1 3 7,0-3-4,0 3 8,0-3-3,10 4-6,2 3 0,-1 3 3,3 0-3,2 1-1,5 2-1,-1 1-1,2 4 0,-1-1-1,-1 8-4,-2-1-22,-2 4-66,-3 0-40,0 0-72</inkml:trace>
          <inkml:trace contextRef="#ctx0" brushRef="#br0" timeOffset="30870.0644">410 8586 351,'0'0'72,"0"0"-35,0 0 38,0 0-49,0 0-14,88 0 12,-56 0 15,0 0-11,-8 0-8,-3 0-5,-10 0-13,-2 0-2,-1 0-1,-3 0-2,-1 0-19,-4 10-104,0 1-49,-6-1-104</inkml:trace>
          <inkml:trace contextRef="#ctx0" brushRef="#br0" timeOffset="31078.1767">471 8748 528,'0'0'3,"0"0"47,0 0 8,0 0-58,0 0 9,0 0 27,79 17-19,-54-13-1,-1-1-11,-6 5-5,-1-2-4,-4 1-69,-5-4-87,-5 2-139</inkml:trace>
        </inkml:traceGroup>
        <inkml:traceGroup>
          <inkml:annotationXML>
            <emma:emma xmlns:emma="http://www.w3.org/2003/04/emma" version="1.0">
              <emma:interpretation id="{892D22DB-01C0-4387-BE4F-EB8C5E17C03F}" emma:medium="tactile" emma:mode="ink">
                <msink:context xmlns:msink="http://schemas.microsoft.com/ink/2010/main" type="inkWord" rotatedBoundingBox="17070,13188 20231,13117 20241,13571 17081,13642"/>
              </emma:interpretation>
              <emma:one-of disjunction-type="recognition" id="oneOf4">
                <emma:interpretation id="interp20" emma:lang="en-IN" emma:confidence="0">
                  <emma:literal>Resistance</emma:literal>
                </emma:interpretation>
                <emma:interpretation id="interp21" emma:lang="en-IN" emma:confidence="0">
                  <emma:literal>resistance</emma:literal>
                </emma:interpretation>
                <emma:interpretation id="interp22" emma:lang="en-IN" emma:confidence="0">
                  <emma:literal>Résistance</emma:literal>
                </emma:interpretation>
                <emma:interpretation id="interp23" emma:lang="en-IN" emma:confidence="0">
                  <emma:literal>Resistanee</emma:literal>
                </emma:interpretation>
                <emma:interpretation id="interp24" emma:lang="en-IN" emma:confidence="0">
                  <emma:literal>Resistomce</emma:literal>
                </emma:interpretation>
              </emma:one-of>
            </emma:emma>
          </inkml:annotationXML>
          <inkml:trace contextRef="#ctx0" brushRef="#br0" timeOffset="32796.0222">1403 8363 362,'0'0'19,"0"0"47,0 0 23,0 0-51,0 0-18,0 0 6,3-14-14,-2 14-12,-1 0-3,3 3-9,1 15-2,2 7 14,1 3 4,0 7 4,-1-2-8,2 1 3,-4 1 2,2-3-4,-5-7 2,-1-1-2,0-2 1,0-5 2,0-3-4,0-2 0,0-3-11,-1-1-38,-9-5-31,-1-3-52,1 0-74</inkml:trace>
          <inkml:trace contextRef="#ctx0" brushRef="#br0" timeOffset="33292.3827">1430 8388 337,'0'0'13,"0"0"50,0 0 46,0 0-68,107-78-19,-73 68 7,2-4-5,-1 7 0,-4-1-16,1 5 3,-3 0-10,-4 3-1,-5 0-2,-2 0-4,-3 11-4,-5 5-1,-4 2 1,-6 0 1,0 3-5,0 0-4,-16 1 1,-8-1 1,-11-3-2,0-2-2,3-4 1,5-3-10,2-1 12,5-4 7,7-4 0,5 3 1,0-3 9,5 0 5,3 0 2,0 0 24,0 0 7,0 0-11,0 0-3,0 0-21,15 3-2,-1 8 1,6-1 0,4 8 0,0 0 2,2 4-2,-3-1-2,-2-3-2,-3-2-20,-3-1-50,-2-4-42,-1-2-11,-5-8-32</inkml:trace>
          <inkml:trace contextRef="#ctx0" brushRef="#br0" timeOffset="33772.0073">1899 8459 307,'0'0'38,"0"0"41,0 0-10,0 0-69,0 0-1,0 0-3,0 0 4,30 3 3,-16 3 1,4-1 1,0-2 4,5 1-2,-2-4 1,-1 0-4,-2 0 0,-2 0 0,-4-7-4,-5-1-2,-1-5-7,-5 2-1,-1-3-10,0 0 1,-7 3-5,-7 1 12,-8 6 6,2 4-4,-4 0 5,3 0 3,0 11-2,3 10 4,3 3-7,3 5 4,7-1 3,5 0 4,0-3 5,1-1 7,15-3 15,3-3-5,2-4-12,4-4 3,3-5-10,-2-2-2,3-3-5,-2 0-41,1 0-93,-5-3-138</inkml:trace>
          <inkml:trace contextRef="#ctx0" brushRef="#br0" timeOffset="34252.8586">2456 8388 383,'0'0'20,"0"0"79,0 0-38,0 0-59,0 0-2,0 0-9,-100-24 5,67 30 4,4 5 0,9 0-1,5-1-2,8 1-1,6 2-4,1-1-4,0 2 9,10-1 2,12 1 1,4-2 4,3 1-3,1 1 3,-5-2-4,-4 1 0,-3 1 0,-8 0-1,-4-2-5,-1 1-3,-5-2 8,0 2 1,0-5-1,0 2-1,-10-3 2,-5-3 0,-9-1 7,0-3-3,-10 0 3,1 0-3,3 0 3,-2-3 1,6-8 4,8 4-3,3-4-1,5 1-8,3 2-1,2-1-38,5 5-59,0-4-83</inkml:trace>
          <inkml:trace contextRef="#ctx0" brushRef="#br0" timeOffset="34553.0718">2618 8399 541,'0'0'44,"0"0"80,0 0-45,0 0-79,0 0-2,0 0-6,11 7-7,-10 10 15,3 7 12,-1-1 4,0 1-5,3 4-5,-3-3-5,1-1 0,0-3-1,-4-3-6,0-5-60,0-5-52,0-4-65,0-4-82</inkml:trace>
          <inkml:trace contextRef="#ctx0" brushRef="#br0" timeOffset="35218.0706">2982 8374 326,'0'0'2,"0"0"57,0 0-23,0 0-36,0 0-8,0 0 6,-116-14-1,84 24 3,7 1 0,7 3 0,6-4-2,9 1-5,3 0-6,0 0 0,6 3-2,11-4 12,2 4-1,1-4 1,2 4 3,-2-2 0,-2 1-1,-3 1 1,-3-3 0,-6 4-2,-2-5 0,-4 4-3,0-4 3,0 1 2,-5-4 0,-12-1 2,-4-1 9,-8-5-4,-1 0 0,-4 0 19,1 0 0,1 0 10,7-8-13,4-2-12,7-4 3,6-1-14,5-1-10,3-6-48,0 1-25,15 0-10,2 0-101</inkml:trace>
          <inkml:trace contextRef="#ctx0" brushRef="#br0" timeOffset="34746.2089">2674 8289 199,'0'0'397,"0"0"-372,0 0 122,0 0-109,0 0-38,0 0-6,0-18-14,0 18-41,0 0-62,0 0-72,0 8 20</inkml:trace>
          <inkml:trace contextRef="#ctx0" brushRef="#br0" timeOffset="35753.8724">2927 8501 319,'0'0'21,"0"0"52,0 0-52,0 0-19,0 0-1,0 0 1,95-12-2,-66 12 0,0 0 0,3 0-42,1 2-78,-1-2-138</inkml:trace>
          <inkml:trace contextRef="#ctx0" brushRef="#br0" timeOffset="35525.7103">3084 8236 508,'0'0'20,"0"0"76,0 0 21,0 0-87,0 0-30,0 0 0,10 0-16,-7 22 16,2 6 1,-1 7 15,-3 4-1,1 3-6,-1 0-4,-1 0-4,0-6 3,0-1-4,0-3-1,0-4-31,0-7-44,0-3-38,-3-7-36,-8-5-42</inkml:trace>
          <inkml:trace contextRef="#ctx0" brushRef="#br0" timeOffset="36719.0748">3401 8468 277,'0'0'79,"0"0"12,0 0 10,0 0-63,0 0-25,0 0-5,-24-45-5,11 45 0,-5 0-2,0 0 2,0 4 1,-1 13-3,1 1-1,1 6-1,3-1 1,7 1 0,1 0-3,5-3 2,1-3 0,0-1 0,4-7-11,12-2-21,3-5 10,2-3 10,2 0-15,1-3-13,-4-11-1,-4 1 22,-2-5 12,-4-7 8,-2 3 8,-3-2 4,-1 3 13,-4 0 8,0 7 5,0 4 6,0 2-7,0 5-8,0 3-15,0 0-14,0 0 0,0 0-19,0 11-7,0 8 21,0 4 5,0 4 0,0-2-2,0 3 2,0-3 3,0-7-3,0-1-13,5-7-24,1-2-7,1-2-1,2-5 12,1-1 15,5 0 7,-1-7 7,5-7 4,-2-4 2,2 0 2,-2-6 11,1 0 12,-4 2-4,3 0 11,-5 6-8,1 1 7,-1 4-10,-2 4 2,2 4-12,-7 3 3,5 0-16,0 0-6,2 0-3,0 15 1,-8 4-3,3 1 6,-4 4 4,-1-6-1,-2 2-1,0-5 2,0-2-9,0-2-16,-3-1-2,-6-2-8,0-5 3,3-3-12,-1 0 10,4 0 14,2-3 12,-1-11 4,2-1 5,0-3 4,0-3 16,9 0 5,6-3-7,-5 3 3,3 3 3,0 1-1,-2 5 6,1 3 0,-3 5-1,1 1-11,0 3-6,2 0-9,-1 0-2,2 7-9,1 10 1,0 4 0,-3 0 8,-1 4 0,-1-4 1,-5-3 0,-2-1-1,0 1-4,-2-4-24,0-1-38,0-5-27,0-4-28</inkml:trace>
          <inkml:trace contextRef="#ctx0" brushRef="#br0" timeOffset="37015.3941">4145 8395 382,'0'0'1,"0"0"94,0 0-65,0 0-29,0 0 1,-101 43-2,78-19 3,2 5 14,7-2-6,4-2-4,4 0-4,3-7-3,3 0-1,0-2 1,0-5-6,13-1-10,7-5-17,8-5-31,5 0-45,2 0-202</inkml:trace>
          <inkml:trace contextRef="#ctx0" brushRef="#br0" timeOffset="37455.3747">4362 8449 436,'0'0'56,"0"0"70,0 0 0,0 0-92,0 0-18,0 0-16,9-12-5,-8 12-6,1 0-4,3 4 6,1 4 9,5 1 2,-1-2 0,1-2 3,6-2-4,4-3-1,2 0-8,0 0-10,-1-8-9,-5-5 1,-4-1 19,-4-1 7,-6-2 0,-3 3 0,0-4 8,0 4-1,-9 3-6,-2 4-1,-8 4-1,1 3-4,-6 0-1,-4 18 2,-8 9 0,1 9 3,2-1 1,7 1 0,7-5-2,11-3 0,8-7-2,0-3 2,0-5 2,18-2 3,13-7 6,8-4 1,7 0-10,3 0-56,-1-7-67,-9-10-52</inkml:trace>
        </inkml:traceGroup>
        <inkml:traceGroup>
          <inkml:annotationXML>
            <emma:emma xmlns:emma="http://www.w3.org/2003/04/emma" version="1.0">
              <emma:interpretation id="{02D5C360-8506-4EE9-B11F-F65CBBC0936D}" emma:medium="tactile" emma:mode="ink">
                <msink:context xmlns:msink="http://schemas.microsoft.com/ink/2010/main" type="inkWord" rotatedBoundingBox="20830,13244 21147,13237 21150,13364 20833,13371"/>
              </emma:interpretation>
              <emma:one-of disjunction-type="recognition" id="oneOf5">
                <emma:interpretation id="interp25" emma:lang="en-IN" emma:confidence="0">
                  <emma:literal>#</emma:literal>
                </emma:interpretation>
                <emma:interpretation id="interp26" emma:lang="en-IN" emma:confidence="0">
                  <emma:literal>=</emma:literal>
                </emma:interpretation>
                <emma:interpretation id="interp27" emma:lang="en-IN" emma:confidence="0">
                  <emma:literal>t</emma:literal>
                </emma:interpretation>
                <emma:interpretation id="interp28" emma:lang="en-IN" emma:confidence="0">
                  <emma:literal>&amp;</emma:literal>
                </emma:interpretation>
                <emma:interpretation id="interp29" emma:lang="en-IN" emma:confidence="0">
                  <emma:literal>E</emma:literal>
                </emma:interpretation>
              </emma:one-of>
            </emma:emma>
          </inkml:annotationXML>
          <inkml:trace contextRef="#ctx0" brushRef="#br0" timeOffset="38437.6743">5161 8357 150,'0'0'113,"0"0"-38,0 0 8,0 0-31,0 0-10,0 0 12,48-15-9,-31 12 0,-1 0-12,6-2-8,-2 2-16,0 3-9,0-3 0,1 3 0,0 0-20,-4 0-70,-7 0-98,-10 0-115</inkml:trace>
          <inkml:trace contextRef="#ctx0" brushRef="#br0" timeOffset="38593.9312">5268 8447 120,'0'0'310,"0"0"-305,0 0 52,0 0-23,0 0-16,97 2-14,-55-2-4,-4 0-122,-3-11-235</inkml:trace>
        </inkml:traceGroup>
        <inkml:traceGroup>
          <inkml:annotationXML>
            <emma:emma xmlns:emma="http://www.w3.org/2003/04/emma" version="1.0">
              <emma:interpretation id="{1E574089-6379-41FE-8089-DBB595B286A8}" emma:medium="tactile" emma:mode="ink">
                <msink:context xmlns:msink="http://schemas.microsoft.com/ink/2010/main" type="inkWord" rotatedBoundingBox="21852,13041 23515,13004 23530,13641 21866,13678"/>
              </emma:interpretation>
              <emma:one-of disjunction-type="recognition" id="oneOf6">
                <emma:interpretation id="interp30" emma:lang="en-IN" emma:confidence="0">
                  <emma:literal>tied</emma:literal>
                </emma:interpretation>
                <emma:interpretation id="interp31" emma:lang="en-IN" emma:confidence="0">
                  <emma:literal>'led</emma:literal>
                </emma:interpretation>
                <emma:interpretation id="interp32" emma:lang="en-IN" emma:confidence="0">
                  <emma:literal>1led</emma:literal>
                </emma:interpretation>
                <emma:interpretation id="interp33" emma:lang="en-IN" emma:confidence="0">
                  <emma:literal>Isled</emma:literal>
                </emma:interpretation>
                <emma:interpretation id="interp34" emma:lang="en-IN" emma:confidence="0">
                  <emma:literal>Ivied</emma:literal>
                </emma:interpretation>
              </emma:one-of>
            </emma:emma>
          </inkml:annotationXML>
          <inkml:trace contextRef="#ctx0" brushRef="#br0" timeOffset="40476.5626">6304 8218 173,'0'0'131,"0"0"-75,0 0 59,0 0-71,0 0-5,0 0 23,0-10-3,0 10-13,0 0-9,0 0-3,0 0-5,0 0-9,3 0-20,-2 0-1,5 0-13,6 10-4,5 8 16,3 7 0,1 3 0,-4 1 2,1-1 0,-4 1 0,0-2 0,-4-3 0,1-3-13,-4-3-30,0-3-21,2-1-40,-5-7-19,3-4-69</inkml:trace>
          <inkml:trace contextRef="#ctx0" brushRef="#br0" timeOffset="40745.7553">6640 8131 59,'0'0'395,"0"0"-364,0 0 58,0 0-77,0 0-12,0 0-24,1 21 7,-9 3 17,-5 5 13,-2 2-1,1 1 3,-1-3-8,1-1-5,1-1-1,3-1 1,1-2-2,2-3-23,3-3-73,4-4-77</inkml:trace>
          <inkml:trace contextRef="#ctx0" brushRef="#br0" timeOffset="41818.0093">7012 8345 20,'0'0'67,"0"0"19,0 0-17,0 0-5,0 0-8,0 0-4,9 0-8,-9 0 3,0 0-4,0 0-17,0 0-6,0-3 0,0 0-3,0 0-17,-6 1-6,-6-1-1,-1 3 2,-3 0 0,-2 0 3,-3 0 2,-2 8-3,0 5-1,4 5 1,0 4 1,3-5 1,6 5-2,3-4-5,7-2 1,0 2-1,3-4 7,13 1 1,9-5-4,5 1-17,9-8-41,1-3-54,1 0-63</inkml:trace>
          <inkml:trace contextRef="#ctx0" brushRef="#br0" timeOffset="42327.7213">7319 8396 311,'0'0'52,"0"0"72,0 0-57,0 0-47,0 0-12,0 0-5,-61-26 0,38 26-2,0 4 9,1 6-10,6 5-3,0 2 2,7-2-2,3-2 0,6-2-1,0-1-4,0-2-2,0-2 10,11-5 0,6 2 5,6-3-5,5 0 0,0 0-16,0-15-11,-3-1-17,-6-5 2,-2-1 26,-7-6 16,-1-1 29,-3-5 24,-2-1-24,-1-1 18,-3-2-5,0 5-6,0 6 30,0 6-11,0 9-1,0 3 8,0 5-13,0 0-12,0 4-10,0 0-16,0 0-11,0 0-14,0 4-7,0 17-8,0 7 17,0 14 12,1 4 1,6 3 1,-1 1-2,-2-1-1,-4 4-27,0 3-97,-4-6-123,-9-11-214</inkml:trace>
          <inkml:trace contextRef="#ctx0" brushRef="#br0" timeOffset="43184.5489">6194 8641 172,'0'0'33,"0"0"-28,0 0 29,0 0-34,0 0 19,0 0-8,44 18 23,3-13 11,16 1-9,16-3-18,20-3-4,19 0-11,11 0-1,9 4 1,-1-1-2,-7 2 2,-4 1-3,-11-2-3,-13 3 2,-13-4 2,-19-2 3,-18 2 2,-15-3 0,-14 3 27,-4-3 1,-6 3-7,-2-3-9,-2 0-1,0 1-12,-6-1-2,1 4 2,-4-4 0,0 0 2,0 0 7,0 0-5,0 0-9,0 0-6,0 0-21,-16 3-67,-6 0-75</inkml:trace>
        </inkml:traceGroup>
      </inkml:traceGroup>
    </inkml:traceGroup>
  </inkml:traceGroup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1-02-08T06:51:51.595"/>
    </inkml:context>
    <inkml:brush xml:id="br0">
      <inkml:brushProperty name="width" value="0.04667" units="cm"/>
      <inkml:brushProperty name="height" value="0.04667" units="cm"/>
      <inkml:brushProperty name="fitToCurve" value="1"/>
    </inkml:brush>
  </inkml:definitions>
  <inkml:traceGroup>
    <inkml:annotationXML>
      <emma:emma xmlns:emma="http://www.w3.org/2003/04/emma" version="1.0">
        <emma:interpretation id="{AEA045BE-B85E-4964-A0D4-B2208ED007FA}" emma:medium="tactile" emma:mode="ink">
          <msink:context xmlns:msink="http://schemas.microsoft.com/ink/2010/main" type="writingRegion" rotatedBoundingBox="22209,13636 24877,12923 25340,14654 22673,15368"/>
        </emma:interpretation>
      </emma:emma>
    </inkml:annotationXML>
    <inkml:traceGroup>
      <inkml:annotationXML>
        <emma:emma xmlns:emma="http://www.w3.org/2003/04/emma" version="1.0">
          <emma:interpretation id="{A522D106-4BC4-4585-961B-D32B1901F673}" emma:medium="tactile" emma:mode="ink">
            <msink:context xmlns:msink="http://schemas.microsoft.com/ink/2010/main" type="paragraph" rotatedBoundingBox="22209,13636 24877,12923 25110,13794 22443,14508" alignmentLevel="1"/>
          </emma:interpretation>
        </emma:emma>
      </inkml:annotationXML>
      <inkml:traceGroup>
        <inkml:annotationXML>
          <emma:emma xmlns:emma="http://www.w3.org/2003/04/emma" version="1.0">
            <emma:interpretation id="{78FEAF68-E84B-454D-B3F8-F22639BEA524}" emma:medium="tactile" emma:mode="ink">
              <msink:context xmlns:msink="http://schemas.microsoft.com/ink/2010/main" type="line" rotatedBoundingBox="22209,13636 24877,12923 25110,13794 22443,14508"/>
            </emma:interpretation>
          </emma:emma>
        </inkml:annotationXML>
        <inkml:traceGroup>
          <inkml:annotationXML>
            <emma:emma xmlns:emma="http://www.w3.org/2003/04/emma" version="1.0">
              <emma:interpretation id="{E3FCD567-50A3-4428-9B34-642F42EC7709}" emma:medium="tactile" emma:mode="ink">
                <msink:context xmlns:msink="http://schemas.microsoft.com/ink/2010/main" type="inkWord" rotatedBoundingBox="22227,13700 23049,13480 23216,14104 22393,14324"/>
              </emma:interpretation>
              <emma:one-of disjunction-type="recognition" id="oneOf0">
                <emma:interpretation id="interp0" emma:lang="en-IN" emma:confidence="0">
                  <emma:literal>iab</emma:literal>
                </emma:interpretation>
                <emma:interpretation id="interp1" emma:lang="en-IN" emma:confidence="0">
                  <emma:literal>iamb</emma:literal>
                </emma:interpretation>
                <emma:interpretation id="interp2" emma:lang="en-IN" emma:confidence="0">
                  <emma:literal>iats</emma:literal>
                </emma:interpretation>
                <emma:interpretation id="interp3" emma:lang="en-IN" emma:confidence="0">
                  <emma:literal>iambs</emma:literal>
                </emma:interpretation>
                <emma:interpretation id="interp4" emma:lang="en-IN" emma:confidence="0">
                  <emma:literal>'lab</emma:literal>
                </emma:interpretation>
              </emma:one-of>
            </emma:emma>
          </inkml:annotationXML>
          <inkml:trace contextRef="#ctx0" brushRef="#br0">17-1 98,'0'0'407,"0"0"-333,0 0 70,0 0-67,0 0-52,0 0-3,2 0-3,-2 0-6,0 0-13,0 0-5,0 4-8,0 10-4,0 4 8,1 6 9,1 8 1,-1-4 3,-1-2-2,0 1 1,0-6-3,0 0-21,0-6-67,-3-1-51,-7-10-56,0-4-75</inkml:trace>
          <inkml:trace contextRef="#ctx0" brushRef="#br0" timeOffset="210.1494">29-167 645,'0'0'18,"0"0"105,0 0-56,0 0-52,0 0-15,0 0-2,0-30-5,0 30-49,0 0-58,0 3-103,0 14-67</inkml:trace>
          <inkml:trace contextRef="#ctx0" brushRef="#br0" timeOffset="1366.3086">378 175 344,'0'0'25,"0"0"20,0 0 15,0 0-40,0 0-12,0 0-8,-45-38 16,29 38-7,-1 0-2,-2 0-6,0 0 2,2 3-2,2 8-1,2 4-7,6-1 4,1 3 0,3 0 1,2 1 0,1-4 2,0 1 3,0-8 0,1 2 4,9-4 3,2-5-1,2 0-1,4 0 0,0-8-8,3-5 0,-2-5-7,-2-3-2,-2 0 0,-1-4 9,-4-3 0,-6 4 2,1 6-2,-3 3 15,-2 6 26,2 4 15,-2 2-14,1 3-22,-1 0-20,0 0-4,0 0-13,0 11-11,0 7 14,0 6 13,0 4 1,0-3 0,0-1 2,0-3-1,5-6-1,4-5-3,2-2-10,5-2 6,2-6 1,6 0 3,1 0-11,-1-8-19,4-8 12,-7-5-11,1-5 11,-6-1 16,-3-5 4,-4-1 1,-2-8 10,-4 1 6,-3-1 8,0 8-2,0 6 29,0 6 21,0 10-29,0 4 4,0 7-13,0 0-16,0 0-18,0 0-5,0 3-16,0 23-6,-2 5 13,-4 14 14,-2 5 0,-1-5 0,2 2-4,1-8-37,1-4-3,2-10 7,1-1-5,2-10 4,0-4 5,0-5-10,0-2-6,0-3-7,0 0 44,5-5 12,5-11 7,4-2-3,-1 0-2,0-3 8,2 0 1,0 4 3,-1-1 0,-1 7 17,1 1-10,-1 2 7,0 5-3,4 0-5,1 3-17,1 0-3,1 3-1,-2 11-4,-3 4-3,-3 0 7,-5-1 0,-4 1-1,-3-5-6,0-1 0,0-1-5,-12-2 3,-5-2 10,-6 1 4,-5-5 6,-1 0-4,-1-3-6,1 0 0,3 0-32,4-11-74,8-5-68</inkml:trace>
        </inkml:traceGroup>
        <inkml:traceGroup>
          <inkml:annotationXML>
            <emma:emma xmlns:emma="http://www.w3.org/2003/04/emma" version="1.0">
              <emma:interpretation id="{4973D9BF-A6F8-4DFA-BBE7-8C06E48E4781}" emma:medium="tactile" emma:mode="ink">
                <msink:context xmlns:msink="http://schemas.microsoft.com/ink/2010/main" type="inkWord" rotatedBoundingBox="23519,13389 23655,13226 23801,13348 23665,13511"/>
              </emma:interpretation>
              <emma:one-of disjunction-type="recognition" id="oneOf1">
                <emma:interpretation id="interp5" emma:lang="en-IN" emma:confidence="0">
                  <emma:literal>=</emma:literal>
                </emma:interpretation>
                <emma:interpretation id="interp6" emma:lang="en-IN" emma:confidence="0">
                  <emma:literal>#</emma:literal>
                </emma:interpretation>
                <emma:interpretation id="interp7" emma:lang="en-IN" emma:confidence="0">
                  <emma:literal>I</emma:literal>
                </emma:interpretation>
                <emma:interpretation id="interp8" emma:lang="en-IN" emma:confidence="0">
                  <emma:literal>c</emma:literal>
                </emma:interpretation>
                <emma:interpretation id="interp9" emma:lang="en-IN" emma:confidence="0">
                  <emma:literal>E</emma:literal>
                </emma:interpretation>
              </emma:one-of>
            </emma:emma>
          </inkml:annotationXML>
          <inkml:trace contextRef="#ctx0" brushRef="#br0" timeOffset="2146.1271">1233-430 305,'0'0'1,"0"0"8,0 0 12,0 0-11,0 0-7,114 7-3,-70-7-116</inkml:trace>
          <inkml:trace contextRef="#ctx0" brushRef="#br0" timeOffset="1997.5952">1255-557 110,'0'0'285,"0"0"-280,0 0 37,0 0-21,0 0-18,0 0-3,99-4-1,-81 4-6,1 0-49,-8 0-83,-5 0-124</inkml:trace>
        </inkml:traceGroup>
        <inkml:traceGroup>
          <inkml:annotationXML>
            <emma:emma xmlns:emma="http://www.w3.org/2003/04/emma" version="1.0">
              <emma:interpretation id="{EC0B9F0E-B83B-4290-BA20-098C092E584E}" emma:medium="tactile" emma:mode="ink">
                <msink:context xmlns:msink="http://schemas.microsoft.com/ink/2010/main" type="inkWord" rotatedBoundingBox="24169,13926 24262,12973 25067,13052 24973,14005"/>
              </emma:interpretation>
              <emma:one-of disjunction-type="recognition" id="oneOf2">
                <emma:interpretation id="interp10" emma:lang="en-IN" emma:confidence="0">
                  <emma:literal>¥</emma:literal>
                </emma:interpretation>
                <emma:interpretation id="interp11" emma:lang="en-IN" emma:confidence="0">
                  <emma:literal>€</emma:literal>
                </emma:interpretation>
                <emma:interpretation id="interp12" emma:lang="en-IN" emma:confidence="0">
                  <emma:literal>E</emma:literal>
                </emma:interpretation>
                <emma:interpretation id="interp13" emma:lang="en-IN" emma:confidence="0">
                  <emma:literal>[</emma:literal>
                </emma:interpretation>
                <emma:interpretation id="interp14" emma:lang="en-IN" emma:confidence="0">
                  <emma:literal>£</emma:literal>
                </emma:interpretation>
              </emma:one-of>
            </emma:emma>
          </inkml:annotationXML>
          <inkml:trace contextRef="#ctx0" brushRef="#br0" timeOffset="2835.1805">2078-811 414,'0'0'46,"0"0"103,0 0-44,0 0-69,0 0-17,0 0-15,12-6-4,-5 12-10,3 9-3,6 6 11,1 8 2,2 1 1,-1 2 2,-3-4-2,-2-4-1,-1-3-4,-3-3-65,-2-3-41,-4-7-36,1-5-72</inkml:trace>
          <inkml:trace contextRef="#ctx0" brushRef="#br0" timeOffset="3053.2625">2354-846 372,'0'0'55,"0"0"-1,0 0 19,0 0-73,0 0-18,0 0 2,-41 50 16,16-18 6,-2 5-3,-4 3 6,5-1-9,-4 0-4,1-5-113,4-5-77</inkml:trace>
          <inkml:trace contextRef="#ctx0" brushRef="#br0" timeOffset="3399.0134">1880-412 238,'0'0'99,"0"0"-68,0 0 37,0 0-51,0 0-10,93 0 8,-36 0-2,11 0-7,9 0-5,9 3 5,0 0-5,-2 1-1,-4 0-1,-15 0 1,-14-1 2,-15 0 2,-19 0 17,-10-3 3,-5 0-2,-2 0-17,0 1-5,0 3-26,-22 3-148,-11-1 52</inkml:trace>
          <inkml:trace contextRef="#ctx0" brushRef="#br0" timeOffset="3675.2096">2184-194 486,'0'0'39,"0"0"2,0 0-6,0 0-35,0 0-25,0 0 17,-54 71 7,29-36 1,-2-4 5,4 1-4,1-4 0,4-2-1,1-2-33,3-7-59,7-7-81</inkml:trace>
          <inkml:trace contextRef="#ctx0" brushRef="#br0" timeOffset="3997.4387">2070-144 454,'0'0'18,"0"0"99,0 0-25,0 0-48,0 0-19,94-81 27,-76 76-29,1-1-11,-4 2 10,-4 4-9,-1 0-13,-1 0-1,-1 0-11,0 10 0,-1 8 1,2 8 1,-5 1 4,-2 5-2,0-1 8,-2 2 0,0-1-2,-2-5-4,-7-2-23,-1-7-30,-3 2-25,1-8-30,-1-3-57,2-7-84</inkml:trace>
          <inkml:trace contextRef="#ctx0" brushRef="#br0" timeOffset="4238.6104">2046-49 324,'0'0'73,"0"0"-25,0 0 16,0 0-53,0 0-2,104-8 15,-59 8-17,6-3-6,-3-1-1,-5-5-70,-8-3-274</inkml:trace>
        </inkml:traceGroup>
      </inkml:traceGroup>
    </inkml:traceGroup>
    <inkml:traceGroup>
      <inkml:annotationXML>
        <emma:emma xmlns:emma="http://www.w3.org/2003/04/emma" version="1.0">
          <emma:interpretation id="{5CB11AAA-8266-4556-B06B-B9C217F0AC11}" emma:medium="tactile" emma:mode="ink">
            <msink:context xmlns:msink="http://schemas.microsoft.com/ink/2010/main" type="paragraph" rotatedBoundingBox="23909,14506 24950,14506 24950,14759 23909,14759" alignmentLevel="2"/>
          </emma:interpretation>
        </emma:emma>
      </inkml:annotationXML>
      <inkml:traceGroup>
        <inkml:annotationXML>
          <emma:emma xmlns:emma="http://www.w3.org/2003/04/emma" version="1.0">
            <emma:interpretation id="{AF8A532F-9F66-4A82-BE30-0E59166607D0}" emma:medium="tactile" emma:mode="ink">
              <msink:context xmlns:msink="http://schemas.microsoft.com/ink/2010/main" type="inkBullet" rotatedBoundingBox="23935,14456 24969,14560 24943,14824 23908,14719"/>
            </emma:interpretation>
            <emma:one-of disjunction-type="recognition" id="oneOf3">
              <emma:interpretation id="interp15" emma:lang="en-IN" emma:confidence="0">
                <emma:literal>→</emma:literal>
              </emma:interpretation>
            </emma:one-of>
          </emma:emma>
        </inkml:annotationXML>
        <inkml:trace contextRef="#ctx0" brushRef="#br0" timeOffset="7899.8645">1575 855 10,'0'0'60,"0"0"-14,0 0 11,0 0-19,0 0-1,0 0-8,0 0 6,0 0-5,0 0-3,0 0 5,0 0 3,0 0-1,-2 0 3,2 0-2,0 0-7,0 0-9,0 0-11,0 0-2,0 0-1,0 2-5,0-2 1,10 3-1,13-3 4,12 3 4,11-3-1,5 0-6,5 3 0,-6-3-1,-8 0 4,-14 1-4,-10-1-4,-12 0 3,-3 0 1,-3 0 0,0 0 1,0 0-1,0 0-7,0 0-6,0 0-1,0 0 10,0 0 4,0-1 5,-2-10-1,-2 1-1,-2-4 2,3-2-4,0 1-1,-1 0 7,3-2-4,1 2 22,0 1-25,0 1 15,0-2-8,1 4-1,8 1-4,2-1-3,-1 1 1,2 4-3,2-2 1,1 5 0,-1-1 0,2 1 0,-1 3-4,2 0 2,-4 0 2,2 0-5,0 0 2,-2 7 4,1 4-5,-3-4 4,-1 4-3,-1-1 1,-1 4-2,0-4-12,-5 4 14,-2 0-8,-1 0 3,0 0-18,0 1 11,0-1 3,-3-1 2,-6-2 4,1-1 3,1 1 4,1-4 2,-1 1 0,4-2-2,-3 1 0,5-2 1,1-2-1,0 0-3,0-3 2,0 3-5,0-3 5,0 4 2,7 0 3,7-1 8,12-3-3,6 0 1,4 0-7,6 0-1,3 0-2,3 0 2,-3 0-1,0 0 7,-4 0 5,-6 0 13,-4 0-3,-10 0-3,-8 0-10,-4 0-1,-7 0-8,-2 0-1,0 0 0,-5 0-75,-18 0-261</inkml:trace>
      </inkml:traceGroup>
    </inkml:traceGroup>
  </inkml:traceGroup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1-02-08T06:52:59.670"/>
    </inkml:context>
    <inkml:brush xml:id="br0">
      <inkml:brushProperty name="width" value="0.04667" units="cm"/>
      <inkml:brushProperty name="height" value="0.04667" units="cm"/>
      <inkml:brushProperty name="fitToCurve" value="1"/>
    </inkml:brush>
  </inkml:definitions>
  <inkml:traceGroup>
    <inkml:annotationXML>
      <emma:emma xmlns:emma="http://www.w3.org/2003/04/emma" version="1.0">
        <emma:interpretation id="{E9CE2442-BC35-4B3E-B724-C771801A898B}" emma:medium="tactile" emma:mode="ink">
          <msink:context xmlns:msink="http://schemas.microsoft.com/ink/2010/main" type="writingRegion" rotatedBoundingBox="15996,4872 22110,4603 22204,6743 16090,7013"/>
        </emma:interpretation>
      </emma:emma>
    </inkml:annotationXML>
    <inkml:traceGroup>
      <inkml:annotationXML>
        <emma:emma xmlns:emma="http://www.w3.org/2003/04/emma" version="1.0">
          <emma:interpretation id="{B93AE712-1961-4B27-8E50-52DF39ED8C53}" emma:medium="tactile" emma:mode="ink">
            <msink:context xmlns:msink="http://schemas.microsoft.com/ink/2010/main" type="paragraph" rotatedBoundingBox="16003,4870 19977,4777 19994,5507 16020,560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7B9039A0-6A1C-4B96-9069-83341AD498D1}" emma:medium="tactile" emma:mode="ink">
              <msink:context xmlns:msink="http://schemas.microsoft.com/ink/2010/main" type="line" rotatedBoundingBox="16003,4870 19977,4777 19994,5507 16020,5601"/>
            </emma:interpretation>
          </emma:emma>
        </inkml:annotationXML>
        <inkml:traceGroup>
          <inkml:annotationXML>
            <emma:emma xmlns:emma="http://www.w3.org/2003/04/emma" version="1.0">
              <emma:interpretation id="{4F125998-F0F5-477F-BBD0-521060F55F80}" emma:medium="tactile" emma:mode="ink">
                <msink:context xmlns:msink="http://schemas.microsoft.com/ink/2010/main" type="inkWord" rotatedBoundingBox="16003,4870 16680,4854 16697,5585 16020,5601"/>
              </emma:interpretation>
              <emma:one-of disjunction-type="recognition" id="oneOf0">
                <emma:interpretation id="interp0" emma:lang="en-IN" emma:confidence="0">
                  <emma:literal>id</emma:literal>
                </emma:interpretation>
                <emma:interpretation id="interp1" emma:lang="en-IN" emma:confidence="0">
                  <emma:literal>ied</emma:literal>
                </emma:interpretation>
                <emma:interpretation id="interp2" emma:lang="en-IN" emma:confidence="0">
                  <emma:literal>icd</emma:literal>
                </emma:interpretation>
                <emma:interpretation id="interp3" emma:lang="en-IN" emma:confidence="0">
                  <emma:literal>iced</emma:literal>
                </emma:interpretation>
                <emma:interpretation id="interp4" emma:lang="en-IN" emma:confidence="0">
                  <emma:literal>icel</emma:literal>
                </emma:interpretation>
              </emma:one-of>
            </emma:emma>
          </inkml:annotationXML>
          <inkml:trace contextRef="#ctx0" brushRef="#br0">0 39 455,'0'0'19,"0"0"49,0 0 74,0 0-74,0 0-27,0 0-8,12-16-5,-12 16-11,0 0-5,0 0-7,0 0-5,0 0-16,0 8-4,0 2 14,0 2 6,0 1 4,0-3-1,0-5-2,0-3 1,3-2 3,-3 0 6,0 0 8,0 0 10,0 0 44,0-2 4,0-6-17,0-6-20,0-1-30,0-2-9,0 7-1,0-1 0,0 5-1,0 2-7,0 4-30,0 0-54,0 0-69,0 18-107,-11 9-59</inkml:trace>
          <inkml:trace contextRef="#ctx0" brushRef="#br0" timeOffset="-472.6336">-55 362 230,'0'0'77,"0"0"23,0 0-1,0 0-37,0 0-13,0 0-1,0 0-2,4-7-2,-4 7 1,0 0-5,0 0 6,0 0-1,0 0-6,0 0-6,0 0-8,0 0-8,0 0-9,0 0-8,0 0 2,0 0-6,0 4-5,0 7-6,0 6 0,0 4 15,3 5 3,-1-2 3,0 0 2,0 1-6,-1 0 1,3-4 0,0 0 2,-4-3-5,0 0-24,0-5-69,0-2-41,0-4-72,0-7-92</inkml:trace>
          <inkml:trace contextRef="#ctx0" brushRef="#br0" timeOffset="653.8258">317 511 144,'0'0'126,"0"0"-44,0 0 14,0 0-45,0 0 24,0 0-19,12-23-2,-12 21-13,0-2 1,0 1-22,0 0-20,-4-2-2,-9 2-4,-9 3-2,-4 0 4,-5 0 5,7 0-4,-4 11 3,7 3-3,4 4 1,3 3-3,5 0 3,4 0-3,5 3-1,0-3-2,3-3 5,12-1 3,5-2 0,2-5-4,3 1 0,-2-5-31,-1-2-44,0-1-32,-5-3-57,5 0-90</inkml:trace>
          <inkml:trace contextRef="#ctx0" brushRef="#br0" timeOffset="1268.3427">614 556 353,'0'0'32,"0"0"90,0 0-71,0 0-37,0 0-9,0 0-5,-78-20 0,48 20 0,-2 6-1,7 8 1,5 1-1,4 5-4,4-1 3,8 2 1,2-1 1,2-2 0,0-2-1,2-5 1,13-1-8,2-4 3,3-4 5,3-1 2,-1-1-1,0 0 1,-2-7-2,2-7-3,-8-4 3,1-6 3,1-5-2,-10-3-1,1-8 0,-4 0-7,-3-4 7,0 0 15,0 2 11,0 5 22,0 2-15,0 6 23,0 5 1,0 4-1,0 9-8,0 1-8,0 6-5,0 4 1,0 0-22,0 0-14,0 0-1,0 0-13,0 9-9,0 14-3,0 8 21,0 8 5,0 3 1,0 1 2,-2-4-4,1 0 3,-1-4-2,2-1 5,-1-2-5,1-4-12,0 1-76,-3-5-66,2-9-104</inkml:trace>
        </inkml:traceGroup>
        <inkml:traceGroup>
          <inkml:annotationXML>
            <emma:emma xmlns:emma="http://www.w3.org/2003/04/emma" version="1.0">
              <emma:interpretation id="{28290EC4-F136-4066-8F22-C8DFB5730DA3}" emma:medium="tactile" emma:mode="ink">
                <msink:context xmlns:msink="http://schemas.microsoft.com/ink/2010/main" type="inkWord" rotatedBoundingBox="17212,5331 17467,5324 17471,5475 17215,5481"/>
              </emma:interpretation>
              <emma:one-of disjunction-type="recognition" id="oneOf1">
                <emma:interpretation id="interp5" emma:lang="en-IN" emma:confidence="0">
                  <emma:literal>=</emma:literal>
                </emma:interpretation>
                <emma:interpretation id="interp6" emma:lang="en-IN" emma:confidence="0">
                  <emma:literal>#</emma:literal>
                </emma:interpretation>
                <emma:interpretation id="interp7" emma:lang="en-IN" emma:confidence="0">
                  <emma:literal>z</emma:literal>
                </emma:interpretation>
                <emma:interpretation id="interp8" emma:lang="en-IN" emma:confidence="0">
                  <emma:literal>¥</emma:literal>
                </emma:interpretation>
                <emma:interpretation id="interp9" emma:lang="en-IN" emma:confidence="0">
                  <emma:literal>I</emma:literal>
                </emma:interpretation>
              </emma:one-of>
            </emma:emma>
          </inkml:annotationXML>
          <inkml:trace contextRef="#ctx0" brushRef="#br0" timeOffset="1759.0781">1145 458 263,'0'0'75,"0"0"16,0 0 22,0 0-48,0 0-19,0 0-10,24 0-18,-10 0 7,8 3 20,1-3-17,2 0-9,1 0-10,-1 0 1,-1 0-3,-2 0-1,-2 0-6,-7 0 1,-2 0-2,-4 0 0,-7 0-38,0 0-74,-3 4-101,-23 2-77</inkml:trace>
          <inkml:trace contextRef="#ctx0" brushRef="#br0" timeOffset="1965.616">1159 605 635,'0'0'21,"0"0"96,0 0-73,0 0-43,0 0 1,97 0 0,-62 0 1,-2-3-2,-5 2-1,-7-2-49,0 0-36,-13 0-88,-6-5-170</inkml:trace>
        </inkml:traceGroup>
        <inkml:traceGroup>
          <inkml:annotationXML>
            <emma:emma xmlns:emma="http://www.w3.org/2003/04/emma" version="1.0">
              <emma:interpretation id="{7A70FD65-A936-46D8-86AF-5047FE195435}" emma:medium="tactile" emma:mode="ink">
                <msink:context xmlns:msink="http://schemas.microsoft.com/ink/2010/main" type="inkWord" rotatedBoundingBox="18018,4835 19977,4789 19992,5452 18034,5499"/>
              </emma:interpretation>
              <emma:one-of disjunction-type="recognition" id="oneOf2">
                <emma:interpretation id="interp10" emma:lang="en-IN" emma:confidence="0">
                  <emma:literal>13.iab</emma:literal>
                </emma:interpretation>
                <emma:interpretation id="interp11" emma:lang="en-IN" emma:confidence="0">
                  <emma:literal>B. iab</emma:literal>
                </emma:interpretation>
                <emma:interpretation id="interp12" emma:lang="en-IN" emma:confidence="0">
                  <emma:literal>B. ioib</emma:literal>
                </emma:interpretation>
                <emma:interpretation id="interp13" emma:lang="en-IN" emma:confidence="0">
                  <emma:literal>B.iab</emma:literal>
                </emma:interpretation>
                <emma:interpretation id="interp14" emma:lang="en-IN" emma:confidence="0">
                  <emma:literal>B. iamb</emma:literal>
                </emma:interpretation>
              </emma:one-of>
            </emma:emma>
          </inkml:annotationXML>
          <inkml:trace contextRef="#ctx0" brushRef="#br0" timeOffset="4377.5448">2128 238 131,'0'0'31,"0"0"50,0 0-9,0 0-51,0 0 32,0 0-5,0 0-17,0 0 29,0-30-19,0 29 7,0-1 1,0 2-4,0 0-10,0 0-16,0 0-9,0 0-10,0 0-8,-8 9-11,-2 12 8,-6 8 11,2 2 12,-7 5-8,7-5 1,0-6-1,2-1-2,2-1 1,0-2-1,0-1-2,4-6 0,-3 3-25,4-5-50,3-6-45,0-3-61,2-3-65</inkml:trace>
          <inkml:trace contextRef="#ctx0" brushRef="#br0" timeOffset="5015.2134">2103 246 414,'0'0'9,"0"0"93,0 0-21,0 0-29,0 0-13,104-80 4,-78 69-11,1 1-16,0 2-8,-4 5-3,-4 2-5,-4 1-4,-3 0 0,-1 0 0,1 4-1,-3 10-6,-5 4 2,-2 3-17,-2 0-8,0 0-3,-13 3 6,-15-3 11,-5-3-10,-3 0-1,2-4 8,8-4 22,12-3 1,7-6 3,7-1 1,0 0 2,0 0-6,0 0 3,0 0 19,7 0-1,6 0-5,6 0-11,4 0 4,4 0-9,1 7 2,4 3-2,-3 1-2,-5 6-1,-3 0 1,-10-1-3,-4 1-2,-5 1-13,-2 2 0,0-2 12,-2-3 5,-12 1 3,-8-2 0,-1-5 1,0-2 0,-3-4 3,0-1 1,-3-2 0,0 0 0,1 0-2,5-11 7,6 2 4,-1-1-3,8-2 7,6 1-18,1 1-7,3-1-50,0 2-58,17-2-138</inkml:trace>
          <inkml:trace contextRef="#ctx0" brushRef="#br0" timeOffset="5503.5274">2777 373 456,'0'0'36,"0"0"75,0 0-45,0 0-41,0 0-3,0 0 16,7 0-5,-7 0 2,2 0-2,-2 0-2,0 0-5,0 0-6,0 0-6,0 0-7,0 0 0,0 0-7,0 0-2,0 0-2,0 0-37,0-1-41,0-2-30,-10-1-121,3-6-192</inkml:trace>
          <inkml:trace contextRef="#ctx0" brushRef="#br0" timeOffset="6177.5786">3036 172 256,'0'0'88,"0"0"48,0 0 4,0 0-46,0 0-6,0 0-11,0 0-18,0 0-20,0 0-23,0 0-16,0 7-12,0 10-10,0 9 15,0 4 7,0 3 9,0-2-4,2-2-4,-2-1-1,0-3-4,0-1-70,0-6-44,0-3-61,-5-12-67</inkml:trace>
          <inkml:trace contextRef="#ctx0" brushRef="#br0" timeOffset="6576.0406">3078-36 352,'0'0'70,"0"0"8,0 0 37,0 0-60,0 0-37,0 0 2,6-4-3,-6 4-4,1 0-1,-1 0 0,0 0 6,0 0-1,0 0 3,0 0 7,0 0 10,0 0 12,0-2-4,0 1-2,0-2-4,0 3-7,0-3-2,2 1-11,-2-4-17,0 3-2,0 0-17,0 2-41,0 1-50,0 0-36,0 7-87,-2 14-164</inkml:trace>
          <inkml:trace contextRef="#ctx0" brushRef="#br0" timeOffset="7972.0622">3373 333 95,'0'0'228,"0"0"-200,0 0 80,0 0-59,0 0 1,0 0-22,2-31-13,-9 24-9,-7 4 8,-3 0-10,0 3 7,-5 0-6,2 0-5,3 2 0,-4 10-4,5 6 1,5 2-2,0 2 5,6 1-4,3-2 3,2 1-2,0-4 3,0-4 0,7 0-5,7-7-18,0-3 5,5-2 13,1-2-2,2 0-17,1-6-13,-1-9-2,-2-5 5,-3-1-12,-1-3 29,-4-3 17,-2-3 3,-1 5-3,-6 0 19,-1 9 41,-2 1 20,0 4 15,0 7-62,0 1 7,0 3 2,0 0-31,0 0-11,0 0-11,0 4-15,0 14 7,0 6 19,0 5 2,-4-2-2,4-3-1,0-1 1,0-2-1,0-3 1,4-5-1,8 1 2,2-4 2,1-2 2,2-5-4,2 0-1,-1-3-2,3 0-2,4-7-7,1-10-5,0-4-10,-3-5-7,-5-4-26,-7-2 30,-4-4 8,-5 0 13,-2-3 8,0-2 26,0 5 27,0 2-15,0 8 8,0 8 7,0 8-5,0 5 6,0 4-5,0 1-32,0 0-17,0 0-7,0 0-11,0 11-6,0 14 6,0 9 18,-5 8 2,-2 5 0,-1-2 0,1 2 1,2-5-3,-4-4-2,5-4-3,1-4-1,-1-2-15,4-7 13,-2-3-28,2-8 1,0 1-6,0-5 3,0-3-22,0-3 2,0 0 19,0 0 39,0-2-4,0-12 4,0-2-11,7-5 11,5-3 6,0 0 2,1 3-1,-3 0 28,0 7-4,0 0 12,2 4-6,-1 1-17,1 2-2,2 1-6,1 2-7,2 4-1,0 0-1,5 0-3,0 0-2,0 4-1,-4 7 2,-2 5-2,-4 0 0,-5 1-13,-1 1-17,-5 0 5,-1-5 5,0 5 5,0-4 16,-1-3-2,-12 2 3,-3 1 2,-4-4 4,-4 1-4,1-2-2,-2-3 3,0 1 3,3-4-3,4-3-1,1 0 1,4 0 2,3 0 2,1 0 25,1 0-17,3-10-5,1-1-9,3-4-97,-1-9-374</inkml:trace>
        </inkml:traceGroup>
      </inkml:traceGroup>
    </inkml:traceGroup>
    <inkml:traceGroup>
      <inkml:annotationXML>
        <emma:emma xmlns:emma="http://www.w3.org/2003/04/emma" version="1.0">
          <emma:interpretation id="{AA664898-7065-41DA-96D2-50EC0AF0D48F}" emma:medium="tactile" emma:mode="ink">
            <msink:context xmlns:msink="http://schemas.microsoft.com/ink/2010/main" type="paragraph" rotatedBoundingBox="16174,6107 22164,5843 22204,6743 16213,700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290D7EFA-0319-49B6-886E-DECD3DEE45C7}" emma:medium="tactile" emma:mode="ink">
              <msink:context xmlns:msink="http://schemas.microsoft.com/ink/2010/main" type="line" rotatedBoundingBox="16174,6107 22164,5843 22204,6743 16213,7007"/>
            </emma:interpretation>
          </emma:emma>
        </inkml:annotationXML>
        <inkml:traceGroup>
          <inkml:annotationXML>
            <emma:emma xmlns:emma="http://www.w3.org/2003/04/emma" version="1.0">
              <emma:interpretation id="{1F0DCA07-B928-4327-9D6D-7E23A533A149}" emma:medium="tactile" emma:mode="ink">
                <msink:context xmlns:msink="http://schemas.microsoft.com/ink/2010/main" type="inkWord" rotatedBoundingBox="16180,6248 17306,6198 17322,6567 16196,6616"/>
              </emma:interpretation>
              <emma:one-of disjunction-type="recognition" id="oneOf3">
                <emma:interpretation id="interp15" emma:lang="en-IN" emma:confidence="0">
                  <emma:literal>Be</emma:literal>
                </emma:interpretation>
                <emma:interpretation id="interp16" emma:lang="en-IN" emma:confidence="0">
                  <emma:literal>B=</emma:literal>
                </emma:interpretation>
                <emma:interpretation id="interp17" emma:lang="en-IN" emma:confidence="0">
                  <emma:literal>13.</emma:literal>
                </emma:interpretation>
                <emma:interpretation id="interp18" emma:lang="en-IN" emma:confidence="0">
                  <emma:literal>BF</emma:literal>
                </emma:interpretation>
                <emma:interpretation id="interp19" emma:lang="en-IN" emma:confidence="0">
                  <emma:literal>13</emma:literal>
                </emma:interpretation>
              </emma:one-of>
            </emma:emma>
          </inkml:annotationXML>
          <inkml:trace contextRef="#ctx0" brushRef="#br0" timeOffset="18675.1779">227 1471 125,'0'0'249,"0"0"-225,0 0 72,0 0-35,0 0-20,0 0 1,0 0 5,0-12-14,0 12-4,0 0-1,0 0-6,0 0-7,0 0-8,0 0-7,0 0-2,0 2-10,-5 9 1,-1 7 4,-5 7 7,1 0 2,2 2 3,-2-1-2,4-3-2,-1-2 4,-1-2-4,5-2-1,-1-2 0,0-5 0,1 1 0,0-2-9,0-5-45,0 1-46,0-4-38,2-1-52,1-1-29</inkml:trace>
          <inkml:trace contextRef="#ctx0" brushRef="#br0" timeOffset="19276.4436">202 1501 453,'0'0'9,"0"0"102,0 0-6,0 0-62,0 0-10,0 0-12,56-75 1,-43 61-8,8 1-12,3 2 2,-6 0-4,2 4 0,-2 3-1,-1 1 1,-4 3-2,-1 0-3,-2 0-1,-1 0-4,-2 4-3,-3 13 1,-4 1-3,0 3-20,0 0-5,-11 0 3,-9 0 21,-1-6 8,4-1-2,3-7 4,2 0 4,9-4-2,0-3 4,3 0 2,0 0 0,0 0 3,0 0-5,0 0-1,0 0-5,0 0 3,4 0-3,10 4 6,6 2 1,6 1 0,0 5-1,0 2-1,-3-1 1,-1 5 0,-8 2-3,-1-2 0,-6-3-10,-4 2-2,-3-5 4,0 1-7,0-5 7,-13 2 11,-8-4 3,-7-3 3,-5-1-1,0-2 7,-5 0-9,4 0-3,3-2 1,3-7-4,7-1 1,7 2-32,6-5-3,8 2-81,0-4-127</inkml:trace>
          <inkml:trace contextRef="#ctx0" brushRef="#br0" timeOffset="19584.0088">878 1511 473,'0'0'12,"0"0"16,0 0 8,0 0-27,109-7 6,-66 7-3,2-3-4,-6 3-1,-5-1 2,-11 1 19,-9 0-21,-6 0-3,-5 0-4,1 0 0,-4 0-6,0 0-13,0 0-73,0 4-39,0-1-91</inkml:trace>
          <inkml:trace contextRef="#ctx0" brushRef="#br0" timeOffset="35275.6573">960 1683 88,'0'0'67,"0"0"-22,0 0 13,0 0-28,0 0-10,0 0-1,0 0 11,0 0-3,0 0-8,0 0 0,0 0-4,0 0 6,0 0-3,0 0 6,0 0 0,0 0-7,0 0-4,0 0-5,-2 0-5,1 1 0,-1-1-2,1 2 0,1-2 4,0 0 1,0 0 0,0 0 2,0 0-1,0 0 1,0 0-1,0 0 4,0 0 0,0 0-11,3 0-3,8 0 3,11 0 1,13 0 12,7 0 0,1-3-6,-2-3-3,-11 5 0,-7 1-4,-11 0 0,-4 0-1,-1 0-4,-4 0-24,5 0-38,-5 1-42,1 5-45,2-3-78</inkml:trace>
        </inkml:traceGroup>
        <inkml:traceGroup>
          <inkml:annotationXML>
            <emma:emma xmlns:emma="http://www.w3.org/2003/04/emma" version="1.0">
              <emma:interpretation id="{62E0FCD1-6813-4E8B-BC1F-A015277450B5}" emma:medium="tactile" emma:mode="ink">
                <msink:context xmlns:msink="http://schemas.microsoft.com/ink/2010/main" type="inkWord" rotatedBoundingBox="17827,6113 20291,6004 20312,6467 17848,6575"/>
              </emma:interpretation>
              <emma:one-of disjunction-type="recognition" id="oneOf4">
                <emma:interpretation id="interp20" emma:lang="en-IN" emma:confidence="0">
                  <emma:literal>current</emma:literal>
                </emma:interpretation>
                <emma:interpretation id="interp21" emma:lang="en-IN" emma:confidence="0">
                  <emma:literal>Current</emma:literal>
                </emma:interpretation>
                <emma:interpretation id="interp22" emma:lang="en-IN" emma:confidence="0">
                  <emma:literal>currant</emma:literal>
                </emma:interpretation>
                <emma:interpretation id="interp23" emma:lang="en-IN" emma:confidence="0">
                  <emma:literal>currents</emma:literal>
                </emma:interpretation>
                <emma:interpretation id="interp24" emma:lang="en-IN" emma:confidence="0">
                  <emma:literal>Currant</emma:literal>
                </emma:interpretation>
              </emma:one-of>
            </emma:emma>
          </inkml:annotationXML>
          <inkml:trace contextRef="#ctx0" brushRef="#br0" timeOffset="20707.2394">1910 1444 44,'0'0'41,"0"0"-19,0 0 24,0 0 1,0 0-10,0 0 12,0 0 4,39-17-9,-36 16 13,-1-2-10,-2 3-7,0 0 6,0 0-5,0 0-13,0 0-13,-5 0-10,-10 0-5,-6 0-6,-3 0-2,0 7 5,1 11-3,1 5 2,4 3 3,5-1-3,4 5-1,7-4-2,2 1 7,0-5-3,15-1 4,8-4-1,9-5 0,9-3-5,1-4-10,-1-5-35,0 0-48,-8 0-73</inkml:trace>
          <inkml:trace contextRef="#ctx0" brushRef="#br0" timeOffset="21765.4042">2143 1377 450,'0'0'89,"0"0"-70,0 0 119,0 0-87,0 0-40,0 0-11,0-14-8,0 14-12,0 13-7,0 6 17,0 6 10,3 3 2,4-1 6,2-1-5,0-2 0,4 0 0,-2-6-3,1-3 4,1-2-4,0-6-5,0-3-16,3-4-2,3 0-10,1-4 12,0-13-15,-1-5-13,-3-5 27,-5-2 18,-4 2-4,-2 1 8,-2 5 13,-3 6 6,2 5 30,-2 7-8,0 0-11,0 3-30,0 0 0,0 0-23,0 16-4,0 7 24,0 1 3,4 4 1,-1-2 0,0-3-1,5-4 0,2-5 0,-1-1 0,1-5 0,0-5 1,0 0 2,3-3-1,1 0 5,0-9-4,0-6-1,-2-6-4,-2-4 1,-4 0-5,0-3 5,-6-4-6,0 2 5,0 4 2,0 2 12,0 10 19,0 6-11,-2 1 24,2 7-11,0 0-18,0 0-15,0 0-11,0 0-8,0 0-13,0 11 5,0 6 24,0-2-3,5 3-6,6-2 0,2-4-12,3-3 15,-1-4 3,0-2-5,2 0-1,0-3-2,1 0 1,0 0-9,-2-9 7,-3 0-1,-4 0 13,-3 1 3,-4 5 4,-2 0 12,0 2-5,0 1-6,0 0-5,-2 0-4,-9 1 2,-2 10-3,0 2 4,3 4 0,2 1-2,-3 3 1,7 0 0,1-3 2,0 3-4,3-3 1,0 0-2,0-4 2,12-1 3,2-5-10,-1 1 5,-3-5-4,-4 1-15,-2-2-4,-2-3 10,-2 0 11,0 0 3,0 3-6,0-3-3,0 0 13,0 0-3,0 3 3,0-2-7,0-1-11,0 2-14,0-1 4,-2-1-29,-2 0-153</inkml:trace>
          <inkml:trace contextRef="#ctx0" brushRef="#br0" timeOffset="23814.3678">2832 1588 352,'0'0'82,"0"0"-21,0 0 23,0 0-49,0 0-29,0 0-1,41-16-3,-18 1-1,3-2 3,-2-1 3,0-3-1,-6 3 8,-3-4-6,-3-1-1,-7-3 3,-3-1-7,-2 1-1,0 5-2,-2 3 0,-12 5 7,-1 2-6,1 4-2,4 4 0,-2 3-1,6 0-4,5 0-6,1 0-7,0 0-17,0 7 2,0 2-1,3 2 29,13 1 6,-2 0 4,3 0-2,0-2 0,-3 1-1,-3 3 0,-2-4-1,-2 1-2,1-4 1,-5 4-2,0-1-8,-1 1-9,-2 2 4,0-2-4,0 0-3,0-4 13,0 4 4,0-4-1,0 0 1,0 1 3,-5-2 3,-4 5 0,3-4 1,-3 7 0,4-7 3,0 4-4,4-1 0,1 1 0,0-2-6,0 0 6,0-3 1,10 0 0,6-5 4,7-1-2,3 0 8,0 0-4,0-3-7,-3-7 0,-1-2 4,-3-5-1,-5 2-3,1-3-9,-6-2 5,-4 3-6,-3 2 10,-2 1 0,0 3 17,0 4 7,0 1 15,0 3-14,0-2-1,0 5 5,0 0-8,0 0-14,0 0-7,0 0-3,0 0-4,0 0-7,0 0-1,0 0 11,0 0-4,0 0 2,0 0 6,3 0 0,4 0 8,-1 0 3,2 0 8,2 0-2,1-7-1,-1-2 0,0 0-8,-6-3 1,0 1-3,-4-1-6,0 2 2,0 2-2,0-1 0,-14 8-6,0 1-2,-10 0-2,1 0 3,-4 15 1,2 3-5,3 6 3,5 1-2,7-1-23,9 4 12,1-6-26,0-2 34,10-5-4,8-5 6,3 1 8,2-5 0,2-5-2,-2 2-3,-2-3-8,0 0 1,-3 0-18,0-6 21,-5-3 5,1-3 7,2-3 9,-3 0 20,3-5 6,0 6 0,0-4-1,1 4-10,-2 0 17,-1 4 2,-4 5-6,-1-1-25,4 3 1,-7 2-9,4 1-4,2 0-4,2 0-4,2 12-4,0 4 6,-3 2 5,-2 2-6,-2-2-11,-4-3-11,-5 0-16,0-3 5,0-1-14,-4-4 11,-4-2-17,-1-5 7,3 0-1,2 0-5,4-2 8,0-14 0,0-1 23,12-2 28,7-5 11,-1 2 13,-2 1 10,2 3 6,-4 2 27,-2 8-5,-1 2 3,-3 2-11,-3 4-6,1 0-31,1 0-17,2 3 0,1 9 0,0 4 0,-1 1 1,0 2 8,-1-2-6,1 1 6,-1-3-5,3-3-1,-4-1 1,2-4-1,1 1 1,1-5 2,5-2 2,0-1-2,4 0-4,4-1-2,-1-13-27,3-1 0,-6-6-5,-5 0-12,-4-6 42,-5-2-7,-3-2 9,-2-7 10,1-1 1,-2 0-3,1 3 12,-1 1 21,0 8-13,0 4 29,0 10 10,0 2 7,0 10-21,0-1-11,0 2-15,0 0-25,0 0-2,0 3-20,0 17-12,0 10 23,0 9 9,-1 5 2,-2-1-1,1-1 0,2-2-1,0-6 0,0-5-2,0-8-9,5-3-5,8-4 0,3-4-13,4-3 1,6-3-41,3-4-54,-3 0-55</inkml:trace>
          <inkml:trace contextRef="#ctx0" brushRef="#br0" timeOffset="28777.85">3970 1341 13,'0'0'67,"0"0"-2,0 0-6,0 0-7,0 0-8,0 0-10,0 0-9,0 0-10,0 0 7,0 0 3,0 0 2,0 0-6,0 0 8,0 0 8,0 0 8,0 0-4,0 0 0,0 0-10,0 0-12,0 0-1,0 0-2,0 0 1,2 0 4,3 0-10,9 0-4,14 0-7,12 0 0,8 0 0,1 0-2,-5 0-118,-10-3-272</inkml:trace>
        </inkml:traceGroup>
        <inkml:traceGroup>
          <inkml:annotationXML>
            <emma:emma xmlns:emma="http://www.w3.org/2003/04/emma" version="1.0">
              <emma:interpretation id="{FFCEE581-6549-4B90-A628-6BF542C2AB74}" emma:medium="tactile" emma:mode="ink">
                <msink:context xmlns:msink="http://schemas.microsoft.com/ink/2010/main" type="inkWord" rotatedBoundingBox="20721,5906 22164,5843 22204,6743 20760,6807"/>
              </emma:interpretation>
              <emma:one-of disjunction-type="recognition" id="oneOf5">
                <emma:interpretation id="interp25" emma:lang="en-IN" emma:confidence="0">
                  <emma:literal>gain</emma:literal>
                </emma:interpretation>
                <emma:interpretation id="interp26" emma:lang="en-IN" emma:confidence="0">
                  <emma:literal>again</emma:literal>
                </emma:interpretation>
                <emma:interpretation id="interp27" emma:lang="en-IN" emma:confidence="0">
                  <emma:literal>gars</emma:literal>
                </emma:interpretation>
                <emma:interpretation id="interp28" emma:lang="en-IN" emma:confidence="0">
                  <emma:literal>gains</emma:literal>
                </emma:interpretation>
                <emma:interpretation id="interp29" emma:lang="en-IN" emma:confidence="0">
                  <emma:literal>gaits</emma:literal>
                </emma:interpretation>
              </emma:one-of>
            </emma:emma>
          </inkml:annotationXML>
          <inkml:trace contextRef="#ctx0" brushRef="#br0" timeOffset="25306.0837">4914 1359 48,'0'0'57,"0"0"-6,0 0-3,0 0 8,0 0 10,0 0-2,5-52-7,-5 44 18,0 1 17,0 1-28,0 1-21,-5-1-11,-10 2-30,-9 1-2,-6 3-8,-5 0 1,0 0 3,5 10-1,7 5 0,4 2 0,5 4-9,1-3 13,8 3-13,5-3-6,0-1-9,0-5 8,18-6 0,1 0 12,11-6 0,5 0-1,5-3-18,1-14-18,-8-4-16,-6 0 22,-5 0 34,-6-5 6,0 5 43,-6-3 22,-4 2 2,-3 2-10,-3 9 4,0 4 5,0 4-6,0 3-28,0 0-28,0 0-4,0 0-19,0 10-7,0 18 11,0 8 14,-1 9 1,-1 8 0,0 1 0,2 0 1,0-3-1,9 2 0,4-4 0,-1 0 1,-2-6-1,-1-5 1,-5-2-2,-1-8 0,-3-3-6,0-6-7,0-4-10,-9-4-15,-10-4 21,-9-4 1,-9 1-4,-5-4-23,-1 0 10,2-10 7,7-8 27,5 0 0,7-3 18,10-3 11,5-1-10,7-1 8,0-4-18,10 1 25,11 4-34,9-6 1,3 6-4,5 1-1,1 3-21,-2 3-20,-2 1-51,-4-1-66,-7 3-78</inkml:trace>
          <inkml:trace contextRef="#ctx0" brushRef="#br0" timeOffset="26061.8358">5401 1268 344,'0'0'37,"0"0"50,0 0 58,0 0-64,0 0-36,0 0-28,4-28-17,-21 28-7,-12 0 5,-3 0-5,-1 4 7,1 12-1,3 2 1,4 6-2,5 1-3,4 0 2,6-1-1,4-3 1,6-1 0,0-7 0,0 1 1,4-8-2,11-2 1,5-4 3,5 0 2,5-3-2,1-10-9,0-7-7,-4-3-2,-6-2-3,-3-4 6,-7 1 15,-2 1 4,-8 6 6,1 6 18,-2 7 22,0 5-22,0 0 5,0 3-29,0 0-4,0 0-15,0 8-13,0 8 5,-5 5 23,-2 2 0,4 0 0,2-4 0,1-2-3,0-3 2,4-4-5,11-3-1,2-2 6,3-5-7,2 0 0,-3 0-2,0-8-12,-4-6 10,-1-4 11,-3-3 1,1-3 0,-5-1 0,-3-1 14,-4 5 1,0 5 9,0 5 4,0 8 10,0 0-8,0 3-18,0 0-12,0 0-17,0 6-13,0 12 19,0 3 11,0 3 1,0-3-1,0-3-4,0-4-26,0 1-23,0-6-29,4-5-55,-1-4-73</inkml:trace>
          <inkml:trace contextRef="#ctx0" brushRef="#br0" timeOffset="26309.0114">5605 992 687,'0'0'3,"0"0"96,0 0-37,0 0-62,0 0-16,0 0-33,-2 0-56,2 18-13,0 8-26,0-2-46</inkml:trace>
          <inkml:trace contextRef="#ctx0" brushRef="#br0" timeOffset="26767.9968">5728 1219 632,'0'0'52,"0"0"33,0 0-41,0 0-44,0 0-9,0 0-11,4 41 5,-4-17 15,0 6 3,0 1-2,0-3 5,-1-2-6,-8-5-1,-1-5-25,1-5-26,3-7 10,2-1-13,3-3 0,-1 0 46,2-6-1,0-12 3,0-3 7,0-3 0,6-5 41,4 0 4,1-2-18,4 3 11,-2 4 1,0 2-19,2 11 1,-5 1 10,1 3-11,1 3-3,1-3-8,6 7-6,2 0-3,6 0-2,0 0 2,5 8 0,0 5 3,1 2 0,-3 2-1,-5 4-2,-5 0-2,-5 5 0,-5 1-3,-5 5-1,-5 0 3,0 3 1,-10 0-37,-18 0-97,-7-10-152</inkml:trace>
        </inkml:traceGroup>
      </inkml:traceGroup>
    </inkml:traceGroup>
  </inkml:traceGroup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1-02-08T06:53:23.708"/>
    </inkml:context>
    <inkml:brush xml:id="br0">
      <inkml:brushProperty name="width" value="0.04667" units="cm"/>
      <inkml:brushProperty name="height" value="0.04667" units="cm"/>
      <inkml:brushProperty name="fitToCurve" value="1"/>
    </inkml:brush>
  </inkml:definitions>
  <inkml:trace contextRef="#ctx0" brushRef="#br0">0-1 311,'0'0'278,"0"0"-273,0 0 71,0 0-76,0 0 0,0 0 0,101 0 0,-52 0-5,-1 0-98,-6 0-139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44.20712" units="1/cm"/>
          <inkml:channelProperty channel="Y" name="resolution" value="44.39306" units="1/cm"/>
        </inkml:channelProperties>
      </inkml:inkSource>
      <inkml:timestamp xml:id="ts0" timeString="2021-02-08T06:59:30.582"/>
    </inkml:context>
    <inkml:brush xml:id="br0">
      <inkml:brushProperty name="width" value="0.04667" units="cm"/>
      <inkml:brushProperty name="height" value="0.04667" units="cm"/>
      <inkml:brushProperty name="fitToCurve" value="1"/>
    </inkml:brush>
  </inkml:definitions>
  <inkml:traceGroup>
    <inkml:annotationXML>
      <emma:emma xmlns:emma="http://www.w3.org/2003/04/emma" version="1.0">
        <emma:interpretation id="{C3481C80-2EB4-4F93-88DF-2A447EA5E7EF}" emma:medium="tactile" emma:mode="ink">
          <msink:context xmlns:msink="http://schemas.microsoft.com/ink/2010/main" type="writingRegion" rotatedBoundingBox="3994,9392 4009,9392 4009,9407 3994,9407"/>
        </emma:interpretation>
      </emma:emma>
    </inkml:annotationXML>
    <inkml:traceGroup>
      <inkml:annotationXML>
        <emma:emma xmlns:emma="http://www.w3.org/2003/04/emma" version="1.0">
          <emma:interpretation id="{59CCE585-3008-4F9A-BBA8-336F89A56EE5}" emma:medium="tactile" emma:mode="ink">
            <msink:context xmlns:msink="http://schemas.microsoft.com/ink/2010/main" type="paragraph" rotatedBoundingBox="3994,9392 4009,9392 4009,9407 3994,940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89B8A777-DE4B-41A6-9D80-9315ECB32D58}" emma:medium="tactile" emma:mode="ink">
              <msink:context xmlns:msink="http://schemas.microsoft.com/ink/2010/main" type="line" rotatedBoundingBox="3994,9392 4009,9392 4009,9407 3994,9407"/>
            </emma:interpretation>
          </emma:emma>
        </inkml:annotationXML>
        <inkml:traceGroup>
          <inkml:annotationXML>
            <emma:emma xmlns:emma="http://www.w3.org/2003/04/emma" version="1.0">
              <emma:interpretation id="{E21EBD5E-2FFC-44CB-AD91-88B11D3F44C4}" emma:medium="tactile" emma:mode="ink">
                <msink:context xmlns:msink="http://schemas.microsoft.com/ink/2010/main" type="inkWord" rotatedBoundingBox="3994,9392 4009,9392 4009,9407 3994,9407"/>
              </emma:interpretation>
              <emma:one-of disjunction-type="recognition" id="oneOf0">
                <emma:interpretation id="interp0" emma:lang="en-IN" emma:confidence="0">
                  <emma:literal>.</emma:literal>
                </emma:interpretation>
                <emma:interpretation id="interp1" emma:lang="en-IN" emma:confidence="0">
                  <emma:literal>`</emma:literal>
                </emma:interpretation>
                <emma:interpretation id="interp2" emma:lang="en-IN" emma:confidence="0">
                  <emma:literal>'</emma:literal>
                </emma:interpretation>
                <emma:interpretation id="interp3" emma:lang="en-IN" emma:confidence="0">
                  <emma:literal>l</emma:literal>
                </emma:interpretation>
                <emma:interpretation id="interp4" emma:lang="en-IN" emma:confidence="0">
                  <emma:literal>,</emma:literal>
                </emma:interpretation>
              </emma:one-of>
            </emma:emma>
          </inkml:annotationXML>
          <inkml:trace contextRef="#ctx0" brushRef="#br0">0 0</inkml:trace>
        </inkml:traceGroup>
      </inkml:traceGroup>
    </inkml:traceGroup>
  </inkml:traceGroup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1-02-09T06:30:31.932"/>
    </inkml:context>
    <inkml:brush xml:id="br0">
      <inkml:brushProperty name="width" value="0.04667" units="cm"/>
      <inkml:brushProperty name="height" value="0.04667" units="cm"/>
      <inkml:brushProperty name="fitToCurve" value="1"/>
    </inkml:brush>
  </inkml:definitions>
  <inkml:traceGroup>
    <inkml:annotationXML>
      <emma:emma xmlns:emma="http://www.w3.org/2003/04/emma" version="1.0">
        <emma:interpretation id="{B2A527DE-A18E-4172-964C-96D0E2F3686E}" emma:medium="tactile" emma:mode="ink">
          <msink:context xmlns:msink="http://schemas.microsoft.com/ink/2010/main" type="writingRegion" rotatedBoundingBox="4232,4561 4910,7792 4024,7978 3347,4747">
            <msink:destinationLink direction="with" ref="{889DC807-98E1-492B-98EC-BD03B5D62FE1}"/>
          </msink:context>
        </emma:interpretation>
      </emma:emma>
    </inkml:annotationXML>
    <inkml:traceGroup>
      <inkml:annotationXML>
        <emma:emma xmlns:emma="http://www.w3.org/2003/04/emma" version="1.0">
          <emma:interpretation id="{C5BBD142-1434-4A82-95C3-A3B8726E3331}" emma:medium="tactile" emma:mode="ink">
            <msink:context xmlns:msink="http://schemas.microsoft.com/ink/2010/main" type="paragraph" rotatedBoundingBox="4232,4561 4910,7792 4024,7978 3347,474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17B60B78-6E72-4771-87D4-3FED9B8B8F8F}" emma:medium="tactile" emma:mode="ink">
              <msink:context xmlns:msink="http://schemas.microsoft.com/ink/2010/main" type="line" rotatedBoundingBox="4232,4561 4910,7792 4024,7978 3347,4747"/>
            </emma:interpretation>
          </emma:emma>
        </inkml:annotationXML>
        <inkml:traceGroup>
          <inkml:annotationXML>
            <emma:emma xmlns:emma="http://www.w3.org/2003/04/emma" version="1.0">
              <emma:interpretation id="{E8CC4C83-BB76-4539-A7DD-2AEAC937C7CC}" emma:medium="tactile" emma:mode="ink">
                <msink:context xmlns:msink="http://schemas.microsoft.com/ink/2010/main" type="inkWord" rotatedBoundingBox="4232,4561 4910,7792 4024,7978 3347,4747"/>
              </emma:interpretation>
              <emma:one-of disjunction-type="recognition" id="oneOf0">
                <emma:interpretation id="interp0" emma:lang="en-IN" emma:confidence="0">
                  <emma:literal>Is</emma:literal>
                </emma:interpretation>
                <emma:interpretation id="interp1" emma:lang="en-IN" emma:confidence="0">
                  <emma:literal>Is.</emma:literal>
                </emma:interpretation>
                <emma:interpretation id="interp2" emma:lang="en-IN" emma:confidence="0">
                  <emma:literal>'is</emma:literal>
                </emma:interpretation>
                <emma:interpretation id="interp3" emma:lang="en-IN" emma:confidence="0">
                  <emma:literal>I;</emma:literal>
                </emma:interpretation>
                <emma:interpretation id="interp4" emma:lang="en-IN" emma:confidence="0">
                  <emma:literal>"I;</emma:literal>
                </emma:interpretation>
              </emma:one-of>
            </emma:emma>
          </inkml:annotationXML>
          <inkml:trace contextRef="#ctx0" brushRef="#br0">414 1588 249,'0'0'30,"0"0"-10,0 0 15,0 0 10,0 0-42,0 0-3,41-14 0,-13 11 3,8-1-1,0-3-2,3 3 0,-1 0-4,-10 1-1,-4 0-5,-14 1 1,-10 2 6,0 0-1,0 0-1,0 0 5,-3 0-4,-14 0 3,-4 2 1,0 8 2,0 1-1,7 2-1,-3 1-5,11 1 4,-4 3 0,4-1-3,4-3 4,2 0-2,0-3-3,0-4-7,0 2-23,0-7-2,0 2 18,-4-2 14,-6-1 5,-4 1 1,-6-1 3,-1 2-4,-4 0 6,8 0-5,3-1 10,8-2 14,6 0-15,0 3-8,0-2-2,13 1 0,16-1 4,7-1-4,13 0 0,0 0-12,3 0-64</inkml:trace>
          <inkml:trace contextRef="#ctx0" brushRef="#br0" timeOffset="-505.0903">653 960 410,'0'0'16,"0"0"24,0 0 53,0 0-15,0 0-37,0 0-34,-1-13-7,1 13-8,7 0-9,18 10 7,7 11 8,2 0-1,4 3-17,-6-1-10,-5-3 4,1-2 10,-12-7-24,-2-4 7,-6-1 22,-4-5 3,-4-1 0,0 0 8,0 2 0,0 2-1,-7 7 1,-15 4 0,-9 6 10,0 9-3,-11 7-3,-3 12-3,-7 3-1,-3 7-1,10-8-25,6-6-65,10-7-36,10-11-33</inkml:trace>
          <inkml:trace contextRef="#ctx0" brushRef="#br0" timeOffset="356.9448">898 1598 512,'0'0'39,"0"0"-34,0 0 20,0 0 40,0 0-30,90-60-35,-64 60-3,-3 0 0,-7 0-3,0 0-8,-9 8-7,-4 5-11,-3 1 6,0 1 9,-17 3 7,-11 2 5,-7-6 5,1 4-3,2-1 6,4-5-2,11-2 0,4 0 0,9-6-1,1-1-2,3 0-3,0-1-6,23-2 11,23 0 6,20 0-6,20-9-70,11-4-51,3-1-103</inkml:trace>
          <inkml:trace contextRef="#ctx0" brushRef="#br0" timeOffset="-1996.6284">251-164 99,'0'0'14,"0"0"14,0 0 30,0 0 14,0 0 7,0 0-40,-4-81-7,1 70 6,0 2 5,-1 1-11,1 2 8,3 2 2,-3 4-21,3 0-5,0 0-14,0 0-2,0 0-14,0 0-4,0 10-6,10 4 14,11 4 9,6 0-6,5 0 5,1 0 0,-1-1-9,-5-2-6,-2-3 8,-8-2-17,-5 1 10,-6-2-4,1 1 5,-7 1 5,0 2-1,0 5 4,-13 2 1,-9 6 6,-9 5 0,0 7 1,-8-2 4,7-1-5,6-5-33,9-6-70,5-7-91</inkml:trace>
          <inkml:trace contextRef="#ctx0" brushRef="#br0" timeOffset="-1419.2194">321 263 230,'0'0'0,"0"0"-12,0 0 12,0 0 6,114 0-5,-79 0 3,-2 0-3,-4 0-1,-9 0 2,-5 0-2,-8 0 0,-7 0-1,0 0 1,0 0 2,0 0 9,0 0-6,-10 0 0,-2 0-5,5 4 6,-3 3-5,0 3 11,7 1 1,-4 2-1,0 2-9,3 3 4,3 3-2,-2 2 1,3-2-2,-4 0-2,1-1-2,0-2-1,-4-5-5,1 0-5,-4-5-21,-6-1 5,-4-3 3,-2-4 10,-1 3 3,-1-3 11,6 0 2,5 0 17,6 0 13,4 0-7,3 0 24,0 0-15,3 0-31,17 0 0,16 0 3,5 0-4,8 0 2,0 0-4,6 0-2,-3 0-47,-4 0-65</inkml:trace>
          <inkml:trace contextRef="#ctx0" brushRef="#br0" timeOffset="-1194.2422">805 347 461,'0'0'17,"0"0"99,0 0 2,0 0-26,0 0-57,0 0-35,-6-4-13,5 25-8,1 12 21,-4 15 3,1 9-1,0 13-2,-1 2-41,1 2-166,3-8-118</inkml:trace>
          <inkml:trace contextRef="#ctx0" brushRef="#br0" timeOffset="1225.8789">616 1908 161,'0'0'0,"0"0"0,0 0 6,0 0 47,0 0 32,0 0-20,-5-52-15,4 44-14,-1 2-7,1-1 2,-1-4-6,0 7-5,2-3 18,0 7-6,0 0-27,0 0-5,0 0-14,5 14-8,19 12 22,4 4 0,6 3 0,5-2 0,-1 1-6,-5-2-15,-1-7 3,-6-5 1,-7-8-1,-5-2-2,-10-5 15,-2 0 3,-2-3 2,0 0 7,0 0 17,-13 0-7,-7 0-10,-8 6-2,-4 6 5,-2 8-4,-1 8-5,-3 7-2,1 5 0,2 6-2,3-4-4,12-3-35,2-8-42,14-6-9,4-7-9,0-4 18</inkml:trace>
          <inkml:trace contextRef="#ctx0" brushRef="#br0" timeOffset="1731.7229">601 2455 191,'0'0'71,"0"0"-20,0 0 4,0 0-19,0 0-30,90-11-2,-55 7-1,4 1 3,-3 0-6,3-1 6,-8 3-3,-4 1-2,-5 0-2,-5 0-1,-11 0 1,-2 0-1,-4 0-1,0 0 3,0 0 2,0 0-2,-7 0 1,-6 0 1,-8 8-1,3 2 1,-2 5-1,3 5-1,6 2 0,-3 2 1,8 5-1,-1 0-1,7-2 1,0 0 1,0-5 1,0 3-2,0-7 0,0 0 0,0-5 0,0-2-16,-11-4-12,0 4 11,-9-4 12,-5-1-1,-2 2 1,-5-2 3,-2-2 2,10 3 1,3-4 1,13-2 25,5-1-23,3 0-4,3 3-10,26-3 10,9 0-5,14 0 0,-3 0-67,-1 0-33</inkml:trace>
          <inkml:trace contextRef="#ctx0" brushRef="#br0" timeOffset="2247.0712">1076 2620 429,'0'0'1,"0"0"37,0 0 34,0 0-39,110-52-23,-75 48-8,0 4-2,-5 0-2,-4 0-4,-10 10-2,-6 3-2,-10-1-4,0 6-11,-3-1 12,-24 1 2,-1 0 1,-8-4-3,7-4-2,3-3 15,10-3 0,6 0 1,6-4-1,4 0 2,0 0-1,0 0-1,0 0-4,10 3 1,7 0 3,2 8 0,4-1 3,-3 1-1,-2 6-2,-1-3 2,-7 3-1,-4-2 5,0 0-3,-6-5 1,0 4 8,-8-3 14,-9-4 15,-7 1 6,-8-5 9,-3-3-17,-2 0-20,2 0-6,0 0-5,0-2-8,5-11-30,-2-8-115,9-14-257</inkml:trace>
        </inkml:traceGroup>
      </inkml:traceGroup>
    </inkml:traceGroup>
  </inkml:traceGroup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1-02-09T06:30:25.913"/>
    </inkml:context>
    <inkml:brush xml:id="br0">
      <inkml:brushProperty name="width" value="0.04667" units="cm"/>
      <inkml:brushProperty name="height" value="0.04667" units="cm"/>
      <inkml:brushProperty name="fitToCurve" value="1"/>
    </inkml:brush>
  </inkml:definitions>
  <inkml:traceGroup>
    <inkml:annotationXML>
      <emma:emma xmlns:emma="http://www.w3.org/2003/04/emma" version="1.0">
        <emma:interpretation id="{889DC807-98E1-492B-98EC-BD03B5D62FE1}" emma:medium="tactile" emma:mode="ink">
          <msink:context xmlns:msink="http://schemas.microsoft.com/ink/2010/main" type="inkDrawing" rotatedBoundingBox="4983,4874 5103,7063 3954,7126 3833,4938" semanticType="verticalRange" shapeName="Other">
            <msink:sourceLink direction="with" ref="{B2A527DE-A18E-4172-964C-96D0E2F3686E}"/>
          </msink:context>
        </emma:interpretation>
      </emma:emma>
    </inkml:annotationXML>
    <inkml:trace contextRef="#ctx0" brushRef="#br0">-1 53 36,'0'0'12,"0"0"14,0 0 24,0 0 1,0 0-23,0 0-12,0 0 9,0-3 12,0 3-1,0 0-14,0 0-11,0 0 4,3 0-15,23 0 3,19 0 0,23 0 7,19 0-4,10 0-6,4 0 4,-1 0-4,1 0 1,-8 0-1,-9 0 0,-15 0 3,-11 0-2,-16 0-2,-13 0 1,-10 0 0,-9 0 1,-3 0 0,-7 0 2,0 0-2,0 0 1,0 0 1,0 0 6,1 0 2,5 0-7,-2 0-4,7 0 9,-8 0-8,4 0 1,0 0-2,-4 0-3,0 7 0,2 7 1,1 4 0,2 5 2,-1 5 2,-4 5 0,0 5 9,-3 4 4,0 1 6,3 4-16,-3 1-4,0 5 15,4 0-8,2 1-2,1 1-3,3-2 7,2 0-7,1-3 1,-3-1 3,-2-1-1,3 2-3,-8 0 0,-3-1 0,0 3 1,0-3-1,-11-2 1,0 3 0,-2-5-1,3-3-1,3-6 0,7-4 0,0-1-2,0 1 1,0-2-1,0-1 2,0-1-2,4-2 1,2 4 0,-2-1 1,-1 2-2,-3 2 2,0 2-1,0 1 0,0-1-1,0 0 0,0-3 0,0-5 1,0-1 1,0-3-2,0-4 0,0 1 1,0-1-1,0 1 0,0-2 0,0 0 1,3 0 0,1-5 0,-1 1-1,-3-3 0,0-1 0,0-2 0,0-2 0,0-2 0,0 4 1,0-5-1,0 3 2,0-3-2,0-2 0,0-1 0,0 0 0,0 0 0,0 0 0,-3 0 0,-11 5 1,-4-4 10,-6 1-7,-4-2-1,-5 3 2,-9 1-3,-7 2 0,-3 2-2,-3 1 0,0 2 0,-2-1 2,5 1-1,7-4-1,8-2 0,5-2 1,9-3-1,4 0 3,3 0-3,-5 0 0,3 0 0,-5 0-5,-9 0-16,-6 0-27,-11 0-60,-9-3-72,-8-15-89</inkml:trace>
  </inkml:traceGroup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1-02-09T06:30:35.305"/>
    </inkml:context>
    <inkml:brush xml:id="br0">
      <inkml:brushProperty name="width" value="0.04667" units="cm"/>
      <inkml:brushProperty name="height" value="0.04667" units="cm"/>
      <inkml:brushProperty name="fitToCurve" value="1"/>
    </inkml:brush>
  </inkml:definitions>
  <inkml:traceGroup>
    <inkml:annotationXML>
      <emma:emma xmlns:emma="http://www.w3.org/2003/04/emma" version="1.0">
        <emma:interpretation id="{E52A31FD-B560-4EB0-8468-26440556D002}" emma:medium="tactile" emma:mode="ink">
          <msink:context xmlns:msink="http://schemas.microsoft.com/ink/2010/main" type="writingRegion" rotatedBoundingBox="2484,4338 2920,7027 2233,7138 1796,4449">
            <msink:destinationLink direction="with" ref="{3C815962-5D95-406C-93D5-A1AC21496F86}"/>
          </msink:context>
        </emma:interpretation>
      </emma:emma>
    </inkml:annotationXML>
    <inkml:traceGroup>
      <inkml:annotationXML>
        <emma:emma xmlns:emma="http://www.w3.org/2003/04/emma" version="1.0">
          <emma:interpretation id="{93101D81-2D2B-4C28-ACED-04C1E1CFC94B}" emma:medium="tactile" emma:mode="ink">
            <msink:context xmlns:msink="http://schemas.microsoft.com/ink/2010/main" type="paragraph" rotatedBoundingBox="2484,4338 2920,7027 2233,7138 1796,4449" alignmentLevel="1"/>
          </emma:interpretation>
        </emma:emma>
      </inkml:annotationXML>
      <inkml:traceGroup>
        <inkml:annotationXML>
          <emma:emma xmlns:emma="http://www.w3.org/2003/04/emma" version="1.0">
            <emma:interpretation id="{8F6414F8-847F-440A-A8B4-0937DE3A1C99}" emma:medium="tactile" emma:mode="ink">
              <msink:context xmlns:msink="http://schemas.microsoft.com/ink/2010/main" type="line" rotatedBoundingBox="2484,4338 2920,7027 2233,7138 1796,4449"/>
            </emma:interpretation>
          </emma:emma>
        </inkml:annotationXML>
        <inkml:traceGroup>
          <inkml:annotationXML>
            <emma:emma xmlns:emma="http://www.w3.org/2003/04/emma" version="1.0">
              <emma:interpretation id="{78DE127F-727B-4A89-892A-809856D7A518}" emma:medium="tactile" emma:mode="ink">
                <msink:context xmlns:msink="http://schemas.microsoft.com/ink/2010/main" type="inkWord" rotatedBoundingBox="2484,4338 2920,7027 2233,7138 1796,4449"/>
              </emma:interpretation>
              <emma:one-of disjunction-type="recognition" id="oneOf0">
                <emma:interpretation id="interp0" emma:lang="en-IN" emma:confidence="0">
                  <emma:literal>"i"':</emma:literal>
                </emma:interpretation>
                <emma:interpretation id="interp1" emma:lang="en-IN" emma:confidence="0">
                  <emma:literal>"i"</emma:literal>
                </emma:interpretation>
                <emma:interpretation id="interp2" emma:lang="en-IN" emma:confidence="0">
                  <emma:literal>"i":</emma:literal>
                </emma:interpretation>
                <emma:interpretation id="interp3" emma:lang="en-IN" emma:confidence="0">
                  <emma:literal>"izzR3</emma:literal>
                </emma:interpretation>
                <emma:interpretation id="interp4" emma:lang="en-IN" emma:confidence="0">
                  <emma:literal>i"</emma:literal>
                </emma:interpretation>
              </emma:one-of>
            </emma:emma>
          </inkml:annotationXML>
          <inkml:trace contextRef="#ctx0" brushRef="#br0">-1287-482 149,'0'0'59,"0"0"-11,0 0 21,0 0-29,0 0-5,0 0-12,-10-26-10,10 25 1,0-2 2,0 3 1,0-3 3,0 0-2,0-2-10,0 1-5,0 1 0,0-1-2,-3-1 1,-1 0 0,1 2 6,-1-1-8,3 0 1,1-1 4,-4 0 6,4 4-9,-3-1 3,3 2 6,0 0-8,0 0-3,0 0-12,-3 8-2,-1 11 0,-6 10 14,4 6-1,-4 4 1,1 4 2,-1-1-2,3-4 1,1-2 2,-1-5-2,7-6 0,-3-4-1,3-4-6,0-2-52,-3-5-44,-4-4-38,-2-6-90</inkml:trace>
          <inkml:trace contextRef="#ctx0" brushRef="#br0" timeOffset="457.5149">-1394-453 242,'0'0'15,"0"0"4,0 0 20,0 0-21,94-66 7,-58 56-6,3 6-14,-1 4-5,-6 0 0,-9 0-3,-5 4 0,-4 9-7,-10 1 4,-4 8-1,0-1-2,0 4 3,-19-1 5,-1-3-3,-7 0-2,-1-4 2,-4-5-11,2-5 8,5-3-7,2-1 14,7-3 0,6 0 2,7 0 1,3 0 12,0 0 24,0 0-10,0 0-13,3 0-16,11 0 0,4 0 0,2 0-1,2 4-2,1 11 1,-1 2 2,5 2 0,-5 3 0,-2-3 0,-4-3-53,0-5-57,-3-4-76</inkml:trace>
          <inkml:trace contextRef="#ctx0" brushRef="#br0" timeOffset="676.8838">-944-477 390,'0'0'43,"0"0"-15,0 0 10,0 0-26,0 0-12,0 0-5,20 73 5,-8-23 0,1 7 2,-3 6-2,0-4-110,-2-8-172</inkml:trace>
          <inkml:trace contextRef="#ctx0" brushRef="#br0" timeOffset="1163.0253">-1076 630 84,'0'0'441,"0"0"-441,0 0-10,0 0 3,0 0-3,0 0-15,-7 35 21,7-3 4,0-1 1,0 4-1,0-2 2,0 0 0,3-3-1,1-6-1,-4 0-42,0-6-40,0-8-63</inkml:trace>
          <inkml:trace contextRef="#ctx0" brushRef="#br0" timeOffset="1559.3109">-1117 643 328,'0'0'10,"0"0"-6,0 0 0,0 0 28,96-52-19,-78 52-13,-1 0-1,-7 0-6,-3 8 1,-4 7-2,-3 3-1,0 3-2,-7 0-1,-13 2 9,-8-2 3,-5-1-14,4-6-1,3-3 11,7-4 4,6-2 3,9-3-2,1-2 0,3 0 6,0 0-2,0 0 13,0 1-16,0 2-2,10 7 0,3 1 2,6 6 7,4 1-1,2 0-1,2 3-2,1-3 1,2-1-6,-1-6-24,-3-4-108</inkml:trace>
          <inkml:trace contextRef="#ctx0" brushRef="#br0" timeOffset="1902.5522">-876 784 353,'0'0'5,"0"0"7,0 0 34,0 0 16,0 0-31,0 0-26,87-62-5,-70 62-1,-2 0-3,-1 0-6,-1 6 5,-3 11-4,-5 1-3,-5 3-13,0 4-20,0 0 10,-22 2 13,-1-2 1,-9-4 9,3-3 4,6-4 8,3-6 1,12-2 8,4-3 9,4-3-5,0 0-2,12 0-5,22 0-1,21 0-5,9-6-42,1-2-127</inkml:trace>
          <inkml:trace contextRef="#ctx0" brushRef="#br0" timeOffset="2383.4565">-1155 1729 445,'0'0'31,"0"0"1,0 0 21,0 0-6,0 0-41,0 0-6,0 3-18,0 18 12,0 11 6,0 0 2,0 4 0,4-2-2,-1-2 1,-3-4 1,3 0-2,-3-7-12,0-6-39,0 1-41,0-7-44,0-7-82</inkml:trace>
          <inkml:trace contextRef="#ctx0" brushRef="#br0" timeOffset="2789.0904">-1167 1750 437,'0'0'5,"0"0"5,0 0 40,0 0 15,67-88-51,-37 77-14,-1 4 0,-5 3-1,-3 4-4,-4 0-5,-6 14 1,0 4-3,-11 3-18,0 5-10,0-2 24,-12 0-7,-8 0 7,-8-5-5,-3 1 4,-4-5 13,0-1 3,5-7 0,5 1 2,11-5-1,4 0 5,10-3 3,0 3-8,0 0-6,0 4 4,7 2 2,10 4 6,5 1 1,1 1-1,2-1-3,-2 3-2,-1-2-1,2 1-1,-4-2-19,1-3-127</inkml:trace>
          <inkml:trace contextRef="#ctx0" brushRef="#br0" timeOffset="3282.7351">-872 1877 391,'0'0'10,"0"0"-8,83-60 8,-41 45 36,0 4-10,0 5-31,-12 6-5,-5 0-5,-5 0-1,-10 10-3,-7 7-12,-3 2-19,0 4 9,-9-2 6,-11-1 2,-2 0 9,-2-9 3,0 0 0,10-8 7,4 1 4,7-4 9,-1 0 21,4 0 21,0 0-15,0 0-2,4 0-20,9 0-8,3 0-3,6 0 0,2 0-3,1 7-5,-5 3 4,-1 4-5,-6-1 4,-7 2-1,-2-1-3,-4 1 4,0-2 2,-10 1 0,-16-5 2,0-3 14,-3 0 0,0-5 0,0-1-7,2 0-4,2 0-5,2 0-19,1-11-110,2-6-187</inkml:trace>
        </inkml:traceGroup>
      </inkml:traceGroup>
    </inkml:traceGroup>
  </inkml:traceGroup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44.20712" units="1/cm"/>
          <inkml:channelProperty channel="Y" name="resolution" value="44.39306" units="1/cm"/>
        </inkml:channelProperties>
      </inkml:inkSource>
      <inkml:timestamp xml:id="ts0" timeString="2021-02-09T06:30:15.131"/>
    </inkml:context>
    <inkml:brush xml:id="br0">
      <inkml:brushProperty name="width" value="0.04667" units="cm"/>
      <inkml:brushProperty name="height" value="0.04667" units="cm"/>
      <inkml:brushProperty name="fitToCurve" value="1"/>
    </inkml:brush>
    <inkml:context xml:id="ctx1">
      <inkml:inkSource xml:id="inkSrc1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1" timeString="2021-02-09T06:30:19.014"/>
    </inkml:context>
  </inkml:definitions>
  <inkml:traceGroup>
    <inkml:annotationXML>
      <emma:emma xmlns:emma="http://www.w3.org/2003/04/emma" version="1.0">
        <emma:interpretation id="{FBFAEBC4-E47D-4288-9974-8EB63DE70E54}" emma:medium="tactile" emma:mode="ink">
          <msink:context xmlns:msink="http://schemas.microsoft.com/ink/2010/main" type="writingRegion" rotatedBoundingBox="769,4620 5204,5167 4897,7652 462,7105"/>
        </emma:interpretation>
      </emma:emma>
    </inkml:annotationXML>
    <inkml:traceGroup>
      <inkml:annotationXML>
        <emma:emma xmlns:emma="http://www.w3.org/2003/04/emma" version="1.0">
          <emma:interpretation id="{88400256-0278-4DA8-9955-248B3292454A}" emma:medium="tactile" emma:mode="ink">
            <msink:context xmlns:msink="http://schemas.microsoft.com/ink/2010/main" type="paragraph" rotatedBoundingBox="1949,5025 4022,4951 4032,5223 1959,5296" alignmentLevel="2"/>
          </emma:interpretation>
        </emma:emma>
      </inkml:annotationXML>
      <inkml:traceGroup>
        <inkml:annotationXML>
          <emma:emma xmlns:emma="http://www.w3.org/2003/04/emma" version="1.0">
            <emma:interpretation id="{DF625D9F-3A48-47A5-927C-842D4A59FA16}" emma:medium="tactile" emma:mode="ink">
              <msink:context xmlns:msink="http://schemas.microsoft.com/ink/2010/main" type="line" rotatedBoundingBox="1949,5025 4022,4951 4032,5223 1959,5296"/>
            </emma:interpretation>
          </emma:emma>
        </inkml:annotationXML>
        <inkml:traceGroup>
          <inkml:annotationXML>
            <emma:emma xmlns:emma="http://www.w3.org/2003/04/emma" version="1.0">
              <emma:interpretation id="{8B329F0B-C405-481A-A46A-5E18E1B38723}" emma:medium="tactile" emma:mode="ink">
                <msink:context xmlns:msink="http://schemas.microsoft.com/ink/2010/main" type="inkWord" rotatedBoundingBox="1949,5025 4022,4951 4032,5223 1959,5296"/>
              </emma:interpretation>
              <emma:one-of disjunction-type="recognition" id="oneOf0">
                <emma:interpretation id="interp0" emma:lang="en-IN" emma:confidence="0">
                  <emma:literal>for</emma:literal>
                </emma:interpretation>
                <emma:interpretation id="interp1" emma:lang="en-IN" emma:confidence="0">
                  <emma:literal>for.</emma:literal>
                </emma:interpretation>
                <emma:interpretation id="interp2" emma:lang="en-IN" emma:confidence="0">
                  <emma:literal>sir</emma:literal>
                </emma:interpretation>
                <emma:interpretation id="interp3" emma:lang="en-IN" emma:confidence="0">
                  <emma:literal>fur</emma:literal>
                </emma:interpretation>
                <emma:interpretation id="interp4" emma:lang="en-IN" emma:confidence="0">
                  <emma:literal>fur.</emma:literal>
                </emma:interpretation>
              </emma:one-of>
            </emma:emma>
          </inkml:annotationXML>
          <inkml:trace contextRef="#ctx0" brushRef="#br0">0 0</inkml:trace>
          <inkml:trace contextRef="#ctx1" brushRef="#br0">-1346 128 5,'0'0'11,"0"0"1,0 0 10,0 0 7,0 0 2,0 0 9,0 0-16,4-45-7,-4 42-2,0-1-2,0 4-9,3-1-2,-3 1-2,0 0 0,0 0 0,0 0-5,0 0-3,0 0 3,0 0 5,0 0 1,0 0 16,0 0 24,0 0 8,0 0-5,0 0-12,0 0-17,0 0-12,0 0 3,0 0-4,0 0 1,0 0 1,0 0 9,0 0 10,0 0-1,0 0 1,0 0 1,0 0-5,0 0-6,0 0-2,0 0-7,0 0 2,0 0 0,0-2-1,-7 1-1,1-1-4,-6-2-1,-2 4 0,1 0 0,-6 0 1,6 0 0,3 0 0,7 0 1,3 0 0,0 0-1,0 0-10,3 0-6,17 3 7,15 4 9,14 1 2,3-2-2,6 0 0,-5-1-8,-1 1-18,-4-1 0,-13 0-1,-10 1 9,-12-3-12,-3 0 4,-10 2 3,4-4 1,-4-1 16,0 2 6,0-2 0,0 0 5,0 0 1,0 0 6,0 0 17,0 0 7,0 0-15,0 0-1,0 0-6,0-2 13,0 2-13,0 0-7,0 0-4,0 0-3,0 0-7,0 0-10,0 3 1,0 12 10,3 2 6,4 2 0,-4 1 0,6-2 0,1 0 1,0-4-1,-4-2 0,1-5-6,-3-2 0,0-4-8,0-1-10,-1 0 24,7-3 3,3-16-3,5-7-19,6-1 8,-7-1 11,-2-3 0,-1 4 3,-5 2 8,1 3 7,-3 11 15,-6 1 10,1 9-21,-2 1-6,0 0-16,0 0-8,6 0-18,0 18 10,4 6 8,0 6 8,0 2 2,2-2-1,2-1 0,-4-5 3,3-3-4,-6-6 2,5-5-3,-6-5 1,-3-2-6,-3-3-6,7 0 12,0-8 5,3-13-5,5-4-26,-2-2 26,-3-2 0,-3 0 0,1 2 0,-1 5 0,-3 2 14,-1 9-1,0 7-2,1 2-1,-4 2-10,3 0 0,0 0-16,4 16 3,3 6 6,-4 2 7,6 0 0,-5 1 0,3-3 1,-3-4 0,-1-1-1,-1-6 0,-2-1-3,1-6-1,-4-4-3,4 0-2,-4 0 9,3-1 14,4-19-14,-1-2-1,1-9 1,3 3 0,2-4 0,-2 4 0,0 3 3,0 7 1,-4 4-1,-2 4 1,-3 7 11,-1 3-9,0 0-6,0 0-9,0 0-3,2 0-2,3 2 10,-5 5 4,4-2-1,-1 1 1,4-2-1,-1-1 1,14 1 1,15-4-1,21 0 3,27 0-3,18 0-2,6 0-17,4-4-15,-7 1-18,-10 3 25,-8-1 2,-20 1 8,-10 0 14,-18 0 0,-17 0 2,-12 0 2,-5 0 3,-4 0 40,0 0 29,0 0-15,0 0-24,0 0-7,0 0-2,0 0-12,0 0-6,0 0-7,0-2-14,0 1-40,0-2-100</inkml:trace>
        </inkml:traceGroup>
      </inkml:traceGroup>
    </inkml:traceGroup>
    <inkml:traceGroup>
      <inkml:annotationXML>
        <emma:emma xmlns:emma="http://www.w3.org/2003/04/emma" version="1.0">
          <emma:interpretation id="{E3D6DC80-71A6-4D6D-976E-7FDE91AEC7A0}" emma:medium="tactile" emma:mode="ink">
            <msink:context xmlns:msink="http://schemas.microsoft.com/ink/2010/main" type="paragraph" rotatedBoundingBox="728,4947 5164,5495 4897,7652 462,7105" alignmentLevel="1"/>
          </emma:interpretation>
        </emma:emma>
      </inkml:annotationXML>
      <inkml:traceGroup>
        <inkml:annotationXML>
          <emma:emma xmlns:emma="http://www.w3.org/2003/04/emma" version="1.0">
            <emma:interpretation id="{23EC2215-F1C8-4C71-86D3-40B38168A3A4}" emma:medium="tactile" emma:mode="ink">
              <msink:context xmlns:msink="http://schemas.microsoft.com/ink/2010/main" type="line" rotatedBoundingBox="728,4947 5164,5495 5001,6814 565,6267">
                <msink:destinationLink direction="with" ref="{17E1F02D-8B51-4A43-9770-A78A791B2693}"/>
              </msink:context>
            </emma:interpretation>
          </emma:emma>
        </inkml:annotationXML>
        <inkml:traceGroup>
          <inkml:annotationXML>
            <emma:emma xmlns:emma="http://www.w3.org/2003/04/emma" version="1.0">
              <emma:interpretation id="{66E5357B-71F6-4071-B0F9-3828AEEDF687}" emma:medium="tactile" emma:mode="ink">
                <msink:context xmlns:msink="http://schemas.microsoft.com/ink/2010/main" type="inkWord" rotatedBoundingBox="728,4947 5164,5495 5001,6814 565,6267"/>
              </emma:interpretation>
              <emma:one-of disjunction-type="recognition" id="oneOf1">
                <emma:interpretation id="interp5" emma:lang="en-IN" emma:confidence="0">
                  <emma:literal>then</emma:literal>
                </emma:interpretation>
                <emma:interpretation id="interp6" emma:lang="en-IN" emma:confidence="0">
                  <emma:literal>then -</emma:literal>
                </emma:interpretation>
                <emma:interpretation id="interp7" emma:lang="en-IN" emma:confidence="0">
                  <emma:literal>them -</emma:literal>
                </emma:interpretation>
                <emma:interpretation id="interp8" emma:lang="en-IN" emma:confidence="0">
                  <emma:literal>thin</emma:literal>
                </emma:interpretation>
                <emma:interpretation id="interp9" emma:lang="en-IN" emma:confidence="0">
                  <emma:literal>than -</emma:literal>
                </emma:interpretation>
              </emma:one-of>
            </emma:emma>
          </inkml:annotationXML>
          <inkml:trace contextRef="#ctx1" brushRef="#br0" timeOffset="2438.7879">-1488 147 117,'0'0'7,"0"0"11,0 0 62,0 0 11,0 0-52,0 0-23,7-12-1,-7 12 9,0 0 1,0 0-10,0 0-4,0 0 6,0 0 7,0-1-2,0 1-4,0-2-12,0-1 2,0 3 1,0-1-4,0-1 1,0 1 6,0-1 2,0 1 2,0-2 10,0 3-3,0 0-7,0 0-6,0 0-7,0 0-3,0 0-5,0 0-3,0 0-7,0 15-7,0 9 16,0 7 6,0 15-1,0 2 2,0 5-1,0 5 0,0 4 0,0 2 0,0 9 0,0-4 0,-4 3 1,1 0 0,0-2-1,3-7 2,-3-9-1,-1-12-1,1-7 0,0-3-1,-3-4 3,3-4-3,-4-6 1,4 0-4,0-5-4,-1-6 2,4-3 3,-3 0-1,3-4 3,0 0 1,0 0 0,0 0 2,0 0-2,0 0 0,0 0-3,0 0-3,0 0-8,0 0 0,-3 0 1,3 0 0,0 0 2,0 0-13,0 1 3,16-1-5,16 0 18,20 0 8,10 0 1,1 0-1,3 0-7,-4 0-2,-7 0 5,-3 0 4,-7 0 3,-10 0-3,-8 0-1,-12 0 1,-5 0 0,0 0 0,-7 0 1,0 0 0,-3 0 2,0 0-3,0 0 6,0 0-5,0 0-1,0 0 0,0 0 0,0 0-1,0 0 0,0 0-3,0 0 2,0 2-5,4 6-3,4 5 10,6 2 0,-4 1 0,3-1 0,2 3 2,-5-1-2,4-5 0,-4-2 0,-4 0 2,3-6-1,-2-1-1,-4-3 0,7 0 3,3 0 6,9-14 5,8-10-6,9-9-8,-4-3 0,-2-5-5,-4 7 5,-10-2 4,0 7 4,-6 4 26,-3 2 7,-6 8 4,0 4-9,-2 5-14,-2 5 1,1 1-20,-1 0-3,5 0-19,-2 19-10,7 12 21,0 1 7,0 3 1,0 0 1,2-7 1,-2 3-2,0-6 5,3-7-4,-4-3-1,1-6 1,0-4-1,-4-5-7,4 0-2,9-3 9,4-18-1,3-6-3,-3-5-12,-1-2 16,-6-4 0,-2 3-2,-3-1 2,3 9 2,-4 4 0,-4 5 2,1 8-2,-4 4 10,1 3 5,-4 3-7,3 0-10,6 1-18,1 17 5,6 8 9,2 5 0,3 5 4,-5-2 0,3-4 1,-2-2 0,-4-5-1,-2-5 0,-3-6 2,-2-6 0,-2-6-2,-1 0-7,0 0 7,7-3 5,7-18-1,5-11-4,2-4-9,0 0 9,-4 3 3,2 1-3,-5 7 0,-4 7 0,-6 7 2,-2 7 2,-1 1 1,-1 3-5,-3 0-7,6 1-11,-2 13 3,6 7 10,-4-1 2,1-2 3,2-3 1,-3-2 0,1-5-1,-4-1 3,7-1-1,1-1-1,13-5 4,18 0 4,14 0 1,19 0-10,12 0 2,10 0-2,0 0 0,-3-2 1,-11-4-1,-11 0 0,-13-1 0,-11-1 4,-13 2 0,-14 2-1,-6-1 5,-9 2 10,-6 0-13,0 0-5,-10 2-42,-25-1-196</inkml:trace>
          <inkml:trace contextRef="#ctx1" brushRef="#br0" timeOffset="7567.0719">1241 1120 10,'0'0'40,"0"0"-11,0 0 28,0 0-25,0 0 8,0 0 4,-62 0-4,62 0-32,0 0-4,0 0-6,7 3 5,22 1-3,12-1 8,18-3 4,6 0-11,6 0 3,-6 0-3,-7 0 0,-6 0-1,-17 0 1,-12 0 0,-10 0-1,-7 0 0,-6 0-6,0 0-37,-15 0-99</inkml:trace>
          <inkml:trace contextRef="#ctx1" brushRef="#br0" timeOffset="9816.6772">-2582 401 230,'0'0'17,"0"0"-1,0 0 35,0 0-14,0 0-33,0 0-3,75 0 0,-36 0-1,-4-1 1,-2-2-1,-8 3 0,-5-1 0,-10 1-1,-9 0-18,-1-3 8,0 0 10,0-2-7,-11-1-5,-2 3 10,-4 2 6,2 1-6,-2 0 6,8 0-2,5 1-1,-2 14-2,2 6-2,4 3 4,0 5 8,0 1-1,0-1-3,4-1 1,-1 1-1,-3-5-1,0-3-2,0-4 1,0-6-2,0 0 3,-12 0-2,-8-1 3,-9-3-4,-7 3-6,-6-3 6,-3-1 1,-1-1 0,8-2-1,11-2 1,9-1 6,14 0 29,4 0 12,0 0-22,16 0-22,20 0-3,16 0 6,19-7-5,4 4-2,8-2-2,-2 1-119,-3-5-226</inkml:trace>
          <inkml:trace contextRef="#ctx1" brushRef="#br0" timeOffset="8624.916">-2378 1151 59,'0'0'71,"0"0"-45,0 0-4,0 0 19,-100-10-4,71 8-20,-6 2-10,2 0-6,-3 0 10,1 0 1,5 0-4,2 2-6,11-2 8,7 0-2,7 0 6,3 0-7,0 3-4,23-3-3,22 0 9,24 0 8,18 0-15,10-6 6,10-5-5,5 4 2,-1-2-4,-4 0 1,-10 4-2,-10-1 1,-12 2-2,-17-3 2,-13 7-1,-16-3 0,-12 2 0,-11-1-1,-1 2 1,-1-1-1,-1 1 0,1 0 1,2 0 0,1 0 0,0 0 1,-1 0-1,-3 0 1,-3 0-1,0 0-2,0 0-8,0 0-24,-9 0-30,-15 0-35,-4-4-94</inkml:trace>
          <inkml:trace contextRef="#ctx1" brushRef="#br0" timeOffset="8993.7181">-2135 989 175,'0'0'33,"0"0"22,0 0 12,0 0-8,0 0-40,0 0-19,-4-8-10,18 8 6,12 8 4,13 2 0,9 4 3,1-4 0,3-2-2,-4 2 0,-9-2-1,-4-1 0,-15 1 0,-7-2-1,-4 0 0,-6-2-5,-3 6 1,0 0 4,-11 8 1,-13 8 3,-8 5 4,-9 8-1,-3 0-2,2-4-2,-3 1-2,6-9-27,1-5-80,5-12-130</inkml:trace>
        </inkml:traceGroup>
      </inkml:traceGroup>
      <inkml:traceGroup>
        <inkml:annotationXML>
          <emma:emma xmlns:emma="http://www.w3.org/2003/04/emma" version="1.0">
            <emma:interpretation id="{221BF56B-E785-4AD5-A5BC-25A4BB1A543F}" emma:medium="tactile" emma:mode="ink">
              <msink:context xmlns:msink="http://schemas.microsoft.com/ink/2010/main" type="line" rotatedBoundingBox="1970,6053 4637,6557 4410,7757 1743,7254">
                <msink:destinationLink direction="with" ref="{17E1F02D-8B51-4A43-9770-A78A791B2693}"/>
                <msink:destinationLink direction="with" ref="{3C815962-5D95-406C-93D5-A1AC21496F86}"/>
              </msink:context>
            </emma:interpretation>
          </emma:emma>
        </inkml:annotationXML>
        <inkml:traceGroup>
          <inkml:annotationXML>
            <emma:emma xmlns:emma="http://www.w3.org/2003/04/emma" version="1.0">
              <emma:interpretation id="{510F1A3B-762F-4CF5-9A84-9A47A757A021}" emma:medium="tactile" emma:mode="ink">
                <msink:context xmlns:msink="http://schemas.microsoft.com/ink/2010/main" type="inkWord" rotatedBoundingBox="1970,6053 4637,6557 4410,7757 1743,7254"/>
              </emma:interpretation>
              <emma:one-of disjunction-type="recognition" id="oneOf2">
                <emma:interpretation id="interp10" emma:lang="en-IN" emma:confidence="0">
                  <emma:literal>Lour</emma:literal>
                </emma:interpretation>
                <emma:interpretation id="interp11" emma:lang="en-IN" emma:confidence="0">
                  <emma:literal>hr</emma:literal>
                </emma:interpretation>
                <emma:interpretation id="interp12" emma:lang="en-IN" emma:confidence="0">
                  <emma:literal>Liar</emma:literal>
                </emma:interpretation>
                <emma:interpretation id="interp13" emma:lang="en-IN" emma:confidence="0">
                  <emma:literal>lm</emma:literal>
                </emma:interpretation>
                <emma:interpretation id="interp14" emma:lang="en-IN" emma:confidence="0">
                  <emma:literal>Loom</emma:literal>
                </emma:interpretation>
              </emma:one-of>
            </emma:emma>
          </inkml:annotationXML>
          <inkml:trace contextRef="#ctx1" brushRef="#br0" timeOffset="4837.139">-1410 1172 22,'0'0'23,"0"0"5,0 0 13,0 0 0,0 0 12,0 0 2,32-31-20,-32 28 6,0-5 1,0 5-19,0-1 0,-3 1 3,0-2 10,0 2-4,-1-1-14,1-2-2,0 4-6,-1-3-10,1 1 0,-3 0-2,4 1 2,1-1 0,-2 4 0,3 0 0,0 0 2,0 0-2,0 0 0,0 0-11,0 11-11,0 18 16,0 11 6,0 13 1,0 9 1,0 4 1,0 11 1,-7 4 15,-6 3-13,0 1-1,-3-6-4,3-13 1,6-4-1,4-12 1,3-7-2,0 0 0,0-6 1,0-4-1,0-4 1,0-5 0,0-3-1,0-1 0,0-2 0,3-3 0,-3 0 1,0-2-1,0-2 0,0-1-1,0 4-1,0-3-1,0-4 1,-6 1-1,3-5 1,3 0 1,0 0 1,-4-3 0,4 0 0,0 0 3,0 0-1,0 1 1,0-1 0,0 0 1,-3 0 1,3 0 1,0 0 3,0 0-2,0 0-7,0 0-3,10 0-10,23 0 10,28 0 3,17 0 11,16-7-10,3 2-1,-3-1-1,-7 2 1,-12-2-6,-8 6 4,-19 0 1,-10 0-24,-10 0 2,-15 0 8,-9 0-3,-1 0-1,-3 0 17,0 0 2,0 0 1,0 0 1,0 0 3,0 0 1,0 0-2,0 0 0,5 0-4,-5 0 0,0 0 0,0 0 2,3 0 0,-3-5 1,4-2-3,-1-3-3,3-1-2,4-6-5,7-1-3,2-6-8,-3 0 9,1-2 5,-2 8 7,-8 1 16,-4 10 11,0 4 3,-3 2 14,0 1-15,0 0-29,0 0-1,4 4-13,-1 17-4,5 14 15,3 1 3,-1 6 5,0-3-1,0-4 3,1-4 0,0-5-2,-5-5-1,4-7-3,-6-4 1,-1-4 0,-3-4 0,3-2 2,-3 0 8,3 0 7,5-22 9,6-6-14,3-11-13,0-3-1,1-7 2,-4 0-2,2 2-6,-4 5 6,-2 10 1,0 10-1,-3 5 0,-1 7 4,-2 5 0,-1 5 0,0 0-4,6 2-17,4 23-1,1 10 11,4 7 4,-4 0 3,-1-3 1,0-7-1,-4-5 0,1-9 0,-4-1 0,1-7 3,0-5-3,-4-2 3,-3-3-3,7 0 7,5-11 7,4-13-14,4-8-7,-1-5 2,-3-7 5,-2-4-1,4 1 1,-4 4-4,-1 9 4,-3 9 0,-1 10 1,-6 5 4,0 3 7,-3 7 4,4 0-16,-1 0-12,7 18-14,0 11 20,5 9 2,-2 4 3,-3-3 1,0-1 2,0-8-2,-1-7 0,1-5 2,0-7 0,-4-1-1,1-9 3,5-1 0,1 0 0,4-1-4,5-19-7,-5-3-14,-4-4 13,-5 2-2,-1-3 10,-3 7-1,-1 3 3,3 5-2,1 5 0,3 2-5,9 1-1,11 0-4,15 0 7,17 2 2,21 2 1,11-5 0,3 1 2,-6-1-1,-9-1 0,-9 2-1,-11-1-2,-14 3 2,-12 0 37,-12-1-19,-6 0 5,-8 4 8,-7-1-14,0 1-8,-3 0-7,0 0-2,0 0-12,0-2-76,-3-2-72</inkml:trace>
        </inkml:traceGroup>
      </inkml:traceGroup>
    </inkml:traceGroup>
  </inkml:traceGroup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1-02-09T06:30:40.397"/>
    </inkml:context>
    <inkml:brush xml:id="br0">
      <inkml:brushProperty name="width" value="0.04667" units="cm"/>
      <inkml:brushProperty name="height" value="0.04667" units="cm"/>
      <inkml:brushProperty name="fitToCurve" value="1"/>
    </inkml:brush>
  </inkml:definitions>
  <inkml:traceGroup>
    <inkml:annotationXML>
      <emma:emma xmlns:emma="http://www.w3.org/2003/04/emma" version="1.0">
        <emma:interpretation id="{17E1F02D-8B51-4A43-9770-A78A791B2693}" emma:medium="tactile" emma:mode="ink">
          <msink:context xmlns:msink="http://schemas.microsoft.com/ink/2010/main" type="inkDrawing" rotatedBoundingBox="2927,8628 5250,5247 7297,6654 4974,10035" semanticType="verticalRange" shapeName="Other">
            <msink:sourceLink direction="with" ref="{23EC2215-F1C8-4C71-86D3-40B38168A3A4}"/>
            <msink:sourceLink direction="with" ref="{221BF56B-E785-4AD5-A5BC-25A4BB1A543F}"/>
          </msink:context>
        </emma:interpretation>
      </emma:emma>
    </inkml:annotationXML>
    <inkml:trace contextRef="#ctx0" brushRef="#br0">2136 83 110,'0'0'37,"0"0"-6,0 0 16,0 0 16,0 0-2,0 0-28,-13 0 0,13 0 5,0 0-17,0 0-2,2 0-19,22 0 2,14-3-2,18-7 3,15 2 5,10-2-8,0 2 0,0 2-1,-7-2 1,-16 5-2,-9 3 2,-16 0-17,-8 0 5,-12 0 6,-8 0-2,0 0 6,-3 0 2,-2-1 1,4 1 0,-4 0-1,0 0 0,0 0-1,0 0-3,0 0-3,3 8-1,4 10 4,3 10 4,0 13 0,3 13 4,2 9-2,-5 8 4,0 3 8,0-1-6,2-5-3,-5 3 0,3-1-3,-7 3 4,0-1-1,-3 1 7,0 0 4,0 1-5,0 1-9,0-1 11,0 0-2,4 0-10,2-4 2,2 4-2,3-6 3,-1-1 3,-3-8-2,3 0-2,-3-1 0,4 1-1,-4 1-2,0 1 1,-1 2 0,-2-3-1,2 0 0,-1 2 0,1 0 1,2 1-1,-1 0 0,-1-1 0,-3-1 4,-3 0-4,4-3 1,-4 0-1,0-6 0,0-6-1,0-7-4,0-8 1,0-2 0,-4-8 3,-9-3 0,-1-5 1,0-2-2,-6-5 4,-6-1-2,-8-2 8,-3-3-7,-15 0 7,-11 0-7,-7 0 2,-13 0-3,-14 0 0,-14 0 0,-9 0 2,-6 0-2,-3 0 0,2 6-3,-2-2 1,-1 7 2,1-4-2,0 4-10,-1-1 5,-2-2 0,2 2 3,7-4-6,-3-1-1,16-2 6,3 0 0,10-3-7,10 0-7,8 3 19,5-2 10,13 2-9,6 1-1,9-4 4,11 0 13,15 0-7,8 0-6,5 0 5,7 0 5,0 0 8,0 0-10,0 0 0,0 0-1,0 0 2,0 0-12,0-4-1,0-3-11,-3 1-59,3-5-49,0-4-99</inkml:trace>
  </inkml:traceGroup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1-02-09T06:30:43.412"/>
    </inkml:context>
    <inkml:brush xml:id="br0">
      <inkml:brushProperty name="width" value="0.04667" units="cm"/>
      <inkml:brushProperty name="height" value="0.04667" units="cm"/>
      <inkml:brushProperty name="fitToCurve" value="1"/>
    </inkml:brush>
  </inkml:definitions>
  <inkml:traceGroup>
    <inkml:annotationXML>
      <emma:emma xmlns:emma="http://www.w3.org/2003/04/emma" version="1.0">
        <emma:interpretation id="{3C815962-5D95-406C-93D5-A1AC21496F86}" emma:medium="tactile" emma:mode="ink">
          <msink:context xmlns:msink="http://schemas.microsoft.com/ink/2010/main" type="inkDrawing" rotatedBoundingBox="1285,6018 2236,8787 1344,9093 393,6325" semanticType="verticalRange" shapeName="Other">
            <msink:sourceLink direction="with" ref="{221BF56B-E785-4AD5-A5BC-25A4BB1A543F}"/>
            <msink:sourceLink direction="with" ref="{E52A31FD-B560-4EB0-8468-26440556D002}"/>
            <msink:sourceLink direction="with" ref="{D56E8A35-1DA2-43D3-B37A-B3027B06E192}"/>
          </msink:context>
        </emma:interpretation>
      </emma:emma>
    </inkml:annotationXML>
    <inkml:trace contextRef="#ctx0" brushRef="#br0">0 0 161,'0'0'27,"0"0"-27,0 0-1,0 0 1,0 0 32,0 0-18,29 98 16,-20-62-7,1 10-9,-1 3 9,1 8-13,-7 8-1,4 7-2,-4 13-6,-3 2 2,0 6 2,4 5-4,2-6-1,4-2 1,2-11 7,8-13-5,-3-9-3,5-1 5,-2-7 2,-2 1-5,-1-3 4,0-2-3,1-3-1,-1 4 0,-4 0 1,2 3-1,-1 4 1,-4 3-1,0 4-2,-4 0 5,3-7-4,-6 0-1,1-8 0,-1-2 0,-3 3 14,0 3-2,3 3-9,1-6 0,2 4-1,7-8-1,3 0 0,-3-3 1,4-4-1,1-2 1,-4-6-1,-1-2-1,-3-3 0,-1-6 0,-6 2 2,0-4-2,1 1 0,-4-2 0,0 2-10,0-1-10,0 3 0,0-2-18,0 1-26,-4-4-1,1 2 12,0-4 9,-2-2 7,5-2 8,-1-2 8,1-4 21,0 0 4,0 0 44,0 0 19,0 0 1,0 0-11,0 0-15,0 0-4,0 0-12,16 0-16,17 0-6,9-7-1,13-4 2,9 1-1,11-4-2,9-1 8,9-1-9,1-2 1,0 4 0,-13 3-2,-13 4-1,-13 3-9,-13 0-15,-16 1 6,-11 2 14,-4-2 4,-11 3 0,0 0-22,0 0-6,0 0-26,0-6-64</inkml:trace>
  </inkml:traceGroup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1-02-09T06:30:41.949"/>
    </inkml:context>
    <inkml:brush xml:id="br0">
      <inkml:brushProperty name="width" value="0.04667" units="cm"/>
      <inkml:brushProperty name="height" value="0.04667" units="cm"/>
      <inkml:brushProperty name="fitToCurve" value="1"/>
    </inkml:brush>
  </inkml:definitions>
  <inkml:traceGroup>
    <inkml:annotationXML>
      <emma:emma xmlns:emma="http://www.w3.org/2003/04/emma" version="1.0">
        <emma:interpretation id="{5A8A68D3-0D23-47CA-8F45-8E69DF222C21}" emma:medium="tactile" emma:mode="ink">
          <msink:context xmlns:msink="http://schemas.microsoft.com/ink/2010/main" type="inkDrawing" rotatedBoundingBox="2683,7713 3371,8750 2377,9410 1689,8373" semanticType="enclosure" shapeName="Other">
            <msink:sourceLink direction="with" ref="{D56E8A35-1DA2-43D3-B37A-B3027B06E192}"/>
          </msink:context>
        </emma:interpretation>
      </emma:emma>
    </inkml:annotationXML>
    <inkml:trace contextRef="#ctx0" brushRef="#br0">823 122 309,'0'0'12,"0"0"-10,-87-57 2,50 40 13,-5 2 9,1 1-18,-1 4-2,3 2-1,0 7-4,6 1 0,-2 0-1,0 0 3,-2 12-3,-5 9 0,-3 8 0,0 5 4,3 5-1,3 7 12,6 3 9,5 7-9,0 4-7,10 7 1,5-3-3,3-1 2,1-2 2,7 2 0,2-3-1,0-4-4,2 1 0,17-8 1,8-5 1,8-4-1,10-8 4,4-1 10,3-9-5,-1 2 2,5-3-13,-1-3 2,-3-1-5,-4-5 0,2-2 4,0 0-4,0-9 0,-1-1 3,1 0-1,0-1-3,-1-16 2,-1-4-1,1-3-1,-1-5-3,1 1-1,-2-4 1,-5 0-1,-7-4-1,-8-3 4,-5-2 1,-9-1 6,-6-4-6,-7 0 2,0-3 7,0 4-6,-14-5 5,-5-3 2,-7-4-6,-9-2-4,2-2-1,-6 1 1,4 4 0,-3 6 2,8 5-2,-2 6-1,-4 4-11,0 1-92,-9-2-81</inkml:trace>
  </inkml:traceGroup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1-02-09T06:30:40.943"/>
    </inkml:context>
    <inkml:brush xml:id="br0">
      <inkml:brushProperty name="width" value="0.04667" units="cm"/>
      <inkml:brushProperty name="height" value="0.04667" units="cm"/>
      <inkml:brushProperty name="fitToCurve" value="1"/>
    </inkml:brush>
  </inkml:definitions>
  <inkml:traceGroup>
    <inkml:annotationXML>
      <emma:emma xmlns:emma="http://www.w3.org/2003/04/emma" version="1.0">
        <emma:interpretation id="{D56E8A35-1DA2-43D3-B37A-B3027B06E192}" emma:medium="tactile" emma:mode="ink">
          <msink:context xmlns:msink="http://schemas.microsoft.com/ink/2010/main" type="writingRegion" rotatedBoundingBox="2248,8499 2701,8499 2701,8812 2248,8812">
            <msink:destinationLink direction="with" ref="{5A8A68D3-0D23-47CA-8F45-8E69DF222C21}"/>
            <msink:destinationLink direction="with" ref="{3C815962-5D95-406C-93D5-A1AC21496F86}"/>
          </msink:context>
        </emma:interpretation>
      </emma:emma>
    </inkml:annotationXML>
    <inkml:traceGroup>
      <inkml:annotationXML>
        <emma:emma xmlns:emma="http://www.w3.org/2003/04/emma" version="1.0">
          <emma:interpretation id="{FFB7669B-8249-4AEC-B52D-1A5E23A5A67A}" emma:medium="tactile" emma:mode="ink">
            <msink:context xmlns:msink="http://schemas.microsoft.com/ink/2010/main" type="paragraph" rotatedBoundingBox="2248,8499 2701,8499 2701,8812 2248,8812" alignmentLevel="1"/>
          </emma:interpretation>
        </emma:emma>
      </inkml:annotationXML>
      <inkml:traceGroup>
        <inkml:annotationXML>
          <emma:emma xmlns:emma="http://www.w3.org/2003/04/emma" version="1.0">
            <emma:interpretation id="{0D086F51-59C2-4A65-BC37-6CACBE0EE640}" emma:medium="tactile" emma:mode="ink">
              <msink:context xmlns:msink="http://schemas.microsoft.com/ink/2010/main" type="line" rotatedBoundingBox="2248,8499 2701,8499 2701,8812 2248,8812"/>
            </emma:interpretation>
          </emma:emma>
        </inkml:annotationXML>
        <inkml:traceGroup>
          <inkml:annotationXML>
            <emma:emma xmlns:emma="http://www.w3.org/2003/04/emma" version="1.0">
              <emma:interpretation id="{0B73C1CC-7610-4EE5-B0E8-A141433C6158}" emma:medium="tactile" emma:mode="ink">
                <msink:context xmlns:msink="http://schemas.microsoft.com/ink/2010/main" type="inkWord" rotatedBoundingBox="2248,8499 2701,8499 2701,8812 2248,8812"/>
              </emma:interpretation>
              <emma:one-of disjunction-type="recognition" id="oneOf0">
                <emma:interpretation id="interp0" emma:lang="en-IN" emma:confidence="0">
                  <emma:literal>x</emma:literal>
                </emma:interpretation>
                <emma:interpretation id="interp1" emma:lang="en-IN" emma:confidence="0">
                  <emma:literal>X</emma:literal>
                </emma:interpretation>
                <emma:interpretation id="interp2" emma:lang="en-IN" emma:confidence="0">
                  <emma:literal>v</emma:literal>
                </emma:interpretation>
                <emma:interpretation id="interp3" emma:lang="en-IN" emma:confidence="0">
                  <emma:literal>V</emma:literal>
                </emma:interpretation>
                <emma:interpretation id="interp4" emma:lang="en-IN" emma:confidence="0">
                  <emma:literal>~</emma:literal>
                </emma:interpretation>
              </emma:one-of>
            </emma:emma>
          </inkml:annotationXML>
          <inkml:trace contextRef="#ctx0" brushRef="#br0">0 5 274,'0'0'71,"0"0"-3,0 0 8,0 0-18,0 0-30,0 0-26,45-8 0,-18 8 4,1 14-2,4 7-4,-2 4 0,-5 4 1,-2 6 1,0-1-2,-7-1 0,1-1-3,-2-8-20,-2 0-27,1-9-51,-3-9-50,3-6-108</inkml:trace>
          <inkml:trace contextRef="#ctx0" brushRef="#br0" timeOffset="196.096">453-24 553,'0'0'34,"0"0"-33,0 0-1,0 0 2,0 0 9,0 0-11,-78 68 1,62-29-1,6 3 0,1-1-9,2-1-68,7-8-44,0-8-94</inkml:trace>
        </inkml:traceGroup>
      </inkml:traceGroup>
    </inkml:traceGroup>
  </inkml:traceGroup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1-02-09T06:30:47.128"/>
    </inkml:context>
    <inkml:brush xml:id="br0">
      <inkml:brushProperty name="width" value="0.04667" units="cm"/>
      <inkml:brushProperty name="height" value="0.04667" units="cm"/>
      <inkml:brushProperty name="fitToCurve" value="1"/>
    </inkml:brush>
  </inkml:definitions>
  <inkml:traceGroup>
    <inkml:annotationXML>
      <emma:emma xmlns:emma="http://www.w3.org/2003/04/emma" version="1.0">
        <emma:interpretation id="{64BEC728-A4DD-46DF-8810-DCF9D7200D46}" emma:medium="tactile" emma:mode="ink">
          <msink:context xmlns:msink="http://schemas.microsoft.com/ink/2010/main" type="writingRegion" rotatedBoundingBox="6735,4289 16800,4112 16963,13324 6897,13501"/>
        </emma:interpretation>
      </emma:emma>
    </inkml:annotationXML>
    <inkml:traceGroup>
      <inkml:annotationXML>
        <emma:emma xmlns:emma="http://www.w3.org/2003/04/emma" version="1.0">
          <emma:interpretation id="{68EDA30B-120E-4DB9-9ABD-D23372D75B32}" emma:medium="tactile" emma:mode="ink">
            <msink:context xmlns:msink="http://schemas.microsoft.com/ink/2010/main" type="paragraph" rotatedBoundingBox="7755,4386 12573,4177 12618,5230 7801,5439" alignmentLevel="2"/>
          </emma:interpretation>
        </emma:emma>
      </inkml:annotationXML>
      <inkml:traceGroup>
        <inkml:annotationXML>
          <emma:emma xmlns:emma="http://www.w3.org/2003/04/emma" version="1.0">
            <emma:interpretation id="{E935D9C3-EE5A-4E92-9DF6-05824D006F1C}" emma:medium="tactile" emma:mode="ink">
              <msink:context xmlns:msink="http://schemas.microsoft.com/ink/2010/main" type="line" rotatedBoundingBox="7755,4386 12573,4177 12618,5230 7801,5439"/>
            </emma:interpretation>
          </emma:emma>
        </inkml:annotationXML>
        <inkml:traceGroup>
          <inkml:annotationXML>
            <emma:emma xmlns:emma="http://www.w3.org/2003/04/emma" version="1.0">
              <emma:interpretation id="{5A38C67E-5C52-43AC-932B-21522AFCEAB3}" emma:medium="tactile" emma:mode="ink">
                <msink:context xmlns:msink="http://schemas.microsoft.com/ink/2010/main" type="inkWord" rotatedBoundingBox="7760,4493 9001,4439 9042,5385 7801,5439"/>
              </emma:interpretation>
              <emma:one-of disjunction-type="recognition" id="oneOf0">
                <emma:interpretation id="interp0" emma:lang="en-IN" emma:confidence="0">
                  <emma:literal>"IF</emma:literal>
                </emma:interpretation>
                <emma:interpretation id="interp1" emma:lang="en-IN" emma:confidence="0">
                  <emma:literal>"I:</emma:literal>
                </emma:interpretation>
                <emma:interpretation id="interp2" emma:lang="en-IN" emma:confidence="0">
                  <emma:literal>"IE</emma:literal>
                </emma:interpretation>
                <emma:interpretation id="interp3" emma:lang="en-IN" emma:confidence="0">
                  <emma:literal>IR:</emma:literal>
                </emma:interpretation>
                <emma:interpretation id="interp4" emma:lang="en-IN" emma:confidence="0">
                  <emma:literal>'*I:</emma:literal>
                </emma:interpretation>
              </emma:one-of>
            </emma:emma>
          </inkml:annotationXML>
          <inkml:trace contextRef="#ctx0" brushRef="#br0">18 19 302,'0'0'3,"0"0"32,0 0 40,0 0 3,0 0-24,0 0-18,0 0 2,0 0 3,-7-19-11,7 19-19,0 0-11,0 11-16,0 14 16,0 6 5,0 7 0,0 4-3,4 5 0,-4-1-2,0 1-9,0-5-49,0-5-35,-4-11-42,-7-6-24</inkml:trace>
          <inkml:trace contextRef="#ctx0" brushRef="#br0" timeOffset="1079.3277">-299 406 261,'0'0'39,"0"0"-20,0 0 68,0 0-13,0 0-42,0 0-12,-2 0-4,2 0-5,18 0-9,12 0 0,23 0 10,23 0-6,11-1-6,5-4-1,1 0-6,-6-1-15,-6 1-5,-16-5-16,-16 7-4,-14-1-3,-19 1 22,-8 0 5,-8 1 17,0 2-6,0 0-4,-7 0 5,-10 2-55</inkml:trace>
          <inkml:trace contextRef="#ctx0" brushRef="#br0" timeOffset="1405.3978">-34 607 509,'0'0'10,"0"0"3,0 0 40,0 0-13,0 0-40,0 0-15,0 49 15,-3-18 7,-1 2-7,4 2 13,0-1-7,0-3-5,0-2-1,0-7 2,-4-1 0,1-1-2,-4-8-3,1-2-46,-2 1-54,-9-5-63,5-6-50</inkml:trace>
          <inkml:trace contextRef="#ctx0" brushRef="#br0" timeOffset="1800.4472">-89 659 434,'0'0'2,"0"0"7,0 0 51,104-78 5,-65 61-40,-2 8-23,0 4 4,-8 5-6,-9 0-1,-6 5-4,-4 10-5,-6 3-4,-4 5-39,0-1 33,-8 1-2,-12 1-4,-6-6 15,0 0-6,-3-1 10,3-6 5,-5-1 2,7-3 0,-1-2 2,11-2 0,4-3 7,10 0 25,0 0 0,0 0-18,0 0-16,0 6-1,13 3 1,7 4 2,9 4 3,3 4 9,-1 1-12,3 3-2,-8-1 0,0-3-45,-5-8-130</inkml:trace>
          <inkml:trace contextRef="#ctx0" brushRef="#br0" timeOffset="2317.8144">617 225 342,'0'0'18,"0"0"-1,0 0-15,0 0 88,0 0-11,0 0-41,120 22-23,-74-22-14,6 0-1,2-2-95,-8-9-136</inkml:trace>
          <inkml:trace contextRef="#ctx0" brushRef="#br0" timeOffset="2146.6921">652 67 436,'0'0'42,"0"0"-35,0 0 0,0 0 22,93-13-19,-59 11-10,-2 1 1,-9 1-1,-1 0-41,-9 0-75,-11 0-80</inkml:trace>
        </inkml:traceGroup>
        <inkml:traceGroup>
          <inkml:annotationXML>
            <emma:emma xmlns:emma="http://www.w3.org/2003/04/emma" version="1.0">
              <emma:interpretation id="{DACB570B-FFDA-4B77-9BCC-29F9587094A5}" emma:medium="tactile" emma:mode="ink">
                <msink:context xmlns:msink="http://schemas.microsoft.com/ink/2010/main" type="inkWord" rotatedBoundingBox="9574,4307 12573,4177 12615,5156 9617,5286"/>
              </emma:interpretation>
              <emma:one-of disjunction-type="recognition" id="oneOf1">
                <emma:interpretation id="interp5" emma:lang="en-IN" emma:confidence="0">
                  <emma:literal>iridizations</emma:literal>
                </emma:interpretation>
                <emma:interpretation id="interp6" emma:lang="en-IN" emma:confidence="0">
                  <emma:literal>ionizations</emma:literal>
                </emma:interpretation>
                <emma:interpretation id="interp7" emma:lang="en-IN" emma:confidence="0">
                  <emma:literal>ionization</emma:literal>
                </emma:interpretation>
                <emma:interpretation id="interp8" emma:lang="en-IN" emma:confidence="0">
                  <emma:literal>initiating</emma:literal>
                </emma:interpretation>
                <emma:interpretation id="interp9" emma:lang="en-IN" emma:confidence="0">
                  <emma:literal>ionization,</emma:literal>
                </emma:interpretation>
              </emma:one-of>
            </emma:emma>
          </inkml:annotationXML>
          <inkml:trace contextRef="#ctx0" brushRef="#br0" timeOffset="3338.0257">1514 230 334,'0'0'56,"0"0"-56,0 0-2,0 0-2,0 0 4,101 0 8,-28-8-5,6-2 4,7-1-5,-2 1 1,-14 2-3,-15 4-1,-20 2 1,-15 2 0,-13 0-3,-7 0-5,0 0-29,-18 7-1,-12 9 30,-12 0-153</inkml:trace>
          <inkml:trace contextRef="#ctx0" brushRef="#br0" timeOffset="3608.2196">1625 395 99,'0'0'429,"0"0"-423,0 0 16,0 0 38,0 0-44,0 0-16,-1 36-11,1-2 11,0 6 7,0 4-4,0 0 2,0-2-3,0-6-1,0-6-2,0-5-7,-2-3-57,-6-4-35,-2-8-80,-3-7-105</inkml:trace>
          <inkml:trace contextRef="#ctx0" brushRef="#br0" timeOffset="4005.5019">1601 430 363,'0'0'91,"0"0"-90,0 0 44,0 0 7,114-69-18,-76 61-30,1 5-4,-10 3 0,0 0-4,-12 6-3,-7 9-10,-9 3-14,-1 2-31,-5 2 52,-15 1 10,-11-2-1,-3 0-17,-1-6 5,0 0-11,8-4 24,10-8 4,9-3 3,6 0-2,2 0 18,0 0-4,0 0 1,5 0 2,6 0-16,7 6 6,3 3-4,6 6-3,-3 3-5,1 3 1,-1 3-1,4-2-6,-8-1-65,-2-3-67,-1-8-25</inkml:trace>
          <inkml:trace contextRef="#ctx0" brushRef="#br0" timeOffset="3077.3566">1782-145 520,'0'0'0,"0"0"5,0 0 55,0 0-48,0 0-12,0 0-23,16 26 23,-6 2 0,1 4 2,3 3-1,-7-3-1,-4 3-10,-3-3-65,0 2-70,-10-5-38</inkml:trace>
          <inkml:trace contextRef="#ctx0" brushRef="#br0" timeOffset="4254.6792">1952 516 496,'0'0'28,"0"0"29,0 0 69,0 0-64,0 0-62,0 0-11,0 16-10,0 16 21,0 4 4,0-1-4,0 1 3,0-6-1,0-5-2,-2-5-5,2-5-46,0-7-62,0-8-76,0 0-120</inkml:trace>
          <inkml:trace contextRef="#ctx0" brushRef="#br0" timeOffset="4568.9019">2353 90 492,'0'0'14,"0"0"5,0 0 25,0 0-14,0 0-21,121-29-6,-81 25 2,3 4-3,-1-1 1,-8 1-3,-7 0-1,-9 0-15,-10 0-42,-6 0-21,-2 0-50,-3 0-115</inkml:trace>
          <inkml:trace contextRef="#ctx0" brushRef="#br0" timeOffset="4786.0559">2492-10 230,'0'0'244,"0"0"-233,0 0 80,0 0-3,0 0-88,0 0-4,-1 32 0,1 0 4,0 2 7,0 2-3,0-1 0,0-3-4,0-4-12,6-7-60,2-6-45,7-10-98</inkml:trace>
          <inkml:trace contextRef="#ctx0" brushRef="#br0" timeOffset="5536.5912">2835 350 503,'0'0'22,"0"0"-21,0 0 45,0 0-18,0 0-21,0 0-7,-8 97 18,5-57-5,-4 2-3,3 0 15,3-2-12,-2-6-13,-1-3 1,-1-6-2,0-6 0,-1-2-60,-4-6-36,0-7-81</inkml:trace>
          <inkml:trace contextRef="#ctx0" brushRef="#br0" timeOffset="5939.8772">2761 392 154,'0'0'395,"0"0"-391,0 0 39,0 0 21,0 0-29,108-52-35,-81 52 0,-2 0-1,-4 4-5,0 8-5,-8 5-22,-9-2-7,-4 0-8,0 2 0,0-1 28,-23 0 5,-3 1-15,-5 0 4,4-2 22,-2 2-3,9-6 7,5 0 7,6-4-6,8-4 6,1 4-6,0-3 3,0 0-3,6 6 33,10-3-1,0 4-11,2 2 1,3-1-9,-4 0-11,4 0 0,-7 1-6,-1-2-52,-3-1-90,-4-5-147</inkml:trace>
          <inkml:trace contextRef="#ctx0" brushRef="#br0" timeOffset="5280.4075">2769 200 364,'0'0'0,"0"0"6,0 0 18,0 0-12,107-3-4,-45-3-2,6-2-6,3 1 0,-9 1 2,-8 3-2,-14-1 0,-12 4 4,-18 0-4,-7 0-5,-3 0-25,-10 2-52,-21 9 48,-7-3-175</inkml:trace>
          <inkml:trace contextRef="#ctx0" brushRef="#br0" timeOffset="5018.2243">2941-231 443,'0'0'131,"0"0"-131,0 0-21,0 0 21,0 0 20,0 121-10,0-75-7,0 1-2,0 3-1,0-5-39,-6-3-113,2-10-16</inkml:trace>
          <inkml:trace contextRef="#ctx0" brushRef="#br0" timeOffset="6271.8668">3073 570 437,'0'0'15,"0"0"-11,0 0 68,0 0 4,0 0-51,97-38-23,-76 38-2,0 0-2,-1 14-4,-7 1 1,-3 5-30,-9-2-6,-1 1-15,0-2 35,-11-1 21,-7-1-2,-4-4 6,-3 3-1,1-4 2,6-2 12,5-4 5,10-2 5,-1-2-10,4 0-12,0 0-5,4 0-3,20 0-6,11-13-21,9-5-51,8-4-78</inkml:trace>
          <inkml:trace contextRef="#ctx0" brushRef="#br0" timeOffset="6676.9644">3596-34 145,'0'0'194,"0"0"-194,0 0 0,0 0 32,0 0-22,0 0 0,91 0-4,-57 0 1,-2 0 2,-8 0-7,-4 0-1,-9 0 0,-5 0-1,-6 0-1,0 0-33,0-4-74</inkml:trace>
          <inkml:trace contextRef="#ctx0" brushRef="#br0" timeOffset="6925.2329">3662-88 111,'0'0'251,"0"0"-209,0 0 70,0 0-8,0 0-60,0 0-38,-3 1-6,3 16 0,0 9 23,0 5 10,0 3-12,0 2-10,3 2-1,1-1-6,-1-1-3,-3-3-2,1-4-24,2-8-37,3-1-54,0-12-59,2-8-91</inkml:trace>
          <inkml:trace contextRef="#ctx0" brushRef="#br0" timeOffset="7187.4011">4130-286 568,'0'0'22,"0"0"-5,0 0 15,0 0-32,0 0 0,0 0 7,5 111 4,-1-69-8,-3 0 3,3-3-6,0-4-1,-4-3-16,0-5-69,0-5-26,-8-2-31,-6-9-79</inkml:trace>
          <inkml:trace contextRef="#ctx0" brushRef="#br0" timeOffset="7434.5765">3867 131 255,'0'0'12,"0"0"-10,0 0 35,110 0 4,-44-5-33,7-4-5,-7-2-3,0 4-2,-11-2 2,-3 3 0,-10 1 3,-12 1 20,-12 4 34,-14 0-55,-4 0-2,0 0-15,-22 0-110,-8 4-22</inkml:trace>
          <inkml:trace contextRef="#ctx0" brushRef="#br0" timeOffset="7697.7638">4099 229 396,'0'0'151,"0"0"-147,0 0 18,0 0 56,0 0-78,0 0-1,-9 64 1,9-25 8,0 3-2,0 0 4,0 1 1,0-4-9,0-5 0,0-5-2,1-2 0,4-8-10,-5-2-46,0-6-42,0-7-76,0-4-109</inkml:trace>
          <inkml:trace contextRef="#ctx0" brushRef="#br0" timeOffset="8086.5303">4113 255 506,'0'0'12,"0"0"30,0 0 14,0 0-16,0 0-40,96-48 0,-71 48-1,-1 0-1,-4 5-8,-5 10 2,-8 1-28,-7 2-7,0 3-6,-7 4 36,-17-3 0,-5-1-7,-2-1 0,-3-2-2,3-4 7,6-4 14,8-2 1,3-4 1,10-1 2,4 1-3,0-1 0,0 4-6,1 0 6,13 2 14,0 2 1,2 1 7,3 1-13,-3 2-4,1 2-3,-2-2-2,-2-2-53,-2-2-99</inkml:trace>
          <inkml:trace contextRef="#ctx0" brushRef="#br0" timeOffset="8581.0685">4348 434 43,'0'0'438,"0"0"-432,0 0 29,0 0 59,0 0-47,0 0-44,90-49-3,-68 49-2,-2 0-2,1 7-3,-8 6-2,-5 2 4,-3-1-17,-5 0-39,0 3 20,-7-2 9,-12 0 12,-6-3-14,5-5 28,6-2 2,5-3 4,7-2 10,2 0 6,0 0 12,0 0 4,0 0-28,3 1 5,8 2-6,0 1 3,8 6-6,-3 1 1,-2 4-1,-2 2-2,-5 1 0,-4 0-3,-3-1-9,0-2 14,-5-3 1,-12-3 0,-6-3 6,-7-2 33,-11-2-19,-1-2-20,0 0 2,4 0 4,7 0-7,2-6-65,9-6-90,3-5-211</inkml:trace>
        </inkml:traceGroup>
      </inkml:traceGroup>
    </inkml:traceGroup>
    <inkml:traceGroup>
      <inkml:annotationXML>
        <emma:emma xmlns:emma="http://www.w3.org/2003/04/emma" version="1.0">
          <emma:interpretation id="{75B46BE5-AACE-4835-9965-3FDAFF6E5A28}" emma:medium="tactile" emma:mode="ink">
            <msink:context xmlns:msink="http://schemas.microsoft.com/ink/2010/main" type="paragraph" rotatedBoundingBox="7443,5807 11439,5674 11455,6152 7458,6285" alignmentLevel="2"/>
          </emma:interpretation>
        </emma:emma>
      </inkml:annotationXML>
      <inkml:traceGroup>
        <inkml:annotationXML>
          <emma:emma xmlns:emma="http://www.w3.org/2003/04/emma" version="1.0">
            <emma:interpretation id="{013545CD-F48D-4622-BB11-B80FF7153378}" emma:medium="tactile" emma:mode="ink">
              <msink:context xmlns:msink="http://schemas.microsoft.com/ink/2010/main" type="line" rotatedBoundingBox="7443,5807 11439,5674 11455,6152 7458,6285"/>
            </emma:interpretation>
          </emma:emma>
        </inkml:annotationXML>
        <inkml:traceGroup>
          <inkml:annotationXML>
            <emma:emma xmlns:emma="http://www.w3.org/2003/04/emma" version="1.0">
              <emma:interpretation id="{6D743961-DE87-43D2-9586-EDFCE1427620}" emma:medium="tactile" emma:mode="ink">
                <msink:context xmlns:msink="http://schemas.microsoft.com/ink/2010/main" type="inkWord" rotatedBoundingBox="7444,5844 8331,5815 8346,6251 7458,6281"/>
              </emma:interpretation>
              <emma:one-of disjunction-type="recognition" id="oneOf2">
                <emma:interpretation id="interp10" emma:lang="en-IN" emma:confidence="0">
                  <emma:literal>Re</emma:literal>
                </emma:interpretation>
                <emma:interpretation id="interp11" emma:lang="en-IN" emma:confidence="0">
                  <emma:literal>R=</emma:literal>
                </emma:interpretation>
                <emma:interpretation id="interp12" emma:lang="en-IN" emma:confidence="0">
                  <emma:literal>RI</emma:literal>
                </emma:interpretation>
                <emma:interpretation id="interp13" emma:lang="en-IN" emma:confidence="0">
                  <emma:literal>R.</emma:literal>
                </emma:interpretation>
                <emma:interpretation id="interp14" emma:lang="en-IN" emma:confidence="0">
                  <emma:literal>RE</emma:literal>
                </emma:interpretation>
              </emma:one-of>
            </emma:emma>
          </inkml:annotationXML>
          <inkml:trace contextRef="#ctx0" brushRef="#br0" timeOffset="13732.9775">-555 1409 304,'0'0'9,"0"0"42,0 0 6,0 0-36,98-49-14,-66 49 5,-5 0-8,-3 6-4,-7 11-2,-9-1-6,-5 5-5,-3-1 7,0-1 6,-11 3 0,-20 2-3,-3-3-3,-8-3-6,1 0-3,5-5 0,6-3 12,6-6-1,9-1 4,5-2 3,7-1-3,0 2 6,3-2 5,0 0 21,0 0 5,0 0-16,0 2-21,6 4-5,8 2 5,5 9 15,7 1-2,3 6-3,-2-3-4,4 5-6,-7-3 0,1-2-22,-5-3-86,1-6-26,-7-9-88</inkml:trace>
          <inkml:trace contextRef="#ctx0" brushRef="#br0" timeOffset="13296.7552">-558 1386 308,'0'0'16,"0"0"30,0 0 26,0 0 5,0 0-37,0 0-20,0 0 5,0 0-4,0-21-10,0 21-11,-3 12-13,3 13 13,0 8 8,0 2 19,0 0-14,0 1-5,0-2 1,0-2 2,0-5-7,0-1-3,0-5-1,0-3 0,0-3 0,0 0-19,-3-4-46,-7-4-36,-3-6-29,4-1-46</inkml:trace>
          <inkml:trace contextRef="#ctx0" brushRef="#br0" timeOffset="13951.1293">-108 1574 197,'0'0'321,"0"0"-319,0 0 43,0 0-18,0 0-23,91-20-4,-66 20-1,-2 0-4,-3 0-45,-1 0-106,-9 0-49</inkml:trace>
          <inkml:trace contextRef="#ctx0" brushRef="#br0" timeOffset="14106.2407">-89 1655 103,'0'0'102,"0"0"-60,0 0 32,0 0-20,0 0-37,0 0 32,48 20 16,1-20-27,13 0-38,3-2-3,1-8-163,-3-4-209</inkml:trace>
        </inkml:traceGroup>
        <inkml:traceGroup>
          <inkml:annotationXML>
            <emma:emma xmlns:emma="http://www.w3.org/2003/04/emma" version="1.0">
              <emma:interpretation id="{D27CCC44-1A5D-4378-A1DB-1098B638CD94}" emma:medium="tactile" emma:mode="ink">
                <msink:context xmlns:msink="http://schemas.microsoft.com/ink/2010/main" type="inkWord" rotatedBoundingBox="9130,5751 11439,5674 11455,6152 9146,6229"/>
              </emma:interpretation>
              <emma:one-of disjunction-type="recognition" id="oneOf3">
                <emma:interpretation id="interp15" emma:lang="en-IN" emma:confidence="0">
                  <emma:literal>RiRaR3</emma:literal>
                </emma:interpretation>
                <emma:interpretation id="interp16" emma:lang="en-IN" emma:confidence="0">
                  <emma:literal>RR 2123</emma:literal>
                </emma:interpretation>
                <emma:interpretation id="interp17" emma:lang="en-IN" emma:confidence="0">
                  <emma:literal>R 2123</emma:literal>
                </emma:interpretation>
                <emma:interpretation id="interp18" emma:lang="en-IN" emma:confidence="0">
                  <emma:literal>RiR2R3</emma:literal>
                </emma:interpretation>
                <emma:interpretation id="interp19" emma:lang="en-IN" emma:confidence="0">
                  <emma:literal>RIR 2123</emma:literal>
                </emma:interpretation>
              </emma:one-of>
            </emma:emma>
          </inkml:annotationXML>
          <inkml:trace contextRef="#ctx0" brushRef="#br0" timeOffset="14709.7693">1081 1300 491,'0'0'2,"0"0"31,0 0 40,0 0-40,0 0-33,0 0-21,0 0 13,18 71 8,-11-29 8,-4 1 6,0 0-2,0-6-6,-3-1-4,0-4 1,0-3-3,0-7-2,-6-2-43,-7-7-35,-2-2-51,1-8-34</inkml:trace>
          <inkml:trace contextRef="#ctx0" brushRef="#br0" timeOffset="15136.0738">1117 1360 324,'0'0'55,"0"0"-51,0 0 26,0 0 27,119-52-34,-84 52-11,0 0-9,-8 0-3,-2 7-2,-12 10 1,-5-2-6,-5 6-32,-3 0-5,0 3 12,-21 0 2,-14-2-15,-9 3-14,-1-7 20,4-2 15,2-5 24,12-7 2,12 1 1,6-5 22,9 0 22,0 0 22,0 0-16,0 0-14,3 0-10,11 0-19,7 0 1,2 3-2,6 7-4,-3 3-2,6 3 2,-1 1-5,1 4 3,-1 0-3,-4-3-5,-2 2-66,-8-6-48,-3-6-80</inkml:trace>
          <inkml:trace contextRef="#ctx0" brushRef="#br0" timeOffset="15367.9824">1511 1494 507,'0'0'24,"0"0"25,0 0 15,0 0-64,0 0-2,0 0 2,6 57-1,1-25 2,-1-2 0,0 0 1,-3-3-2,4-2-18,-1-6-54,2-6-37,2-6-61</inkml:trace>
          <inkml:trace contextRef="#ctx0" brushRef="#br0" timeOffset="16019.8602">1837 1293 333,'0'0'4,"0"0"54,0 0 21,0 0-38,107-46-27,-81 46-14,3 0 2,-6 12-2,-4 5-6,-6 8-3,-6 0-13,-7 3-7,0-4 7,-6 2 6,-15-5-11,-13-4 6,-2 0-24,-3-3 26,3-3 8,4-4 11,8-4 0,10 2 2,8-5-1,6 0 11,0 0 15,0 0-13,0 3-14,17 6 0,0 3 22,6 3-3,6 1-6,-5 1-10,3-2-1,2 2-2,-8-2 0,2 0-18,-2-6-102,-10-5-86</inkml:trace>
          <inkml:trace contextRef="#ctx0" brushRef="#br0" timeOffset="15624.2592">1877 1311 600,'0'0'2,"0"0"11,0 0-13,0 0 5,0 0-5,1 109 17,-1-62 4,0-3-8,-4-5-11,-2-4 5,1-9-6,0-3-1,0-5-31,-5-3-59,0-5-53,-1-10-52</inkml:trace>
          <inkml:trace contextRef="#ctx0" brushRef="#br0" timeOffset="16411.7361">2180 1442 379,'0'0'3,"0"0"5,0 0 42,0 0-31,97-18-19,-74 25 0,-5 10-1,-4 4-8,-4 1-3,-10 2 3,0-1-2,0-4 3,-13-1-1,-9 0 9,-5-4 1,-4 1 1,7-6-1,2-4 10,12-2 6,7 0 13,3-3-5,0 0-13,3 0-12,17 0 2,13 0 6,11-9-8,5-2-4,-1-1-41,7-1-24,-3 2-9,0-3-141</inkml:trace>
          <inkml:trace contextRef="#ctx0" brushRef="#br0" timeOffset="17065.4281">2713 1265 413,'0'0'33,"0"0"-1,0 0 39,0 0-45,0 0-24,118-52-2,-80 52-1,-5 0 1,-1 0-2,-7 4 1,-8 8-4,-10 2-5,-7 2-40,0 1 28,-3 4 5,-25 0 4,-6 5-1,-5-4-13,-6 0-7,0-6 22,3-4 7,6-4 5,13-4 4,13-2-1,7-1 7,3 3-7,0 3-3,0 3 0,7 5 5,10-1 14,8 2 12,-1-2-16,3-2-4,0-2-10,2 1-2,-6-5-10,2-3-93,-7-3-135</inkml:trace>
          <inkml:trace contextRef="#ctx0" brushRef="#br0" timeOffset="16658.9131">2717 1255 163,'0'0'369,"0"0"-359,0 0 59,0 0-42,0 0-27,0 0 0,0 74 0,3-32 12,4 1 2,-4-5-8,1 0-1,-4-6-2,0-4-1,0-4 0,0-3-2,0-5-39,-7-3-36,0-4-45,-4-8-58</inkml:trace>
          <inkml:trace contextRef="#ctx0" brushRef="#br0" timeOffset="17574.7512">3070 1371 461,'0'0'4,"0"0"3,0 0 39,104-57-4,-66 51-36,-1 2-5,-2 4 2,-3 0-3,-9 0 0,-4 11-1,-13 7-7,-6 2-13,0 1 7,-12 0 8,-17 1-9,-10-1-20,-3-3-5,3-5 6,10-5 27,10-4 7,9-4 3,4 0 2,6 0 1,0 0 12,6 0-12,13 0 1,4 0-1,6 0 1,-5 0 0,3 0-5,1 13 1,0 2-3,-9-1 0,0 4-1,-9-2-2,-7 2-10,-3-3 8,0 1 5,-22-4 3,-7 3 2,-12-3 20,-4-3-17,-4-3 5,4 0 1,0-5-12,5-1-2,3 0-2,3 0-80,6-10-142</inkml:trace>
        </inkml:traceGroup>
      </inkml:traceGroup>
    </inkml:traceGroup>
    <inkml:traceGroup>
      <inkml:annotationXML>
        <emma:emma xmlns:emma="http://www.w3.org/2003/04/emma" version="1.0">
          <emma:interpretation id="{A9653F9B-CBF6-43A9-87F0-672B4408951A}" emma:medium="tactile" emma:mode="ink">
            <msink:context xmlns:msink="http://schemas.microsoft.com/ink/2010/main" type="paragraph" rotatedBoundingBox="8870,6567 14409,6470 14420,7091 8881,7189" alignmentLevel="3"/>
          </emma:interpretation>
        </emma:emma>
      </inkml:annotationXML>
      <inkml:traceGroup>
        <inkml:annotationXML>
          <emma:emma xmlns:emma="http://www.w3.org/2003/04/emma" version="1.0">
            <emma:interpretation id="{308E49CB-DE21-4284-9F74-94A75E0BED7E}" emma:medium="tactile" emma:mode="ink">
              <msink:context xmlns:msink="http://schemas.microsoft.com/ink/2010/main" type="line" rotatedBoundingBox="8870,6567 14409,6470 14420,7091 8881,7189"/>
            </emma:interpretation>
          </emma:emma>
        </inkml:annotationXML>
        <inkml:traceGroup>
          <inkml:annotationXML>
            <emma:emma xmlns:emma="http://www.w3.org/2003/04/emma" version="1.0">
              <emma:interpretation id="{D3D5FCB4-5D0D-405D-A5FB-E77A4589A299}" emma:medium="tactile" emma:mode="ink">
                <msink:context xmlns:msink="http://schemas.microsoft.com/ink/2010/main" type="inkWord" rotatedBoundingBox="8870,6567 14409,6470 14420,7091 8881,7189"/>
              </emma:interpretation>
              <emma:one-of disjunction-type="recognition" id="oneOf4">
                <emma:interpretation id="interp20" emma:lang="en-IN" emma:confidence="0">
                  <emma:literal>RiRz+RiR3tR2f23</emma:literal>
                </emma:interpretation>
                <emma:interpretation id="interp21" emma:lang="en-IN" emma:confidence="0">
                  <emma:literal>RiRz+R1R3tR2f23</emma:literal>
                </emma:interpretation>
                <emma:interpretation id="interp22" emma:lang="en-IN" emma:confidence="0">
                  <emma:literal>R,Rz+RiR3tR2f23</emma:literal>
                </emma:interpretation>
                <emma:interpretation id="interp23" emma:lang="en-IN" emma:confidence="0">
                  <emma:literal>R,Rz+R1R3tR2f23</emma:literal>
                </emma:interpretation>
                <emma:interpretation id="interp24" emma:lang="en-IN" emma:confidence="0">
                  <emma:literal>R,Ra+R1R3tR2f23</emma:literal>
                </emma:interpretation>
              </emma:one-of>
            </emma:emma>
          </inkml:annotationXML>
          <inkml:trace contextRef="#ctx0" brushRef="#br0" timeOffset="19367.2137">828 2205 483,'0'0'0,"0"0"24,0 0 37,0 0-27,0 0-34,0 0-15,-7 16-3,4 11 18,-1 12 6,1-1 6,3 1-6,-3 0-3,3-4 3,0-3-1,0-7-3,0 1-2,0-7-1,0-4-35,0-4-38,-4-4-62,1-7-50</inkml:trace>
          <inkml:trace contextRef="#ctx0" brushRef="#br0" timeOffset="19786.1406">818 2265 285,'0'0'34,"0"0"0,0 0 65,83-69-42,-49 57-35,5 3-9,2 5-6,-2 4-4,-10 0-3,-3 4 0,-9 9-6,-7 5-1,-5 3-15,-5 0 10,0 5 5,-22-2 7,-10 3-5,-5-3-10,-5-1-2,1-2-11,-1-6-1,6-3 5,13-8 24,10 0 1,10-4-1,3 0 12,0 0 0,0 0 11,0 0-3,3 0 5,7 0-13,1 0-3,13 7 0,-3 4-3,7 6-4,-1 5-1,4 2 3,-3 3-4,6-2 0,-5 0-24,-2-4-47,1-9-71,-11-3-32</inkml:trace>
          <inkml:trace contextRef="#ctx0" brushRef="#br0" timeOffset="20019.3091">1265 2396 472,'0'0'53,"0"0"-37,0 0 39,0 0-41,0 0-14,0 0-20,10 39 20,-3-11 7,4 1-7,-1 0 2,0-2-5,0-2 0,0-4-68,5-7-28,-5-14-47</inkml:trace>
          <inkml:trace contextRef="#ctx0" brushRef="#br0" timeOffset="20266.4825">1579 2227 531,'0'0'42,"0"0"-19,0 0 39,0 0-62,0 0-8,0 0 8,25 67 6,-22-31 3,-3 1-5,0-1 2,0-4-4,0-5-2,0-4-2,0-5-45,-3-5-39,-7-2-37,-4-11-46</inkml:trace>
          <inkml:trace contextRef="#ctx0" brushRef="#br0" timeOffset="20655.7586">1546 2253 301,'0'0'46,"0"0"55,0 0-13,33-80-34,-11 68-35,10 0-15,2 3-4,3 4 0,-1 5 0,-9 0-5,-6 5 1,-7 8-7,-10 9-3,-4-3-6,0 4-7,-11-2-5,-18 3-3,-8-3-6,-4-3 17,-1 0-5,0-4 26,10-7-1,12-1 4,7-4 6,10-1-4,3-1 20,0 0 10,0 0-29,6 2 3,9 8 8,8 1 15,4 7-9,5 3 4,-4 0-14,3 3-1,-5 1-9,0 3 0,-3-4-53,-4-5-98,-6-10-132</inkml:trace>
          <inkml:trace contextRef="#ctx0" brushRef="#br0" timeOffset="21000.3377">1918 2351 445,'0'0'5,"0"0"36,0 0 9,0 0-10,0 0-32,91-35-8,-77 35-2,1 14-8,-9 4-12,-1 0-12,-5 1 12,0 2 8,-5-3 8,-16 4-5,-3-1 3,-7-3 8,-3-2 0,3-2 7,6-3-6,10-6 1,12-3 9,3-1-5,0-1-6,1 2-13,20-1 13,9-1 18,10 0-8,7 0-6,1 0-4,2 0-21,-2-10-127</inkml:trace>
          <inkml:trace contextRef="#ctx0" brushRef="#br0" timeOffset="21278.9144">2411 2372 362,'0'0'169,"0"0"-169,0 0 0,0 0 21,0 0-11,128 0-4,-71-5-4,-3 2-2,-9 0 2,-13 0-4,-11 2-15,-11 1-44,-10-3-35,0 3-17,-10-3-84</inkml:trace>
          <inkml:trace contextRef="#ctx0" brushRef="#br0" timeOffset="21497.353">2511 2235 239,'0'0'72,"0"0"30,0 0 24,0 0-49,0 0-77,0 0-3,-2 18-14,2 9 17,0 8 19,3-1-12,5-1 5,1 2-5,1-6-7,0-4 0,0-4-25,2-4-33,-2-10-38,4-7-73</inkml:trace>
          <inkml:trace contextRef="#ctx0" brushRef="#br0" timeOffset="21752.4602">2902 2114 608,'0'0'23,"0"0"-23,0 0-4,0 0 4,0 0 38,19 113-14,-19-63-13,0 3-7,0-2 3,0-8-3,-3-4 2,-5-7-6,4-6-21,0-5-34,-1-8-48,4-7-74,-2-6-90</inkml:trace>
          <inkml:trace contextRef="#ctx0" brushRef="#br0" timeOffset="22164.5032">2941 2181 465,'0'0'9,"0"0"45,0 0 36,0 0-44,0 0-46,107-71 0,-59 65-2,1 3 2,-10 3-4,-7 0 2,-15 9-15,-8 6-28,-9 3-1,0 6 17,-9-3 5,-15 5 5,-8-2-8,-6-3 4,2-3-15,3-5 18,1-2 15,5-4-13,7-3 11,9 0 7,4-2 1,7-2 6,0 0 31,0 0 17,0 0-34,3 4-16,7 7 5,1-1 14,7 7 3,-5 1-9,1 0-14,3 3 1,-3-3-5,1 3 0,-2 0-65,1-3-40,1-1-86</inkml:trace>
          <inkml:trace contextRef="#ctx0" brushRef="#br0" timeOffset="22442.1118">3368 2318 508,'0'0'114,"0"0"-73,0 0 76,0 0-31,0 0-77,0 0-9,-4-3-16,4 21-4,0 10 20,4 4 5,-1-1-5,-3 4 1,3-2 1,-3-3-1,0-4-1,0-5-21,1-3-41,2-8-34,-2-3-53,5-7-67</inkml:trace>
          <inkml:trace contextRef="#ctx0" brushRef="#br0" timeOffset="22697.4759">3610 2163 600,'0'0'34,"0"0"34,0 0-18,0 0-50,0 0-7,0 0 7,27 99 3,-26-56 9,-1 1-11,0-3 1,0-2-1,-3-8 4,-4-3-5,3-7-37,0-6-45,-2-6-44,2-9-66,-2 0-98</inkml:trace>
          <inkml:trace contextRef="#ctx0" brushRef="#br0" timeOffset="23078.736">3670 2160 449,'0'0'13,"0"0"74,0 0-9,0 0-33,0 0-43,0 0-2,99-41-4,-67 41-2,-5 12-2,-5 6-4,-9 0-32,-6 0-3,-7 2 3,0-1 21,-7-1-1,-18-1-6,-5 1 1,-9-1-19,2-4 10,0-2 22,11-4 16,4-2 0,10-2 16,7-3 4,5 0 8,0 4-18,0 2-3,4 2-7,7 7 45,6 1-2,-3 2-21,5 2-9,3-2-11,-4 0 0,6 0-2,-7-1-47,3-7-94,2-7-123</inkml:trace>
          <inkml:trace contextRef="#ctx0" brushRef="#br0" timeOffset="23604.2573">3960 2337 481,'0'0'4,"0"0"32,0 0 38,0 0-56,0 0-16,0 0-3,82-33 1,-57 33-3,-2 0 1,-1 0 1,-7 8-4,-3 2-5,-3 5-6,-6-1-20,-3-4 3,0 5 18,-7-1 3,-14-1-2,-3-2 10,2-4 1,2 0-5,10-6 8,2-1 3,8 0 4,0 0 1,0 0-5,12 0-2,5 0 12,6 0-6,3 0 2,1 3-5,-7 7 1,0 4-2,-1 1-3,-12 2 0,0 1 0,-7 0-10,0 1 6,-14 3 4,-20-1 4,-8-3 6,-5-3 0,0-5-6,7-7 2,7 0-6,-1-3 1,6 0 5,3-6-6,5-8-8,-1-4-91,5 0-201</inkml:trace>
          <inkml:trace contextRef="#ctx0" brushRef="#br0" timeOffset="24308.7591">4491 2304 247,'0'0'9,"0"0"3,0 0 47,0 0-33,0 0-17,100 0 3,-59 0-2,4 0-2,-3 0 4,-8-3 3,-11 0-14,-11 3-1,-5 0-4,-7-1-16,0-1-45,-15-3-129</inkml:trace>
          <inkml:trace contextRef="#ctx0" brushRef="#br0" timeOffset="24536.0121">4643 2163 276,'0'0'200,"0"0"-137,0 0 88,0 0-60,0 0-62,0 0-29,-3 1-22,3 27 10,0 12 12,0 5 11,6 3-7,-3-1 0,2-2-3,0-6-1,0-3-2,1-6-50,7-7-55,2-10-48,3-8-30</inkml:trace>
          <inkml:trace contextRef="#ctx0" brushRef="#br0" timeOffset="24797.1508">5041 2098 674,'0'0'44,"0"0"16,0 0 18,0 0-73,0 0-5,0 0-21,28 86 21,-17-35 5,-8 1-5,-3-3 2,0-4 1,0-12-3,0-5 0,0 0-14,-3-10-36,-6 0-39,2-3-57,-2-14-61,5-1-134</inkml:trace>
          <inkml:trace contextRef="#ctx0" brushRef="#br0" timeOffset="25186.4276">5055 2090 535,'0'0'0,"0"0"64,0 0 36,0 0-41,0 0-50,0 0-9,107-78-3,-75 78 0,-2 0-3,-5 11-5,-5 5-34,-5 5-9,-12 2 4,-3-2 13,-7 3 18,-20-2-12,-9 3-18,-7-1 10,-5-2-34,5 1 38,1-5 3,11-3 27,13-6 5,12-1 1,3-4 8,3 3 0,0 4 11,3 1 22,10 3-7,4 2 14,5-2-8,-1 0-24,6 3-8,0-5-3,2 4-6,5-2-1,0-5-94,-2-3-124</inkml:trace>
          <inkml:trace contextRef="#ctx0" brushRef="#br0" timeOffset="25576.7054">5414 2316 270,'0'0'373,"0"0"-365,0 0 59,0 0 7,0 0-66,0 0-8,60-26 0,-40 26-9,-2 4-1,-4 9-3,-4 5-33,-6 0-11,-4 5 9,0-2 21,-7 0 2,-12 0 4,-7-4-3,0-1 20,3-4 4,6-3 4,7-4 5,5-2 1,5-2-1,0-1 10,0 0 0,5 0-11,19 0-5,6-4 10,13-7-13,7 1-3,-1-4-91,-3 0-64,-4-4-197</inkml:trace>
          <inkml:trace contextRef="#ctx0" brushRef="#br0" timeOffset="26484.4033">5792 2220 251,'0'0'69,"0"0"15,0 0 47,0 0-22,0 0-47,0 0-8,0-18-22,0 18-23,0 0-7,0 0-1,0 0 1,0 0 0,0 0 4,0 0 6,0 0 2,0 0 3,-2 0-14,2 0-3,0 0-5,0 0-10,0 0-40,0 0 3,0 0 29,0 0 20,0 0 3,0 0 3,-1 0 5,1 0 5,0 0 6,0 0 2,0 0-7,0-2-3,0 2-2,0 0-8,0 0 4,0 0 2,0 0 5,0 0 4,0 0 0,0 0 2,0-1 4,0 1-11,0 0-3,-2 0-5,2 0-3,0 0-2,0 0 0,0 0 1,-1 0-3,1 0 2,0 0 1,0 0 1,0 0 0,0-3 0,-4 1 5,1-1-5,-4 0 0,4-1 0,-6-2-1,3 1 0,2-1-1,1 0 2,1-3 4,1-1-3,-3-3 3,4 1-1,0 3 0,-2 2 7,2 5 6,0 1 1,0 1-11,-1 0-6,1 0-14,0 1-9,0 17-4,0 8 17,0 9 10,-2 4 3,-2 3-2,0-4 0,1-2-1,-6-5 0,0-5-1,1-2-9,0-3-21,0-3-26,-2-4-20,-4-4-60,3-2-45,2-8-87</inkml:trace>
          <inkml:trace contextRef="#ctx0" brushRef="#br0" timeOffset="26911.2148">5748 2090 308,'0'0'187,"0"0"-182,0 0 95,0 0-44,0 0-40,0 0-13,93-63-3,-69 62-2,4 1 1,-3 0-2,-7 4-3,-2 13-4,-2 1-12,-7 0-20,-7 3-2,0 0-1,-7 3-14,-21-3 0,-4-3-3,-5 0 0,-5-3 15,1-3-5,2-3 7,5-3 45,11-1 8,12-2 15,4-3 43,7 0-1,0 3-23,0 0-22,3 4-18,7 1 29,5 5 24,5 4-13,-2-2-12,4 3-25,0 3-1,-1-3-2,0-1-2,-3-2-41,-2-2-135</inkml:trace>
          <inkml:trace contextRef="#ctx0" brushRef="#br0" timeOffset="27420.2437">6059 2256 495,'0'0'1,"0"0"52,0 0 36,0 0-55,100-32-26,-69 32-6,-2 0-2,-3 3-1,0 8 1,-12 4-6,-4-2 1,-4 5-6,-6-1-9,0 1 4,-19 2 3,-10-5-4,-2 3-29,-3-8 18,10 1 14,5-5 14,10-5 0,8-1 2,1 0-2,0 0-1,5 0-18,14 0 19,6 0 1,3 0 0,-3 3 3,2 8-4,-4 4 0,-2 2 0,-3-1 0,-7 2 0,-8 0-2,-3 0 2,0 2 0,-16-1 3,-17 2 2,-9-3 2,-7-5 1,-1-6-1,4-4 4,4-3 4,8 0-3,2-6-1,2-8-11,2-7-35,-3-4-128</inkml:trace>
        </inkml:traceGroup>
      </inkml:traceGroup>
    </inkml:traceGroup>
    <inkml:traceGroup>
      <inkml:annotationXML>
        <emma:emma xmlns:emma="http://www.w3.org/2003/04/emma" version="1.0">
          <emma:interpretation id="{3C066B73-E1D2-42B9-9975-B471979A3CFC}" emma:medium="tactile" emma:mode="ink">
            <msink:context xmlns:msink="http://schemas.microsoft.com/ink/2010/main" type="paragraph" rotatedBoundingBox="7079,7837 12752,7801 12755,8368 7083,8404" alignmentLevel="1"/>
          </emma:interpretation>
        </emma:emma>
      </inkml:annotationXML>
      <inkml:traceGroup>
        <inkml:annotationXML>
          <emma:emma xmlns:emma="http://www.w3.org/2003/04/emma" version="1.0">
            <emma:interpretation id="{3E12D6A2-314A-4199-A28A-441656D9CB96}" emma:medium="tactile" emma:mode="ink">
              <msink:context xmlns:msink="http://schemas.microsoft.com/ink/2010/main" type="inkBullet" rotatedBoundingBox="7079,7844 7694,7840 7698,8401 7083,8404"/>
            </emma:interpretation>
            <emma:one-of disjunction-type="recognition" id="oneOf5">
              <emma:interpretation id="interp25" emma:lang="en-IN" emma:confidence="0">
                <emma:literal>2,</emma:literal>
              </emma:interpretation>
              <emma:interpretation id="interp26" emma:lang="en-IN" emma:confidence="0">
                <emma:literal>21</emma:literal>
              </emma:interpretation>
              <emma:interpretation id="interp27" emma:lang="en-IN" emma:confidence="0">
                <emma:literal>1,</emma:literal>
              </emma:interpretation>
              <emma:interpretation id="interp28" emma:lang="en-IN" emma:confidence="0">
                <emma:literal>11</emma:literal>
              </emma:interpretation>
              <emma:interpretation id="interp29" emma:lang="en-IN" emma:confidence="0">
                <emma:literal>z,</emma:literal>
              </emma:interpretation>
            </emma:one-of>
          </emma:emma>
        </inkml:annotationXML>
        <inkml:trace contextRef="#ctx0" brushRef="#br0" timeOffset="33415.0749">-866 3382 56,'0'0'157,"0"0"-144,0 0 56,0 0-9,0 0-55,0 0-3,0 0-2,-48-17 2,29 17 2,3 0 10,-1 0 5,-1 0-4,7 0 1,8 0 0,3 0 1,0 0 1,0 0-18,0 0 0,14 0 0,17 0 2,8 0 29,6 0-15,4 0-10,-4 0-6,-11 0 0,-6 0 0,-15 0 0,-9 0-22,-4 0-13,0 0 3,0 0-23,0 0 35,-11 0 18,-2 0 0,-5 3-5,5 0 7,5-1 1,2-2 3,3 0-2,3 0 17,0 0 13,0 0 1,0 0-4,0 0-4,0 3-7,0 3-15,0 6 3,-4 6-6,4 6 21,-3 7-12,3 1-5,0 4-1,0-1 1,0-4-4,0-2 1,0-5 3,0-3-4,0-4 0,0-5 1,0 1-1,0-5-5,0-5-2,-3 3-11,-12-5 8,1 2 7,-10-3-9,3 4 12,-2-4-1,-3 0 1,10 0 0,-2 0 0,7 0 1,1 0 1,3 0 0,4 0 6,0 0 1,3 0 3,0 0 11,0 0-3,0-4-20,13 1-3,11 2 3,14-5 9,7 0-9,4-2 4,-1 5-2,-6-1-2,-7 4-32,-8 0-53,-2 0-42,-8 0-77</inkml:trace>
        <inkml:trace contextRef="#ctx0" brushRef="#br0" timeOffset="33723.3816">-389 3590 466,'0'0'33,"0"0"93,0 0 13,0 0-51,0 0-24,0 0-23,0-14-19,0 14-22,0 0-1,0 11-20,0 7 10,0 10 11,0 7 5,0 1-2,0 2 0,0-2 1,0-2-4,0-1-5,0-6-57,0-5-38,0-6-46,1-5-54,7-10-69</inkml:trace>
      </inkml:traceGroup>
      <inkml:traceGroup>
        <inkml:annotationXML>
          <emma:emma xmlns:emma="http://www.w3.org/2003/04/emma" version="1.0">
            <emma:interpretation id="{BAFBE179-E683-4D0F-B602-8E01193CC8CA}" emma:medium="tactile" emma:mode="ink">
              <msink:context xmlns:msink="http://schemas.microsoft.com/ink/2010/main" type="line" rotatedBoundingBox="8190,7830 12752,7801 12755,8304 8193,8333"/>
            </emma:interpretation>
          </emma:emma>
        </inkml:annotationXML>
        <inkml:traceGroup>
          <inkml:annotationXML>
            <emma:emma xmlns:emma="http://www.w3.org/2003/04/emma" version="1.0">
              <emma:interpretation id="{FED9899C-E313-471E-BC9A-42FF7CB23997}" emma:medium="tactile" emma:mode="ink">
                <msink:context xmlns:msink="http://schemas.microsoft.com/ink/2010/main" type="inkWord" rotatedBoundingBox="8191,7941 9750,7931 9753,8323 8193,8333"/>
              </emma:interpretation>
              <emma:one-of disjunction-type="recognition" id="oneOf6">
                <emma:interpretation id="interp30" emma:lang="en-IN" emma:confidence="0">
                  <emma:literal>=z.</emma:literal>
                </emma:interpretation>
                <emma:interpretation id="interp31" emma:lang="en-IN" emma:confidence="0">
                  <emma:literal>= 1.</emma:literal>
                </emma:interpretation>
                <emma:interpretation id="interp32" emma:lang="en-IN" emma:confidence="0">
                  <emma:literal>= 2.</emma:literal>
                </emma:interpretation>
                <emma:interpretation id="interp33" emma:lang="en-IN" emma:confidence="0">
                  <emma:literal>=Z.</emma:literal>
                </emma:interpretation>
                <emma:interpretation id="interp34" emma:lang="en-IN" emma:confidence="0">
                  <emma:literal>= Z</emma:literal>
                </emma:interpretation>
              </emma:one-of>
            </emma:emma>
          </inkml:annotationXML>
          <inkml:trace contextRef="#ctx0" brushRef="#br0" timeOffset="34045.8367">183 3556 372,'0'0'37,"0"0"-26,0 0 27,0 0-21,0 0-5,91 0-1,-59 0-4,-6 0-4,-4 0-2,-5 0-1,-9 0-3,-6 0-38,-2 3-84,-7 5-95</inkml:trace>
          <inkml:trace contextRef="#ctx0" brushRef="#br0" timeOffset="34239.9723">115 3714 95,'0'0'341,"0"0"-336,0 0 73,0 0 7,0 0-68,0 0 22,62 0 5,-34 0-30,6-4-11,4-2-3,-3 1-6,2-1-80,-7 5-75,-6-5-131</inkml:trace>
          <inkml:trace contextRef="#ctx0" brushRef="#br0" timeOffset="37697.6395">1157 3457 14,'0'0'65,"0"0"-26,0 0-10,0 0 3,0 0 25,0 0 2,0 0-15,-42 0 0,42 0-5,0 0-15,0-1-24,8 1 4,13 0-4,9 0 3,8 0 0,4 0 0,0 0-2,-4 0 0,-9 0-1,-5 0-2,-18 0-29,-2 0 0,-4 0 3,0 0 2,0 0 9,-10 0 17,-6 0 5,0 1-3,3-1 1,2 0 6,4 0 34,7 0 5,-1 0-12,1 0-10,0 0 15,-2 0-10,0 0-19,2 3-12,0 4-3,0 10-10,-3 4 13,-3 8 2,-1-1 2,-3 4-3,2 0 3,2-4-4,1-1 5,2-1-4,-3-5-1,3 3 2,-1-6-1,-3 0-1,-3-4 0,-4-4 0,-4 1-5,-7-4 0,-2-1-3,-1-1-2,1 1-6,-1-5 14,8-1-3,2 0 5,10 0 0,6 0 5,2 0 18,0 0 2,0 0-17,0 0-5,18 0-3,5 0 2,12 0 3,7-3-4,7-1-1,2 4 0,-2 0-6,-4 0-61,-4 0-79,-6 0-64</inkml:trace>
          <inkml:trace contextRef="#ctx0" brushRef="#br0" timeOffset="38042.8828">1669 3714 207,'0'0'189,"0"0"-136,0 0 70,0 0-22,0 0-44,0 0-29,5-21-11,-5 21-12,0 0-5,0 0-2,0 0-4,0 0 3,0 0 3,0 0 0,0 0 3,0 0 1,0 0 7,0 0 13,0 0 12,0 0 19,0 0-6,0 0 2,0-1-3,0-5-9,0 3-11,0-2-22,0-1-6,0 5-2,0 1-6,0 0-70,0 0-156,0-9-411</inkml:trace>
        </inkml:traceGroup>
        <inkml:traceGroup>
          <inkml:annotationXML>
            <emma:emma xmlns:emma="http://www.w3.org/2003/04/emma" version="1.0">
              <emma:interpretation id="{292BD482-F454-4805-A96A-2FD6351ED520}" emma:medium="tactile" emma:mode="ink">
                <msink:context xmlns:msink="http://schemas.microsoft.com/ink/2010/main" type="inkWord" rotatedBoundingBox="10973,7812 12752,7801 12755,8276 10977,8288">
                  <msink:destinationLink direction="with" ref="{CB3B0934-EEEE-42D4-A26F-D8B31DE8F72B}"/>
                </msink:context>
              </emma:interpretation>
              <emma:one-of disjunction-type="recognition" id="oneOf7">
                <emma:interpretation id="interp35" emma:lang="en-IN" emma:confidence="0">
                  <emma:literal>122123</emma:literal>
                </emma:interpretation>
                <emma:interpretation id="interp36" emma:lang="en-IN" emma:confidence="0">
                  <emma:literal>r 2123</emma:literal>
                </emma:interpretation>
                <emma:interpretation id="interp37" emma:lang="en-IN" emma:confidence="0">
                  <emma:literal>r 223</emma:literal>
                </emma:interpretation>
                <emma:interpretation id="interp38" emma:lang="en-IN" emma:confidence="0">
                  <emma:literal>12223</emma:literal>
                </emma:interpretation>
                <emma:interpretation id="interp39" emma:lang="en-IN" emma:confidence="0">
                  <emma:literal>r 2423</emma:literal>
                </emma:interpretation>
              </emma:one-of>
            </emma:emma>
          </inkml:annotationXML>
          <inkml:trace contextRef="#ctx0" brushRef="#br0" timeOffset="40947.4154">2934 3425 347,'0'0'37,"0"0"7,0 0 64,0 0-19,0 0-56,0 0-21,0 0-11,0 0-1,-3-18-5,3 18-1,0 8-10,0 10 16,0 6 13,0 4 4,0 7-2,0-3-1,0-1-8,0 1 2,0-3-6,0-1 0,1-4 1,1 2-2,-1-6-1,-1-2-7,0-4-31,0 0-40,-4 0-46,-13-7-69,2-7-70</inkml:trace>
          <inkml:trace contextRef="#ctx0" brushRef="#br0" timeOffset="41437.3932">2970 3460 400,'0'0'7,"0"0"61,0 0-3,75-78-35,-53 64-23,-3 5-1,1 5-4,-1 1-2,-1 3-2,-5 0-5,1 0 0,-7 10-2,-3 7-15,0 1 4,-4 0 15,0 6-6,0-6-7,-5 3-2,-11-3 5,-5-1-13,-4-4-1,-5-1 15,-2-1 3,4-1-3,-3-2 7,14-5 7,3 0 2,11-3 1,3 0 1,0 0 13,0 0-10,0 3-1,7 1 1,6 4 10,3 2 17,6 4-2,-4 0-16,6-1-3,-1 2-4,3 0 1,-3-1-5,2-1-3,-4 2-2,1-4-12,0-1-36,-7-4-81,-3-2-103</inkml:trace>
          <inkml:trace contextRef="#ctx0" brushRef="#br0" timeOffset="41865.3293">3437 3547 448,'0'0'14,"0"0"-3,0 0 56,97-58-12,-72 53-30,-6 2-23,-4 3-2,-1 0-2,-4 4-7,-2 10 2,-2 4-4,-3 2 0,-3 1-3,0 0-1,-7 0 2,-13 0 9,-11-1 0,-4 1 3,1-2-4,-2-4 0,9-4 5,13-4 0,7-4 6,7 1-6,0-4-1,0 0-6,7 0 6,9 0 1,11 0 24,7 0-4,2 0-10,1 0-9,0 0-1,-2 0 0,-5 0-32,2 0-66,-5-4-89</inkml:trace>
          <inkml:trace contextRef="#ctx0" brushRef="#br0" timeOffset="42569.1543">4015 3404 371,'0'0'33,"0"0"31,0 0 20,0 0-2,0 0-57,0 0-24,102-74-1,-71 70-3,-8 4 1,-2 0-2,-7 0-5,-6 11-2,-3 0-3,-5 3-16,0 6 17,-3-1 11,-21 4-5,-10-1-20,-7-1 3,-5-3 3,3-1-16,6-6 37,6-4-1,7-1 0,11-4 2,6 1 2,6-3-2,1 4-1,0-1-11,0 8-7,13-1 18,4 8 6,2-1 3,1 1 6,5 3-5,-6-3-6,4 2-4,0-2-4,-1-4-40,-2-10-116</inkml:trace>
          <inkml:trace contextRef="#ctx0" brushRef="#br0" timeOffset="42158.7648">3939 3404 37,'0'0'508,"0"0"-487,0 0 75,0 0-24,0 0-72,0 0-26,18 11 24,-8 17 2,1 4 6,-2 3 5,-5 2-5,-2-1-2,-1-4-1,4 0-1,-2-7 1,-3 2-3,0-9-1,0 0-44,0-4-43,0-3-17,0-5-42,-11-6-54</inkml:trace>
          <inkml:trace contextRef="#ctx0" brushRef="#br0" timeOffset="43086.3543">4355 3528 506,'0'0'21,"0"0"87,0 0-36,0 0-45,0 0-16,101-78-11,-66 73-1,-1 2-4,-2 3 5,-6 0-7,-7 0 5,-7 8-4,-7 6-15,-5 3-12,0 1 7,-2 0 14,-14 3-11,-8-1-16,-1-5 5,3-5 10,6-3 10,6-3 14,10-4-2,0 0 2,0 0 0,0 0-11,16 0 5,10 0 6,1 0 6,1 0-6,-4 0 1,-3 7 0,-7 4 3,-4 0 1,-4-1 7,-6 4-11,0 1 1,-2 1 2,-19-1 1,-10 3 7,-3-4 5,-8-1-3,0-5 0,-2-5 3,2 1-14,5-4 3,4 0 2,2 0-8,7-7-2,3-11-85,10-3-143</inkml:trace>
        </inkml:traceGroup>
      </inkml:traceGroup>
    </inkml:traceGroup>
    <inkml:traceGroup>
      <inkml:annotationXML>
        <emma:emma xmlns:emma="http://www.w3.org/2003/04/emma" version="1.0">
          <emma:interpretation id="{E5756289-C61F-4014-855C-D05B4393BA50}" emma:medium="tactile" emma:mode="ink">
            <msink:context xmlns:msink="http://schemas.microsoft.com/ink/2010/main" type="paragraph" rotatedBoundingBox="10295,8593 15664,8449 15683,9152 10314,9296" alignmentLevel="4"/>
          </emma:interpretation>
        </emma:emma>
      </inkml:annotationXML>
      <inkml:traceGroup>
        <inkml:annotationXML>
          <emma:emma xmlns:emma="http://www.w3.org/2003/04/emma" version="1.0">
            <emma:interpretation id="{4AC806EA-30BA-466E-A7C1-CBB6A4F4E253}" emma:medium="tactile" emma:mode="ink">
              <msink:context xmlns:msink="http://schemas.microsoft.com/ink/2010/main" type="line" rotatedBoundingBox="10295,8593 15664,8449 15683,9152 10314,9296"/>
            </emma:interpretation>
          </emma:emma>
        </inkml:annotationXML>
        <inkml:traceGroup>
          <inkml:annotationXML>
            <emma:emma xmlns:emma="http://www.w3.org/2003/04/emma" version="1.0">
              <emma:interpretation id="{342EB2A0-8EBB-4FC7-999E-DC210B775C51}" emma:medium="tactile" emma:mode="ink">
                <msink:context xmlns:msink="http://schemas.microsoft.com/ink/2010/main" type="inkWord" rotatedBoundingBox="10299,8735 10769,8722 10781,9155 10310,9167"/>
              </emma:interpretation>
              <emma:one-of disjunction-type="recognition" id="oneOf8">
                <emma:interpretation id="interp40" emma:lang="en-IN" emma:confidence="0">
                  <emma:literal>RI</emma:literal>
                </emma:interpretation>
                <emma:interpretation id="interp41" emma:lang="en-IN" emma:confidence="0">
                  <emma:literal>121</emma:literal>
                </emma:interpretation>
                <emma:interpretation id="interp42" emma:lang="en-IN" emma:confidence="0">
                  <emma:literal>R</emma:literal>
                </emma:interpretation>
                <emma:interpretation id="interp43" emma:lang="en-IN" emma:confidence="0">
                  <emma:literal>Ri</emma:literal>
                </emma:interpretation>
                <emma:interpretation id="interp44" emma:lang="en-IN" emma:confidence="0">
                  <emma:literal>Re</emma:literal>
                </emma:interpretation>
              </emma:one-of>
            </emma:emma>
          </inkml:annotationXML>
          <inkml:trace contextRef="#ctx0" brushRef="#br0" timeOffset="45533.2529">2235 4313 294,'0'0'30,"0"0"5,0 0 53,0 0-13,0 0-24,0 0-28,0-21-16,0 21-7,0 0-3,0 11-14,0 10 17,0 7 2,0 4 19,0 0-2,0-1 9,0 1-17,0-2-5,0-1-2,0-7-1,0 2-2,0-6-1,0-1-9,0-2-38,0-6-21,0-1-31,0-7-36,-3-1-57</inkml:trace>
          <inkml:trace contextRef="#ctx0" brushRef="#br0" timeOffset="45957.5103">2259 4323 264,'0'0'25,"0"0"19,0 0 19,0 0-19,87-70-37,-73 70-5,0 0-2,-4 0-7,-2 14 2,2 4-5,-2 3 9,-4 3-3,-4 0 1,0-1-13,-3-2-10,-13 0 8,-5-3-18,-4 2-10,-2-9-11,0 0 26,9-2 20,0-8 11,8-1 1,7 0 7,2 0 22,1 0 11,0-1 8,0-5-37,11-1 7,2 3 9,8 1 9,-3 3-13,6 0-12,-3 7-9,7 11 7,-7 6-8,3 0 4,-3 1-6,-1 1-1,-3-2-50,-2-6-21,-2-4-8,-2-7-58</inkml:trace>
          <inkml:trace contextRef="#ctx0" brushRef="#br0" timeOffset="46215.365">2620 4426 442,'0'0'26,"0"0"42,0 0-11,0 0-57,0 0-10,0 0 7,20 49 3,-16-21 3,2 4 6,-2-4-6,-1 1-1,1-2 0,3-6-4,-3-3-25,2-7-34,1-4-46,1-7-31,2 0-90</inkml:trace>
        </inkml:traceGroup>
        <inkml:traceGroup>
          <inkml:annotationXML>
            <emma:emma xmlns:emma="http://www.w3.org/2003/04/emma" version="1.0">
              <emma:interpretation id="{83D4C521-4A06-4D4B-805E-47F02E5DCA00}" emma:medium="tactile" emma:mode="ink">
                <msink:context xmlns:msink="http://schemas.microsoft.com/ink/2010/main" type="inkWord" rotatedBoundingBox="10989,8575 15664,8449 15683,9152 11008,9278"/>
              </emma:interpretation>
              <emma:one-of disjunction-type="recognition" id="oneOf9">
                <emma:interpretation id="interp45" emma:lang="en-IN" emma:confidence="0">
                  <emma:literal>1221191123*2123</emma:literal>
                </emma:interpretation>
                <emma:interpretation id="interp46" emma:lang="en-IN" emma:confidence="0">
                  <emma:literal>1221191123*22123</emma:literal>
                </emma:interpretation>
                <emma:interpretation id="interp47" emma:lang="en-IN" emma:confidence="0">
                  <emma:literal>1221191123*212123</emma:literal>
                </emma:interpretation>
                <emma:interpretation id="interp48" emma:lang="en-IN" emma:confidence="0">
                  <emma:literal>1221191123*222123</emma:literal>
                </emma:interpretation>
                <emma:interpretation id="interp49" emma:lang="en-IN" emma:confidence="0">
                  <emma:literal>1221191123*232123</emma:literal>
                </emma:interpretation>
              </emma:one-of>
            </emma:emma>
          </inkml:annotationXML>
          <inkml:trace contextRef="#ctx0" brushRef="#br0" timeOffset="49089.1866">4915 4172 611,'0'0'39,"0"0"-3,0 0 45,0 0-46,0 0-35,0 0-15,19 68 15,-12-26 7,-3 3-1,-2 2-5,-1-5 3,-1-4-1,0-3-3,0-4-2,0-9-18,0-1-43,-3-7-31,-1-4-68,-7-10-89</inkml:trace>
          <inkml:trace contextRef="#ctx0" brushRef="#br0" timeOffset="49491.6255">5017 4175 518,'0'0'7,"0"0"42,0 0 28,0 0-63,0 0-13,109-56-1,-80 56 0,-8 0-3,-4 0-3,-7 11-1,-7 6-25,-3 4-19,0 1 24,-19 5 0,-12-1-6,-1-2-25,1-6 19,-3 0 3,9-5 28,3-2 8,6-4 3,6 4-1,7-4 1,-2 3 3,5 0 4,0 5 10,0 2-2,8 1 4,5 3-2,4 0-8,1 0-8,2-3 2,0 0-6,-1-1-7,-1-4-66,2-4-1,-3-9-95</inkml:trace>
          <inkml:trace contextRef="#ctx0" brushRef="#br0" timeOffset="49971.9862">5290 4404 414,'0'0'7,"0"0"84,0 0 17,0 0-36,0 0-48,0 0-19,87-80-5,-67 80 0,1 0-4,1 0-3,-6 10 3,-6 4-7,-6 7-15,-4-3-14,0 3 6,-1-3-8,-14-1 5,-3-3 4,-1-7 12,4-3 21,8-4 1,4 0 6,3 0 9,0 0 26,0 0-4,3 0-16,10 0-4,5 0-11,-1 0-5,0 0-2,1 0 0,-2 3-1,-2 11-3,-7 0 3,-3 1-4,-4 3-3,0 0 8,-20-2-1,-9 2 2,-5-7 2,-5-4 1,1-4-1,0-3-2,7 0 5,0 0-6,7-3 5,0-7 4,7-8-9,6 0-30,2-3-76,4-3-224</inkml:trace>
          <inkml:trace contextRef="#ctx0" brushRef="#br0" timeOffset="50798.7708">5660 4437 17,'0'0'161,"0"0"-87,0 0 23,0 0 7,0 0-31,0 0-9,3 0-1,0 0-13,6 0-23,11 0-5,15-5-14,11-1-6,5-1-2,1-1 1,-6 2-1,-5 2 0,-16 1 0,-10 1 0,-10 2-1,-5 0-13,0 0-30,0 0-43,0 0-48,-15 0-90,-8 0 38</inkml:trace>
          <inkml:trace contextRef="#ctx0" brushRef="#br0" timeOffset="51027.9353">5873 4280 346,'0'0'58,"0"0"65,0 0-15,0 0-31,0 0-62,0 0-15,0 2-21,0 22 21,0 8 11,6 7 1,-6 3-3,1 0-6,2 0-3,-2-4 0,2-5-1,4-6-50,3-9-28,4-4-24,4-10-26,5-4-48</inkml:trace>
          <inkml:trace contextRef="#ctx0" brushRef="#br0" timeOffset="51704.4158">6255 4282 397,'0'0'6,"0"0"82,0 0 13,46-89-59,-23 75-20,5 4-15,1 7-5,3 3-2,-4 0-1,-1 3-3,-7 11 1,-3 7-5,-5 0-11,-12 0-8,0 4 3,-3-1-4,-26 4-9,-5-6-22,-4-1-8,-4-1 13,-3-5 12,1-5-2,7-2-4,11-2 35,11-5 13,11-1 21,4 0 26,0 0-21,0 3-15,4 4-7,11 0 23,-2 7 39,8 0-20,1 3-13,1 1-2,2 3-22,-2-3-4,-1 6 1,-4-2-6,-2-1-4,2-3-45,-5-8-68,-2-5-104</inkml:trace>
          <inkml:trace contextRef="#ctx0" brushRef="#br0" timeOffset="51276.1104">6264 4243 452,'0'0'150,"0"0"-144,0 0 29,0 0-35,0 0 0,0 0 0,4 116 27,-4-67-15,-15 4 8,4 0-13,1-4-5,1-10-2,8-7 0,-2-4-8,0-6-49,3-6-28,0-5-55,0-11-67</inkml:trace>
          <inkml:trace contextRef="#ctx0" brushRef="#br0" timeOffset="52094.6345">6530 4419 414,'0'0'7,"0"0"60,0 0-2,0 0-15,87-54-43,-64 51-4,3 3-3,-6 0-3,-6 0-1,0 12-3,-7 4-4,-4 2-2,-3 3-1,0-3 6,-5 3-6,-15-1 9,-6-5 3,-2 0 2,1-4 3,7-5 0,11-2-3,6-2 2,3-2-2,0 0-2,0 0-9,9 0 8,14 0 3,10 0 16,9 0-10,2-3-6,-2-6-1,0 0-23,-3 0-48,-6-3-28,-4-5-19</inkml:trace>
          <inkml:trace contextRef="#ctx0" brushRef="#br0" timeOffset="52813.8926">7012 4091 318,'0'0'14,"0"0"58,0 0 13,0 0-27,72-85-44,-49 75-1,2-1-12,2 8 5,-5 3-5,-3 0-1,-8 0-6,-3 17 4,-3 4-6,-5 4-4,0 4 10,-5 1-15,-14-1-5,-12-1-15,-2-2 0,0-6-18,-5-2 3,8-8 26,8-2 20,11-2 6,2-6 1,6 1 4,3-1 4,0 0 16,0 0-2,0 0 1,0 3-7,7 5-17,5-2 29,2 4 6,3 1-20,1-1 2,2 5-10,5-1-1,-5 1-4,0-1-2,-1-1-2,-3 1-45,-3-7-47,-1 1-64</inkml:trace>
          <inkml:trace contextRef="#ctx0" brushRef="#br0" timeOffset="52373.0968">7009 4044 541,'0'0'12,"0"0"79,0 0 5,0 0-74,0 0-22,0 0-26,0 33 26,0 2 14,0 7 0,0 0 7,0-3-4,0 3-15,0-6 2,0-4-3,0-5 1,0-3-4,0-9-12,0 0-47,0-1-36,0-8-39,0-5-59</inkml:trace>
          <inkml:trace contextRef="#ctx0" brushRef="#br0" timeOffset="53325.1642">7372 4190 447,'0'0'14,"0"0"52,0 0-26,0 0-34,91-21-6,-65 21 0,0 0-3,2 6 2,-11 8-1,0 1-2,-3-1 1,-11 3-22,-3 1-12,0 0 11,-14-1 1,-13-2 4,-8-2-8,2-2-10,7-5 32,7-5 7,10-1 0,8 4 6,1-4-1,0 0-3,0 0-2,5 3 0,10 1 7,4 2 14,1 2-7,-1 5-11,-3-1 4,-5 2-6,-3-1 1,-8 1 0,0-2-1,-11 5 7,-13-7 9,-8 4-5,-6-6 24,-7-1-3,0-4-12,-3-2 5,3-1-15,7 0 5,6 0 4,6 0-15,4-8-5,2 1-52,6-8-125</inkml:trace>
          <inkml:trace contextRef="#ctx0" brushRef="#br0" timeOffset="46462.5343">2928 4246 446,'0'0'85,"0"0"-80,0 0 19,0 0-24,0 0 6,0 0 8,14 85 16,-12-50-10,2 0 3,-4-4-14,0 1-7,0-7-1,0-3-2,0-3-6,0-4-58,-3-4-36,-8-4-48,1-7-49</inkml:trace>
          <inkml:trace contextRef="#ctx0" brushRef="#br0" timeOffset="46882.8417">2963 4246 342,'0'0'26,"0"0"47,0 0-7,0 0-10,92-71-38,-56 64-13,3 4-3,-2 3 3,-6 0-5,-7 4-5,-9 13 2,-7 1-7,-4 3-4,-4 4 12,-6 2-3,-21 2-10,-15-1-23,-7 1-17,1-5 12,2-6-4,11-7 34,15-5 13,7-3 1,7-2 1,6-1 7,0 0 14,0 0 12,13-1-11,3-5-13,4 3 15,2 3 3,1 0-14,3 0 1,-3 16-8,2 2-2,-1 3-3,1 5-3,-8 1-2,1 2-9,0-1-58,-2-7-28,5-10-47,-8-8-28</inkml:trace>
          <inkml:trace contextRef="#ctx0" brushRef="#br0" timeOffset="47259.9881">3353 4411 460,'0'0'14,"0"0"65,0 0 3,0 0-52,0 0-23,0 0-7,90-55-3,-75 55-4,-5 13-2,0 8-3,-7 3-7,-3-1 5,0 4 6,0-2-5,-13-3-8,-6-3 11,1-4 8,0-4 1,3-4 1,6-1 3,5-4-1,4-2-1,0 0 0,0 0-1,0 3-6,7 0-6,14 1 12,9 2 10,6-1-7,6-5-3,6 3-2,-3-3-79,-3 0-130</inkml:trace>
          <inkml:trace contextRef="#ctx0" brushRef="#br0" timeOffset="47504.6974">3721 4450 472,'0'0'1,"0"0"17,0 0 12,0 0-12,0 0-16,124-13-1,-78 8 3,-2 5-4,-9-3 0,-11 3-2,-9 0-31,-9-3-39,-5 3-24,-1 0-21,-4 0-49</inkml:trace>
          <inkml:trace contextRef="#ctx0" brushRef="#br0" timeOffset="47758.3162">3828 4324 332,'0'0'39,"0"0"93,0 0 3,0 0-42,0 0-56,0 0-37,-6-15-3,6 26-18,0 13 21,0 7 6,4 2 12,1 6-3,2-1-12,-1-2 0,3-4-3,-2-4 0,4-4-31,1-2-42,3-4-52,-1-8-34,0-7-67</inkml:trace>
          <inkml:trace contextRef="#ctx0" brushRef="#br0" timeOffset="48038.3396">4251 4183 675,'0'0'17,"0"0"33,0 0 9,0 0-59,0 0-16,0 0 16,18 87 17,-15-41-5,1 4-5,-4-5 0,0 1-6,0-7 0,0-6 2,0-6-2,0-3-1,0-6-5,0-3-37,0-5-43,0-3-68,-2-7-34,-4 0-71</inkml:trace>
          <inkml:trace contextRef="#ctx0" brushRef="#br0" timeOffset="48426.4569">4272 4282 76,'0'0'261,"0"0"-216,31-83 93,-18 63-51,4 7-50,5 1-12,1 5-14,9 0-10,3 7-1,-5 0-3,-1 0-2,-9 11 1,-9 7-1,-4 0-15,-7 2-4,0 1-4,-8 0 6,-18 0-19,-7-3 13,-4 0-1,2-1 2,-2-6 21,8-3-1,12-5 7,3 0 7,11 0-5,3-2 0,0-1 5,0 4 3,0-1-10,0 4 1,13 7 21,2 4-2,9 3-2,-1 0-1,6 0-14,-2-3 2,4 3-5,1 0-65,-5-4-42,1-7-120</inkml:trace>
          <inkml:trace contextRef="#ctx0" brushRef="#br0" timeOffset="48808.2825">4666 4377 300,'0'0'24,"0"0"49,0 0 23,0 0-20,0 0-24,0 0-22,-2-12 7,2 12 2,0-2-2,0 2 1,0 0 3,0 0 5,0 0-3,0 0-6,0 0-9,0 0-6,0 0-17,0 0-5,0 0-11,0 14-7,0 10 18,0 1 9,0 7-1,2 3-4,-2-4-3,1 1-2,-1-4 1,0-3-59,0-4-50,2 0-16,3-10-76,0-11-78</inkml:trace>
        </inkml:traceGroup>
      </inkml:traceGroup>
    </inkml:traceGroup>
    <inkml:traceGroup>
      <inkml:annotationXML>
        <emma:emma xmlns:emma="http://www.w3.org/2003/04/emma" version="1.0">
          <emma:interpretation id="{301DB4B9-A27E-4D38-A884-04D16408763C}" emma:medium="tactile" emma:mode="ink">
            <msink:context xmlns:msink="http://schemas.microsoft.com/ink/2010/main" type="paragraph" rotatedBoundingBox="6970,9866 13095,9893 13092,10517 6967,10490" alignmentLevel="1"/>
          </emma:interpretation>
        </emma:emma>
      </inkml:annotationXML>
      <inkml:traceGroup>
        <inkml:annotationXML>
          <emma:emma xmlns:emma="http://www.w3.org/2003/04/emma" version="1.0">
            <emma:interpretation id="{15FFA309-62BF-4168-AA29-86465DC2CF63}" emma:medium="tactile" emma:mode="ink">
              <msink:context xmlns:msink="http://schemas.microsoft.com/ink/2010/main" type="line" rotatedBoundingBox="6970,9866 13095,9893 13092,10517 6967,10490"/>
            </emma:interpretation>
          </emma:emma>
        </inkml:annotationXML>
        <inkml:traceGroup>
          <inkml:annotationXML>
            <emma:emma xmlns:emma="http://www.w3.org/2003/04/emma" version="1.0">
              <emma:interpretation id="{870712D2-D41E-486A-B787-50D7E734985A}" emma:medium="tactile" emma:mode="ink">
                <msink:context xmlns:msink="http://schemas.microsoft.com/ink/2010/main" type="inkWord" rotatedBoundingBox="6970,9879 8291,9885 8289,10391 6968,10385"/>
              </emma:interpretation>
              <emma:one-of disjunction-type="recognition" id="oneOf10">
                <emma:interpretation id="interp50" emma:lang="en-IN" emma:confidence="0">
                  <emma:literal>127</emma:literal>
                </emma:interpretation>
                <emma:interpretation id="interp51" emma:lang="en-IN" emma:confidence="0">
                  <emma:literal>12</emma:literal>
                </emma:interpretation>
                <emma:interpretation id="interp52" emma:lang="en-IN" emma:confidence="0">
                  <emma:literal>120</emma:literal>
                </emma:interpretation>
                <emma:interpretation id="interp53" emma:lang="en-IN" emma:confidence="0">
                  <emma:literal>227</emma:literal>
                </emma:interpretation>
                <emma:interpretation id="interp54" emma:lang="en-IN" emma:confidence="0">
                  <emma:literal>121</emma:literal>
                </emma:interpretation>
              </emma:one-of>
            </emma:emma>
          </inkml:annotationXML>
          <inkml:trace contextRef="#ctx0" brushRef="#br0" timeOffset="55250.2884">-1105 5469 266,'0'0'34,"0"0"23,0 0 33,0 0-30,0 0-1,0 0-5,-3 0-18,3 0-11,0 0-25,0-1-1,10-2-7,18 0 8,18-5 5,9-2-3,7-1-1,-7 1-1,-7-1 0,-9 8-3,-18-1-21,-4 1-6,-10 3 14,-7 0-5,0 0-2,0 0-14,0 0-3,-18 0 26,1 0-8,-6 3 4,1 4 18,5-4 1,7-3 0,2 3 17,7-3 10,1 2-14,0 1-13,0 4-1,0 4 0,0 10 5,-2 7 13,1 4-9,-2 3 8,0-1-12,0-2 1,2-3-6,1-5 5,0-3-4,0-3 0,0 0-1,0-1 0,0-6 0,0 0-1,-3-2-8,-4-4-7,0 5 2,-10-2 1,-4-2 5,-2-2-10,-6 4 8,-2-5 2,4 4 8,1-4 0,6 5 0,-1-2 0,11-2-3,6 2 2,4-6-4,0 0-5,0 3-10,7-1 11,15-2 9,7 0 24,10 0 1,10 0-17,-1 0-4,1-5-4,-4-1-38,-6-1-136</inkml:trace>
          <inkml:trace contextRef="#ctx0" brushRef="#br0" timeOffset="55671.5878">-623 5754 445,'0'0'15,"0"0"90,0 0-28,0 0-26,0 0-26,49-77-7,-30 70-15,4 2-3,-7 2 0,-2 3-1,0 0-7,0 4 1,-4 10-1,-3 4-4,-4 3 4,-3 0-1,0 3 7,-10 1-4,-7-3 6,-8-1 0,2-4 0,-3 1 2,0-5 0,5-2 0,7-4 2,7-3-2,7-1 4,0-3-6,0 0-1,0 0-4,0 1-5,10-1 8,8 3 2,16-3 16,4 0-7,11 0-2,6 0-7,-3-3-44,-3-5-109,-4-2-112</inkml:trace>
          <inkml:trace contextRef="#ctx0" brushRef="#br0" timeOffset="55896.7486">8 5733 521,'0'0'48,"0"0"-48,0 0 33,0 0-14,0 0-15,0 0-4,107-4-1,-84 4-6,3 0-74,-10 0-51,-8 0-24</inkml:trace>
          <inkml:trace contextRef="#ctx0" brushRef="#br0" timeOffset="56053.8619">11 5888 184,'0'0'44,"0"0"8,0 0 23,0 0-3,0 0-29,0 0-13,44 3 6,-6-9-34,4-9-2,0-2-157,-7-1-220</inkml:trace>
        </inkml:traceGroup>
        <inkml:traceGroup>
          <inkml:annotationXML>
            <emma:emma xmlns:emma="http://www.w3.org/2003/04/emma" version="1.0">
              <emma:interpretation id="{2090C932-F7CD-496A-885C-E4723EC9C10A}" emma:medium="tactile" emma:mode="ink">
                <msink:context xmlns:msink="http://schemas.microsoft.com/ink/2010/main" type="inkWord" rotatedBoundingBox="9250,10037 9884,10040 9882,10503 9248,10500"/>
              </emma:interpretation>
              <emma:one-of disjunction-type="recognition" id="oneOf11">
                <emma:interpretation id="interp55" emma:lang="en-IN" emma:confidence="0">
                  <emma:literal>1.</emma:literal>
                </emma:interpretation>
                <emma:interpretation id="interp56" emma:lang="en-IN" emma:confidence="0">
                  <emma:literal>1,</emma:literal>
                </emma:interpretation>
                <emma:interpretation id="interp57" emma:lang="en-IN" emma:confidence="0">
                  <emma:literal>1</emma:literal>
                </emma:interpretation>
                <emma:interpretation id="interp58" emma:lang="en-IN" emma:confidence="0">
                  <emma:literal>I.</emma:literal>
                </emma:interpretation>
                <emma:interpretation id="interp59" emma:lang="en-IN" emma:confidence="0">
                  <emma:literal>Z.</emma:literal>
                </emma:interpretation>
              </emma:one-of>
            </emma:emma>
          </inkml:annotationXML>
          <inkml:trace contextRef="#ctx0" brushRef="#br0" timeOffset="57981.9523">1174 5627 247,'0'0'42,"0"0"8,0 0 56,0 0-29,0 0-39,0 0-8,-2 4 0,2-4-16,10 0-5,11 0 6,8-8-10,11-2 1,5-1-1,4-3-5,-5 7 3,-12-1-6,-11 2 0,-9 3-15,-9-1-17,-2 4-7,-1 0 5,0 0-8,-1 0-2,-14 0 19,-3 4-8,-3 2 11,7-3 25,4-1 0,0 1 6,7-3 25,-2 3-3,5 0-9,0 4-11,0 4-6,0 7 4,0 7 12,0 3-1,0 3-3,0 1-3,0 0-5,0 0-2,0-1-4,-3-6 0,-4 3 3,-2-3-3,-3-4 0,-1 0-2,-6 0-5,3-6-26,-5-1 2,1-4-21,2-2 22,3-5 28,2-3 2,6 0 1,7 0 26,0 0 40,0 0-10,0 0-7,0 0-11,0 0-17,11 0-10,13 0-11,7-5 2,10 2-3,4 0 0,1 0 3,-1 2-3,-7 1-5,-7 0-111,-6 0-81,-12 0-125</inkml:trace>
          <inkml:trace contextRef="#ctx0" brushRef="#br0" timeOffset="58124.0534">1704 5969 581,'0'0'34,"0"0"98,0 0-37,0 0-30,0 0-61,0 0-4,59-57-28,-37 54-106,-2-1-165</inkml:trace>
        </inkml:traceGroup>
        <inkml:traceGroup>
          <inkml:annotationXML>
            <emma:emma xmlns:emma="http://www.w3.org/2003/04/emma" version="1.0">
              <emma:interpretation id="{A8C2652A-E45F-4269-9CE7-C088A60E395B}" emma:medium="tactile" emma:mode="ink">
                <msink:context xmlns:msink="http://schemas.microsoft.com/ink/2010/main" type="inkWord" rotatedBoundingBox="11418,9885 13095,9893 13092,10506 11415,10498"/>
              </emma:interpretation>
              <emma:one-of disjunction-type="recognition" id="oneOf12">
                <emma:interpretation id="interp60" emma:lang="en-IN" emma:confidence="0">
                  <emma:literal>Rika</emma:literal>
                </emma:interpretation>
                <emma:interpretation id="interp61" emma:lang="en-IN" emma:confidence="0">
                  <emma:literal>RI R 3</emma:literal>
                </emma:interpretation>
                <emma:interpretation id="interp62" emma:lang="en-IN" emma:confidence="0">
                  <emma:literal>RI R3</emma:literal>
                </emma:interpretation>
                <emma:interpretation id="interp63" emma:lang="en-IN" emma:confidence="0">
                  <emma:literal>Ri R 3</emma:literal>
                </emma:interpretation>
                <emma:interpretation id="interp64" emma:lang="en-IN" emma:confidence="0">
                  <emma:literal>Ri R3</emma:literal>
                </emma:interpretation>
              </emma:one-of>
            </emma:emma>
          </inkml:annotationXML>
          <inkml:trace contextRef="#ctx0" brushRef="#br0" timeOffset="58961.6491">3342 5504 313,'0'0'29,"0"0"57,0 0 21,0 0-27,0 0-13,0 0-24,0 0-28,-2-25-5,2 25-10,0 3-9,0 15-9,0 10 18,0 8 11,0 6 7,0-3-3,2 2 2,5-5-14,2-1 3,-3-6-5,-2-4 1,2-1 0,-6-6 0,1-1-2,-1-2-12,0-5-26,0 0-43,0-6-12,-1-1-27,-9-3-47,4 0-23</inkml:trace>
          <inkml:trace contextRef="#ctx0" brushRef="#br0" timeOffset="59507.8687">3343 5606 311,'0'0'79,"0"0"22,0 0-4,0 0-7,21-84-66,-3 69-15,10-2 5,1 7-6,7-2-7,2 5 1,-1 4-2,-5 3-3,-4 0 1,-4 7-4,-6 10 0,-8 2-2,-3 8 4,-7-1-8,0 4 3,-21-1-2,-7-1-8,-10 1-6,-6-8-6,4-3-3,7-5 15,4-5 10,13-5 9,6-3 0,6 0 4,-1 0 6,3-4-3,1-6-1,-2 6 9,2-4 2,-1 2 8,2 3-6,-1 2 6,1 1-6,0 0-1,0 0-9,0 0-2,0 0 5,0 0-6,0 0-3,0 0-3,10 1 0,9 10 15,7 5-2,4 2-4,4 3-1,-3 1-8,1-1 3,-6 0-3,-1 0-3,-8-3-43,-2 0-31,-5-1-23,0-3-45,-4-7-8</inkml:trace>
          <inkml:trace contextRef="#ctx0" brushRef="#br0" timeOffset="60386.1635">3816 5760 285,'0'0'26,"0"0"34,0 0 36,0 0 9,0 0-45,0 0 3,25-66-8,-24 66-4,-1 0-32,0 0-19,0 0 0,0 0-14,2 18-6,-2 6 20,0 8 5,1 0 7,-1 3-7,5 3 4,-5-6-9,0-7 2,3-1-1,-3-3 1,3-6-2,1-4-1,-1-1-28,-3-2-41,4-5-31,6-3-29,4 0-16,7-14-114</inkml:trace>
          <inkml:trace contextRef="#ctx0" brushRef="#br0" timeOffset="61138.5489">4313 5546 342,'0'0'18,"0"0"114,0 0-54,0 0 0,29-88-47,-5 74-22,7 0-4,3 4-4,1 5-1,0 2 0,-12 3 0,-5 0-4,-7 11-2,-4 7-4,-1 3 3,-6 0 5,0 0 1,-9 0-3,-14 0-3,-6 0-12,-4-3-11,-2-1 7,-2-6-9,3-1 22,4-2 0,5-1 9,10-4 0,3 0 1,10-2 2,2-1 0,0 4-2,0 2-12,2 1-1,14 8 13,-2-1 16,6-1 9,2 2-5,0 2-5,0-3-1,-1-3-6,0 3-4,-7 0-1,2-3 1,-5-1-4,0 0-2,-4-2-39,-1-1-39,1 1-63,-1-8-52</inkml:trace>
          <inkml:trace contextRef="#ctx0" brushRef="#br0" timeOffset="60674.3169">4285 5483 531,'0'0'24,"0"0"-10,0 0 32,0 0-46,0 0 8,0 0 10,36 69 11,-26-33 4,1 3-13,-1-4 1,0 0-11,-4-7-8,-1-2 2,0-5-3,-2-4-1,-3-2 0,0-2-25,0-2-56,0-1-43,-6-5-62,-10-5-122</inkml:trace>
          <inkml:trace contextRef="#ctx0" brushRef="#br0" timeOffset="61668.3952">4709 5686 452,'0'0'39,"0"0"55,0 0 23,0 0-58,0 0-35,0 0-22,103-73 3,-71 66-4,-2 7-1,2 0 0,-1 0-2,-4 0 0,-5 0-1,-6 11 2,-6 3-7,-6 0-6,-4 3-7,0 4-2,-7 0 7,-16 0-14,-11 0 6,2-6-18,7-1 18,4-8 20,12-5 2,4 3 2,5-4 4,0 0 7,0 0 3,3 0-13,12 0 0,2 0 0,3 0 1,2 0-2,-5 0 0,3 7 0,-5 11 0,-5-1-1,-5 1 2,-3 3-2,-2 0 2,0 0-1,-14 0 5,-14-3-5,-6-4 6,-4-4 0,-4-2-4,-3-5-1,0 0-1,3-3 7,3 0-3,9 0 5,3-6-9,6-5-1,3 1-63,5-5-137</inkml:trace>
        </inkml:traceGroup>
      </inkml:traceGroup>
    </inkml:traceGroup>
    <inkml:traceGroup>
      <inkml:annotationXML>
        <emma:emma xmlns:emma="http://www.w3.org/2003/04/emma" version="1.0">
          <emma:interpretation id="{8F6C5FB9-2F06-440B-9562-97A40870FD04}" emma:medium="tactile" emma:mode="ink">
            <msink:context xmlns:msink="http://schemas.microsoft.com/ink/2010/main" type="paragraph" rotatedBoundingBox="10930,10910 16900,10609 16934,11284 10964,11585" alignmentLevel="5"/>
          </emma:interpretation>
        </emma:emma>
      </inkml:annotationXML>
      <inkml:traceGroup>
        <inkml:annotationXML>
          <emma:emma xmlns:emma="http://www.w3.org/2003/04/emma" version="1.0">
            <emma:interpretation id="{91E9DC8F-C053-4F9F-BD63-F3C5377D8357}" emma:medium="tactile" emma:mode="ink">
              <msink:context xmlns:msink="http://schemas.microsoft.com/ink/2010/main" type="line" rotatedBoundingBox="10930,10910 16900,10609 16934,11284 10964,11585"/>
            </emma:interpretation>
          </emma:emma>
        </inkml:annotationXML>
        <inkml:traceGroup>
          <inkml:annotationXML>
            <emma:emma xmlns:emma="http://www.w3.org/2003/04/emma" version="1.0">
              <emma:interpretation id="{9338D3D5-40CE-4943-A68E-5D37F9219529}" emma:medium="tactile" emma:mode="ink">
                <msink:context xmlns:msink="http://schemas.microsoft.com/ink/2010/main" type="inkWord" rotatedBoundingBox="10987,10888 12088,11010 12025,11571 10924,11449"/>
              </emma:interpretation>
              <emma:one-of disjunction-type="recognition" id="oneOf13">
                <emma:interpretation id="interp65" emma:lang="en-IN" emma:confidence="0">
                  <emma:literal>RR</emma:literal>
                </emma:interpretation>
                <emma:interpretation id="interp66" emma:lang="en-IN" emma:confidence="0">
                  <emma:literal>RIR</emma:literal>
                </emma:interpretation>
                <emma:interpretation id="interp67" emma:lang="en-IN" emma:confidence="0">
                  <emma:literal>Ritz</emma:literal>
                </emma:interpretation>
                <emma:interpretation id="interp68" emma:lang="en-IN" emma:confidence="0">
                  <emma:literal>Rik</emma:literal>
                </emma:interpretation>
                <emma:interpretation id="interp69" emma:lang="en-IN" emma:confidence="0">
                  <emma:literal>RiR</emma:literal>
                </emma:interpretation>
              </emma:one-of>
            </emma:emma>
          </inkml:annotationXML>
          <inkml:trace contextRef="#ctx0" brushRef="#br0" timeOffset="64525.5885">2892 6564 73,'0'0'274,"0"0"-217,0 0 19,0 0-24,88-91 4,-53 76-45,2 5-9,4 2 1,-4 8-3,-7 0-1,-5 0-1,-9 8-6,-1 10 0,-9 3-2,-6 0 2,0 3 4,-3 2 3,-16-2-17,-7 0-7,-9 1-8,-3-7-3,0 3-6,-4-7 10,5-3-7,12-4 29,11-4 10,11-3 5,3 0 44,0 0 5,0 0-13,3 0-10,11 0-6,7 0-12,-1 0-3,11 6-4,-3 6 1,6 5-7,-2 1 0,-4 6-1,-4 2-3,-6-2-34,-1 1-20,-7-1-63,0-9-52</inkml:trace>
          <inkml:trace contextRef="#ctx0" brushRef="#br0" timeOffset="64092.28">2945 6525 311,'0'0'31,"0"0"96,0 0-22,0 0-20,0 0-25,0 0-37,-7-35-23,4 35-3,2 4-13,-2 17 3,0 11 13,-1 6 16,1 5 2,3-2-12,0-2-3,0-3-1,-3-4 0,3-4-2,0-6 1,0-3 1,-4-4-2,-3-1-31,0-2-59,-1-3-46,0-8-59,0-1-113</inkml:trace>
          <inkml:trace contextRef="#ctx0" brushRef="#br0" timeOffset="64967.9033">3319 6761 288,'0'0'48,"0"0"55,0 0-6,0 0-5,0 0-20,0 0-12,4-14-16,-4 14-8,0 0-10,0 0-10,0 0-16,0 3-8,3 15-3,-3 8 11,1 4 8,1-1-6,-1 2 2,-1 1-4,2-3-2,0-1-38,1-4-54,2-6-36,2-7-58,2-11-60</inkml:trace>
          <inkml:trace contextRef="#ctx0" brushRef="#br0" timeOffset="65254.108">3669 6574 454,'0'0'157,"0"0"-130,0 0 66,0 0-31,0 0-62,0 0-20,26 39 20,-14 1 6,-5 2-1,0 3-1,-3-2-4,-1-2 5,1-5-3,-1-4-1,-1-4-1,-1-7-5,3-4-47,-4-5-37,0-3-54,0-7-62</inkml:trace>
          <inkml:trace contextRef="#ctx0" brushRef="#br0" timeOffset="65674.3404">3742 6621 157,'0'0'194,"0"0"-93,0 0-4,0 0-18,0 0-23,54-81-47,-32 76-9,2 2-3,5 3-2,2 0 2,-8 8-1,-3 5-1,-5 8-6,-12 0-22,-3 2-2,-6 4 13,-20-3-5,-3 2-22,-13-2-4,1-3 6,2-3 10,7-4 12,9-7 24,12-4 1,4-2 1,7-1 42,0 0 15,0 0-7,0 0-19,4 3-10,7 4-9,4 4 10,7 6 0,-1 1-2,7 3-7,-4 3-14,4-2 4,-4 3-4,0-4-48,-6-3-54,1-7-81,-4-8-110</inkml:trace>
        </inkml:traceGroup>
        <inkml:traceGroup>
          <inkml:annotationXML>
            <emma:emma xmlns:emma="http://www.w3.org/2003/04/emma" version="1.0">
              <emma:interpretation id="{2D96D0CA-C5CC-441D-A2AC-E9ECB08850B8}" emma:medium="tactile" emma:mode="ink">
                <msink:context xmlns:msink="http://schemas.microsoft.com/ink/2010/main" type="inkWord" rotatedBoundingBox="12154,11032 14651,10781 14704,11313 12207,11563"/>
              </emma:interpretation>
              <emma:one-of disjunction-type="recognition" id="oneOf14">
                <emma:interpretation id="interp70" emma:lang="en-IN" emma:confidence="0">
                  <emma:literal>2+12,123</emma:literal>
                </emma:interpretation>
                <emma:interpretation id="interp71" emma:lang="en-IN" emma:confidence="0">
                  <emma:literal>2+121123</emma:literal>
                </emma:interpretation>
                <emma:interpretation id="interp72" emma:lang="en-IN" emma:confidence="0">
                  <emma:literal>21121123</emma:literal>
                </emma:interpretation>
                <emma:interpretation id="interp73" emma:lang="en-IN" emma:confidence="0">
                  <emma:literal>2tRi123</emma:literal>
                </emma:interpretation>
                <emma:interpretation id="interp74" emma:lang="en-IN" emma:confidence="0">
                  <emma:literal>21121133</emma:literal>
                </emma:interpretation>
              </emma:one-of>
            </emma:emma>
          </inkml:annotationXML>
          <inkml:trace contextRef="#ctx0" brushRef="#br0" timeOffset="67954.0877">5686 6670 430,'0'0'52,"0"0"62,0 0-3,0 0-60,0 0-51,0 0-20,6 17 20,4 9 0,1 1 1,3 1 2,-6-2 0,1 1-3,1-9 0,-4 0-24,3-4-54,-2-7-29,-1-7-41,4 0-17</inkml:trace>
          <inkml:trace contextRef="#ctx0" brushRef="#br0" timeOffset="68202.264">5958 6508 435,'0'0'80,"0"0"95,0 0-76,0 0-45,0 0-54,0 0-9,12 14-8,-9 17 17,0 5 9,-2 3-9,2-1 2,-3-2 3,0-4-4,0-8-2,0-3-10,0-6-47,0-5-14,0-3-61,0-4-45,0-3-61</inkml:trace>
          <inkml:trace contextRef="#ctx0" brushRef="#br0" timeOffset="68613.5588">6013 6493 0,'0'0'336,"0"0"-245,19-84 20,-10 67-10,2 2-44,4 5-16,-1-1-23,6 5-13,1 5-5,2 1-4,2 0 2,0 4-3,-1 10 1,-10 1 0,-2 4-10,-8-1-28,-4 0 5,0 0-3,-13 3 5,-16-3-6,-4-1-17,-8 1 4,2-4 16,3-4 15,7-2 14,9-1 8,8-4 1,9 0 9,3-3 10,0 8-13,0-1 0,0 10 21,12 1 20,4 3-14,-5 0 0,4 0-15,-1 0-2,4 0-12,-1-3-3,5-4-2,-5-2-12,6-3-69,3-8-63,1-1-139</inkml:trace>
          <inkml:trace contextRef="#ctx0" brushRef="#br0" timeOffset="69107.9086">6357 6550 170,'0'0'271,"0"0"-231,0 0 52,0 0-48,0 0-38,86-49-6,-61 49-1,2 0-1,-4 4-2,-3 6 2,-5 4-6,-3 3 2,-11-2-14,-1 6-12,-1-3 13,-23 0-2,3-5-6,2-2-6,6-8 33,7 1 0,2-4 4,4 4-1,0-4 9,0 0 14,0 0 8,0 0-20,13 0-4,6 3-6,1 4-3,3 4-1,-1-1-1,-2 8 0,-4-1-2,-10 1-6,-6-3-21,0 1 5,-10-1 17,-24 2 4,-6-3 3,-4-2-3,-1-6-17,6-2 14,5-4 7,3 0 0,10 0 3,-1-7 5,7-4-7,5-7-1,6 1-59,0-4-59,4 3-123</inkml:trace>
          <inkml:trace contextRef="#ctx0" brushRef="#br0" timeOffset="66064.3083">4099 6782 371,'0'0'57,"0"0"10,0 0 17,0 0-40,89-80-39,-60 76-4,-1 1-1,-4 3-1,0 0-4,-6 3 2,-3 12-8,-7 1-1,-6 7 4,-2 1 2,-2 0-4,-15 2 7,-4-5 1,-3-5-4,3-1 6,4-4 0,3-5 6,4-2-2,6-1 1,4-3 24,0 4 7,0-4-1,0 0-17,0 0-7,0 0-2,14 0 14,14 0-16,5-7-3,10 0-3,6-1-1,5 1-10,1 1-67,5-2-61,-4 2-72</inkml:trace>
          <inkml:trace contextRef="#ctx0" brushRef="#br0" timeOffset="66808.4959">4677 6761 18,'0'0'344,"0"0"-335,0 0 40,0 0 4,0 0-28,0 0-10,122 0 1,-73 0 1,0-6-4,-2 1-4,-13 2 2,-8 3-5,-11 0-6,-8 0 0,-6 0 0,-1 0-16,0 0-60,-1 0-58,-18 3 32,-5 2-142</inkml:trace>
          <inkml:trace contextRef="#ctx0" brushRef="#br0" timeOffset="67047.4054">4858 6631 374,'0'0'16,"0"0"88,0 0 1,0 0-25,0 0-80,0 0-4,-4 14-18,4 15 22,0 8 11,0 4-4,0 4 2,0 0-7,0-3 0,0-6-4,0-7-1,1-5-38,14-6-41,7-7-27,6-11-11,4 0-100</inkml:trace>
          <inkml:trace contextRef="#ctx0" brushRef="#br0" timeOffset="67304.6255">5252 6568 374,'0'0'127,"0"0"-53,0 0 9,0 0-44,0 0-39,0 0-15,14 49 15,-8-6 27,-1 2-12,-5 5-8,3-5 2,1-6-8,2-4 0,-2-10 1,-3-4-4,1-4-2,-1-6-37,-1-4-60,0-3-43,0-4-98</inkml:trace>
          <inkml:trace contextRef="#ctx0" brushRef="#br0" timeOffset="67721.9224">5298 6582 114,'0'0'288,"0"0"-274,0 0 95,17-88-33,4 73-20,2 5-43,6 4-6,1 1-5,1 5-2,-6 0 0,-7 0-4,-5 11-4,-4 10-3,-8 0-8,-1 5-1,0 4 7,-14-5-5,-9 1-8,-8-2-5,-2-3 16,0-3-8,-3-7 4,6-1 10,6-7 7,10 0 2,5-3 1,9 0 4,0 0 14,0 0 4,0 0-23,4 5 3,11 4-3,-1 3 24,8 4-9,2 2-11,-1 4-3,5-1 3,3-3-4,-4 0-18,3-8-29,-2 1-57,-5-8-16,-1-3-117</inkml:trace>
        </inkml:traceGroup>
        <inkml:traceGroup>
          <inkml:annotationXML>
            <emma:emma xmlns:emma="http://www.w3.org/2003/04/emma" version="1.0">
              <emma:interpretation id="{38D1F8DB-ACA9-48C7-BCAA-B4F633091DF3}" emma:medium="tactile" emma:mode="ink">
                <msink:context xmlns:msink="http://schemas.microsoft.com/ink/2010/main" type="inkWord" rotatedBoundingBox="15085,10951 15235,11282 15014,11383 14863,11052"/>
              </emma:interpretation>
              <emma:one-of disjunction-type="recognition" id="oneOf15">
                <emma:interpretation id="interp75" emma:lang="en-IN" emma:confidence="0">
                  <emma:literal>+</emma:literal>
                </emma:interpretation>
                <emma:interpretation id="interp76" emma:lang="en-IN" emma:confidence="0">
                  <emma:literal>&amp;</emma:literal>
                </emma:interpretation>
                <emma:interpretation id="interp77" emma:lang="en-IN" emma:confidence="0">
                  <emma:literal>X</emma:literal>
                </emma:interpretation>
                <emma:interpretation id="interp78" emma:lang="en-IN" emma:confidence="0">
                  <emma:literal>x</emma:literal>
                </emma:interpretation>
                <emma:interpretation id="interp79" emma:lang="en-IN" emma:confidence="0">
                  <emma:literal>l</emma:literal>
                </emma:interpretation>
              </emma:one-of>
            </emma:emma>
          </inkml:annotationXML>
          <inkml:trace contextRef="#ctx0" brushRef="#br0" timeOffset="69829.8774">6822 6653 307,'0'0'27,"0"0"-14,0 0 38,0 0 25,0 0-35,0 0-29,20 6 6,4-6 0,4 0 5,7 0-13,1 0-2,1 0-2,-7-3-6,-5 3 0,-10 0-1,-5 0-26,-5 0-34,-5 0-53,0-3-38,0-2-103</inkml:trace>
          <inkml:trace contextRef="#ctx0" brushRef="#br0" timeOffset="70068.3143">7002 6479 407,'0'0'23,"0"0"89,0 0-9,0 0-26,0 0-66,0 0-11,-9 0-18,9 26 18,1 9 4,7 10 13,-1-2-9,-6 3-3,4-4-2,0-8-3,1-8 0,3-5-21,1-3-41,6-7-80,5-11-34,6 0-63</inkml:trace>
        </inkml:traceGroup>
        <inkml:traceGroup>
          <inkml:annotationXML>
            <emma:emma xmlns:emma="http://www.w3.org/2003/04/emma" version="1.0">
              <emma:interpretation id="{37C0F489-F182-4A5E-AD16-940E7AB88294}" emma:medium="tactile" emma:mode="ink">
                <msink:context xmlns:msink="http://schemas.microsoft.com/ink/2010/main" type="inkWord" rotatedBoundingBox="15516,10679 16900,10609 16930,11197 15546,11267"/>
              </emma:interpretation>
              <emma:one-of disjunction-type="recognition" id="oneOf16">
                <emma:interpretation id="interp80" emma:lang="en-IN" emma:confidence="0">
                  <emma:literal>122123</emma:literal>
                </emma:interpretation>
                <emma:interpretation id="interp81" emma:lang="en-IN" emma:confidence="0">
                  <emma:literal>12223</emma:literal>
                </emma:interpretation>
                <emma:interpretation id="interp82" emma:lang="en-IN" emma:confidence="0">
                  <emma:literal>R2123</emma:literal>
                </emma:interpretation>
                <emma:interpretation id="interp83" emma:lang="en-IN" emma:confidence="0">
                  <emma:literal>122133</emma:literal>
                </emma:interpretation>
                <emma:interpretation id="interp84" emma:lang="en-IN" emma:confidence="0">
                  <emma:literal>12123</emma:literal>
                </emma:interpretation>
              </emma:one-of>
            </emma:emma>
          </inkml:annotationXML>
          <inkml:trace contextRef="#ctx0" brushRef="#br0" timeOffset="70736.5401">7501 6356 416,'0'0'24,"0"0"37,0 0-31,0 0 1,111-53-16,-80 53-12,-7 0-3,1 0-3,-11 15-2,-5 6-8,-8 0-18,-1 7 16,0-3 7,-15 2-4,-7-4-3,-7 1-4,-6-3 10,0-4-40,1-5 19,2-2 15,4-4 1,12-1 10,6-2 4,7-3 6,3 3 33,0-3-13,0 3-15,5 1-7,8 10 7,9 1 17,-2 6 0,6-3-23,0 3 0,3-1-4,-3-5 0,0 3-1,-7-5-12,-4-2-63,-3-7-72</inkml:trace>
          <inkml:trace contextRef="#ctx0" brushRef="#br0" timeOffset="70325.5907">7462 6314 465,'0'0'156,"0"0"-139,0 0 42,0 0-59,0 0-8,0 0 8,21 78 7,-18-30 20,0 2-20,-2 0-3,3-5-1,-1-6-1,1-7-1,-4-7-1,0-5-1,0-5-34,0-2-66,0-2-52,0-10-69</inkml:trace>
          <inkml:trace contextRef="#ctx0" brushRef="#br0" timeOffset="71103.7994">7774 6582 306,'0'0'104,"0"0"-72,0 0 50,44-78-7,-25 67-25,-2 5-33,-1 3-3,-3 3-8,-3 0-6,-1 0-7,-2 13-1,-3 9-1,-4 2 7,0 4-2,0 1-1,-4-5-2,-9 1 2,-5-5-3,1-5 8,0-1 0,2-4 1,5-5 3,7-2 1,3 0-3,0-3 3,0 0-5,0 0-5,21 0 5,6 0 6,11-6 0,9-2-6,3-5-16,0 2-36,1-4-57,-8-3-51,-7-2-76</inkml:trace>
          <inkml:trace contextRef="#ctx0" brushRef="#br0" timeOffset="71373.9921">8240 6349 413,'0'0'34,"0"0"98,0 0-7,0 0-32,0 0-70,0 0-23,-5-17-18,5 38 5,0 11 13,0 4 12,0 6 6,1 3-8,2-3 1,-2-3-9,-1-4 1,0-3-3,0-7-3,0-1-1,0-6-41,0-4-44,0-4-38,-4-7-49,0-3-70</inkml:trace>
          <inkml:trace contextRef="#ctx0" brushRef="#br0" timeOffset="71832.3242">8265 6297 366,'0'0'2,"0"0"82,36-82-4,-19 62 15,2 5-49,4 1-35,2 4-10,2 5-1,0 5-3,-2 0 1,-3 5-3,-7 13-3,-7 6-1,-3 0-18,-5 2 3,0 1 9,-16-5-21,-13 2 6,-7-6-13,-8 2-4,-2-5 2,4-4 17,9-5 14,11-2 11,11-4 4,8 0-1,3 0 10,0 0 16,0 0-1,0 0 3,0 0-10,0 6-17,3 2 6,5 2 7,5 5 5,3 2 0,0 1-7,1 0 9,5 0-7,1-1-9,0-4 2,-1-1-4,-3-3-3,-4-4-4,-7 2-65,-5-4-55,0-3-44</inkml:trace>
          <inkml:trace contextRef="#ctx0" brushRef="#br0" timeOffset="72372.3953">8564 6392 410,'0'0'7,"0"0"83,0 0-32,0 0-24,0 0-18,104-57-8,-79 54 0,0 0 0,-3 3-1,-4 0-4,1 0-3,-4 6-4,-4 9 3,-4 2-6,-7 4-1,0 3 0,-7 1-19,-19 1-7,-4-2-10,-1-3 3,5-4-6,11-10 28,4-2 19,8-2 1,3-3 8,0 0 5,0 0 18,14-3-31,3-8 5,1 7-2,0 1 1,1 3 3,1 0 3,2 0-5,-2 7-5,-1 7 0,-8-1-1,-5 5 4,-6-3-3,0 5 0,-7-2-1,-21 0 2,-5 0 2,-6-8 0,0 1 4,-2-2-1,4-4 1,4-5-1,2 0-5,7 0 11,2 0-6,2-8-7,3-2-10,2-8-155</inkml:trace>
        </inkml:traceGroup>
      </inkml:traceGroup>
    </inkml:traceGroup>
    <inkml:traceGroup>
      <inkml:annotationXML>
        <emma:emma xmlns:emma="http://www.w3.org/2003/04/emma" version="1.0">
          <emma:interpretation id="{0B17421B-DDAE-482C-A270-F3C67B612CE2}" emma:medium="tactile" emma:mode="ink">
            <msink:context xmlns:msink="http://schemas.microsoft.com/ink/2010/main" type="paragraph" rotatedBoundingBox="6872,12049 13220,12006 13224,12527 6876,12570" alignmentLevel="1"/>
          </emma:interpretation>
        </emma:emma>
      </inkml:annotationXML>
      <inkml:traceGroup>
        <inkml:annotationXML>
          <emma:emma xmlns:emma="http://www.w3.org/2003/04/emma" version="1.0">
            <emma:interpretation id="{D30668FF-CCD7-45F9-A193-DE335BB6DE2C}" emma:medium="tactile" emma:mode="ink">
              <msink:context xmlns:msink="http://schemas.microsoft.com/ink/2010/main" type="line" rotatedBoundingBox="6872,12049 13220,12006 13224,12527 6876,12570"/>
            </emma:interpretation>
          </emma:emma>
        </inkml:annotationXML>
        <inkml:traceGroup>
          <inkml:annotationXML>
            <emma:emma xmlns:emma="http://www.w3.org/2003/04/emma" version="1.0">
              <emma:interpretation id="{51348FD9-7357-44E0-AB7C-223A20C34CA0}" emma:medium="tactile" emma:mode="ink">
                <msink:context xmlns:msink="http://schemas.microsoft.com/ink/2010/main" type="inkWord" rotatedBoundingBox="6874,12039 10207,12103 10198,12599 6864,12535"/>
              </emma:interpretation>
              <emma:one-of disjunction-type="recognition" id="oneOf17">
                <emma:interpretation id="interp85" emma:lang="en-IN" emma:confidence="0">
                  <emma:literal>13-1.</emma:literal>
                </emma:interpretation>
                <emma:interpretation id="interp86" emma:lang="en-IN" emma:confidence="0">
                  <emma:literal>23-1.</emma:literal>
                </emma:interpretation>
                <emma:interpretation id="interp87" emma:lang="en-IN" emma:confidence="0">
                  <emma:literal>23--2.</emma:literal>
                </emma:interpretation>
                <emma:interpretation id="interp88" emma:lang="en-IN" emma:confidence="0">
                  <emma:literal>13.1.</emma:literal>
                </emma:interpretation>
                <emma:interpretation id="interp89" emma:lang="en-IN" emma:confidence="0">
                  <emma:literal>23=2.</emma:literal>
                </emma:interpretation>
              </emma:one-of>
            </emma:emma>
          </inkml:annotationXML>
          <inkml:trace contextRef="#ctx0" brushRef="#br0" timeOffset="75225.0725">-24 7822 374,'0'0'16,"0"0"1,0 0 41,0 0-27,104-25-29,-72 22-2,-5 3-3,1 0-53,-11 0-72,-10 0-144</inkml:trace>
          <inkml:trace contextRef="#ctx0" brushRef="#br0" timeOffset="75390.0243">21 7928 207,'0'0'51,"0"0"-10,0 0 25,0 0 35,0 0-39,0 0-9,17 14-16,15-14 7,16 0-19,4 0-25,11 0-15,5-10-130,2-2-146</inkml:trace>
          <inkml:trace contextRef="#ctx0" brushRef="#br0" timeOffset="74473.5381">-1178 7657 156,'0'0'32,"0"0"46,0 0 8,0 0-21,0 0-16,0 0-2,0 0-12,-24-29 2,21 26 2,3 3-5,0-3-5,0 3-8,0 0-18,0 0-3,3-5-9,26 2 4,12-7 5,18-1 3,3 1-3,3 2 0,-15 2-14,-6 5-12,-19 1-2,-12 0-16,-6 0-8,-7 0-18,0 0-14,-17 0 57,-11 7 0,-4 1-25,5-5 21,3 0 31,10-3 12,7 1 23,4-1 17,3 0-4,0 0-19,0 0-10,0 3-19,0 3-3,0 2-5,0 10 8,0 3 5,0 7 8,0 7-6,0 0 0,0 4-2,-4-3 8,1-1-10,-4-4 0,0-5 0,-1-2-3,-2 0 3,-3-9-1,-5-1-2,5-4-5,-1-5 0,0 1 5,-1-6 0,2 0 5,-1 0-1,5 0-1,-2-3 0,4-2 1,4 2 2,3 0 8,0 0 16,0 2-15,0 1-9,8-3-5,11 0 6,11 3-3,5 0-3,7 0 0,-3 0-1,-3 0 0,-1 0 0,1 0-29,-12 0-73,0 3-45,-4 0-86</inkml:trace>
          <inkml:trace contextRef="#ctx0" brushRef="#br0" timeOffset="75021.9264">-589 7879 309,'0'0'21,"0"0"39,0 0 20,0 0-14,0 0-36,105-75-2,-92 75-22,2 0-6,0 0-3,1 4-1,-7 10-6,1 4 2,-6 0 2,-4 2 3,0-2 0,0-3-1,0 2-3,-10-4-4,-3-5-5,-2-4 7,4-1 9,5 0 2,-1-3-2,4 0 8,3 0 4,0 0-5,0 0-3,0 0-4,0-3 7,10 0-7,3 2 0,6 1-3,-3 0 1,-2 0-3,4 10-1,-11 2 2,-1 2-3,-2-1 5,-4-1 2,0-1-1,0-1 1,-4-1 0,-9-1 2,-11-1 11,0 0-6,-7-6 15,3 2-9,3-3-9,-3 0-2,7 0 3,5 0-3,0-8-2,4 1 0,4-2-24,5 1-53,3-7-87,0-1-167</inkml:trace>
          <inkml:trace contextRef="#ctx0" brushRef="#br0" timeOffset="76269.4034">1342 7730 385,'0'0'36,"0"0"38,0 0 6,0 0-20,0 0-60,0 0 11,55 0-11,-18-3 5,11 0-3,0 2 1,-2-2-2,-1 0-1,-10 0-11,-14 1-17,-7-1-25,-10 0 9,-4 3 16,0-4 10,-7 1-2,-7-5-21,-4 5 35,5 0 6,-3 0 12,7 3 15,5 0 12,4 0-20,-2 0-11,2 0-8,0 6-4,-1 9 4,-2 9 5,3 8 10,-1 3 2,1 1-11,-3 3-5,0-2 1,-4-5 2,4 0-4,0-7 1,-1-7-1,0-1-5,-1-7-15,-3 1-6,-2-7 5,-5-1 5,-7 0 3,-4 1 0,-8-3 1,-5 2 12,8 0 1,4-3 1,12 0 21,12 0 36,3 0-9,0 0-9,0 0-21,16 0-15,13 0 10,5 0 12,11 0-16,1 0-10,4 0 0,3 0-1,8-3-48,6-5-82,-2-2-118</inkml:trace>
          <inkml:trace contextRef="#ctx0" brushRef="#br0" timeOffset="76426.5661">2117 8019 703,'0'0'22,"0"0"109,0 0 2,0 0-64,0 0-40,0 0-29,0 0-8,0 0-52,2 8-138,1-5-87</inkml:trace>
        </inkml:traceGroup>
        <inkml:traceGroup>
          <inkml:annotationXML>
            <emma:emma xmlns:emma="http://www.w3.org/2003/04/emma" version="1.0">
              <emma:interpretation id="{6527F9A1-8AE8-454A-A43A-C1CA4A3B3D17}" emma:medium="tactile" emma:mode="ink">
                <msink:context xmlns:msink="http://schemas.microsoft.com/ink/2010/main" type="inkWord" rotatedBoundingBox="11585,12008 12198,12276 12031,12656 11419,12388">
                  <msink:destinationLink direction="with" ref="{274D8E8A-1764-4634-A268-76F76863FFCF}"/>
                </msink:context>
              </emma:interpretation>
              <emma:one-of disjunction-type="recognition" id="oneOf18">
                <emma:interpretation id="interp90" emma:lang="en-IN" emma:confidence="0">
                  <emma:literal>RiR2</emma:literal>
                </emma:interpretation>
                <emma:interpretation id="interp91" emma:lang="en-IN" emma:confidence="0">
                  <emma:literal>R,R2</emma:literal>
                </emma:interpretation>
                <emma:interpretation id="interp92" emma:lang="en-IN" emma:confidence="0">
                  <emma:literal>R1R2</emma:literal>
                </emma:interpretation>
                <emma:interpretation id="interp93" emma:lang="en-IN" emma:confidence="0">
                  <emma:literal>RR</emma:literal>
                </emma:interpretation>
                <emma:interpretation id="interp94" emma:lang="en-IN" emma:confidence="0">
                  <emma:literal>Rika</emma:literal>
                </emma:interpretation>
              </emma:one-of>
            </emma:emma>
          </inkml:annotationXML>
          <inkml:trace contextRef="#ctx0" brushRef="#br0" timeOffset="78059.879">3496 7604 408,'0'0'7,"0"0"26,0 0 47,0 0 10,0 0-38,0 0-38,0 0-14,-4-39-13,4 57-8,0 9 20,0 6 1,0 6 2,0 2 6,4-5 2,7-1-8,-5-7 0,-2 1-2,-1-5 4,0-3-4,-3 0 0,0-6-17,0 2-62,-2-3-20,-9-6-38,-4-2-54</inkml:trace>
          <inkml:trace contextRef="#ctx0" brushRef="#br0" timeOffset="78502.1934">3471 7712 326,'0'0'40,"0"0"40,0 0 1,0 0-32,0 0-23,98-80-19,-63 73-7,-2 3 2,0 4-2,-7 0-2,-5 0 0,-7 7-4,-7 8-2,-4 3-8,-3 3-12,-3 3 4,-16 3-16,-11-4-9,-3-2-8,-6-1 17,2-9 8,5 3 26,7-10-1,12 0 1,1-4 6,9 0 4,3 0 6,0 0 30,0 0-3,0 0-8,0 0-4,1 3-10,10 0-10,3 4-2,5 7 3,6 1 2,2 3-2,2 3-3,6 0 0,-6 0-3,0 0-12,-5-4-77,1-7-28,-11-2-87</inkml:trace>
          <inkml:trace contextRef="#ctx0" brushRef="#br0" timeOffset="78780.3919">3967 7787 422,'0'0'54,"0"0"65,0 0-12,0 0-72,0 0-35,0 0-11,0 14-7,1 10 18,2 5 0,3-4 1,-3 2 1,4-1-2,-1-5 5,0-3-5,0-1 0,-2-4-27,-1-1-80,0-3-39,4-9-58</inkml:trace>
          <inkml:trace contextRef="#ctx0" brushRef="#br0" timeOffset="81351.5157">4442 7611 395,'0'0'6,"0"0"23,0 0 33,0 0 1,0 0-24,0 0-30,-5-7-9,5 7-10,0 13 0,0 9 10,0 6 16,0 7-4,0-2 5,0 4-8,0-1-4,0-1 1,0-6-6,0-2 2,0-5-2,0-1-16,0-7-50,0 0-35,0-10-53,0-4-97</inkml:trace>
          <inkml:trace contextRef="#ctx0" brushRef="#br0" timeOffset="81793.8321">4437 7681 35,'0'0'328,"0"0"-264,0 0-12,0 0-4,0 0-14,54-80-25,-31 75-7,2 2-2,2 3-2,-2 0-1,-8 3-1,-3 8 3,-5 4-7,-6-2 5,-3 9-6,0-5-13,-10 5 3,-13-1-15,-12 0-16,-6-5-7,2-1 4,5-4 12,2-4 1,12-4 26,10 1 14,3-4 1,5 0 5,2 0 33,0 0 16,0 0-8,5 0-32,12 4-1,3 2-3,6 5 8,-5 4-2,3 3-3,-3 3 8,-1-2-3,-3 3-12,-2-4-7,-3-1 0,-3 1-33,-3-4-40,1-3-43,-3-7-125</inkml:trace>
          <inkml:trace contextRef="#ctx0" brushRef="#br0" timeOffset="82238.1467">4781 7804 330,'0'0'29,"0"0"73,0 0-15,0 0-61,0 0-17,92-42-4,-70 42-5,-5 0-2,-3 0-1,1 14-5,-9 0 2,-2 3 2,-4 1-12,0 5 5,-17 1 5,-14 0 1,-5 0-7,-3-6 6,6 0 0,1-7 6,12-4 0,6-4 4,7-3-2,6 0 8,1 0 17,0 0-5,0 0-14,19 0 9,8 0-7,14 0 15,6 0-11,1 0-5,-3 0-3,3 0 0,-10 0-2,-5 0-2,-4 0-2,-8 0 0,-3 0-3,-11 0-28,-3 0-46,-4 0-47,0 3-49</inkml:trace>
        </inkml:traceGroup>
      </inkml:traceGroup>
    </inkml:traceGroup>
    <inkml:traceGroup>
      <inkml:annotationXML>
        <emma:emma xmlns:emma="http://www.w3.org/2003/04/emma" version="1.0">
          <emma:interpretation id="{539A7E49-0BDD-417F-8F17-D6C599D038DB}" emma:medium="tactile" emma:mode="ink">
            <msink:context xmlns:msink="http://schemas.microsoft.com/ink/2010/main" type="paragraph" rotatedBoundingBox="11034,12780 16605,12703 16614,13337 11043,13414" alignmentLevel="5"/>
          </emma:interpretation>
        </emma:emma>
      </inkml:annotationXML>
      <inkml:traceGroup>
        <inkml:annotationXML>
          <emma:emma xmlns:emma="http://www.w3.org/2003/04/emma" version="1.0">
            <emma:interpretation id="{0B8A0311-7925-4684-AC3C-542C091583B6}" emma:medium="tactile" emma:mode="ink">
              <msink:context xmlns:msink="http://schemas.microsoft.com/ink/2010/main" type="line" rotatedBoundingBox="11034,12780 16605,12703 16614,13337 11043,13414"/>
            </emma:interpretation>
          </emma:emma>
        </inkml:annotationXML>
        <inkml:traceGroup>
          <inkml:annotationXML>
            <emma:emma xmlns:emma="http://www.w3.org/2003/04/emma" version="1.0">
              <emma:interpretation id="{65FB4DFF-FBE0-4681-91A2-FEFB31E2823B}" emma:medium="tactile" emma:mode="ink">
                <msink:context xmlns:msink="http://schemas.microsoft.com/ink/2010/main" type="inkWord" rotatedBoundingBox="11034,12780 16605,12703 16614,13337 11043,13414"/>
              </emma:interpretation>
              <emma:one-of disjunction-type="recognition" id="oneOf19">
                <emma:interpretation id="interp95" emma:lang="en-IN" emma:confidence="0">
                  <emma:literal>RiRz+RiR3tR2R3</emma:literal>
                </emma:interpretation>
                <emma:interpretation id="interp96" emma:lang="en-IN" emma:confidence="0">
                  <emma:literal>RIRz+RiR3tR2R3</emma:literal>
                </emma:interpretation>
                <emma:interpretation id="interp97" emma:lang="en-IN" emma:confidence="0">
                  <emma:literal>RiRz+RiR3+R2R3</emma:literal>
                </emma:interpretation>
                <emma:interpretation id="interp98" emma:lang="en-IN" emma:confidence="0">
                  <emma:literal>RIRz+RiR3+R2R3</emma:literal>
                </emma:interpretation>
                <emma:interpretation id="interp99" emma:lang="en-IN" emma:confidence="0">
                  <emma:literal>RiRz+RiR3+RzR3</emma:literal>
                </emma:interpretation>
              </emma:one-of>
            </emma:emma>
          </inkml:annotationXML>
          <inkml:trace contextRef="#ctx0" brushRef="#br0" timeOffset="83858.9362">3015 8397 277,'0'0'164,"0"0"-112,0 0-1,0 0-13,0 0 10,0 0-11,0 0-30,-15-22-7,11 33-19,-1 14 13,0 9 6,2 2 8,3 6-1,0 4 0,0-7 0,0-3 0,0-6-5,0-8-1,0-2 0,0-2-1,0-7-3,0-4-49,-3 1-34,-1-5-32,-2-3-5,-1 0-96</inkml:trace>
          <inkml:trace contextRef="#ctx0" brushRef="#br0" timeOffset="84292.4224">2973 8445 286,'0'0'40,"0"0"43,0 0-1,0 0-25,0 0-1,0 0-38,90-81-12,-53 78-5,1 3-1,1 0-1,-7 0 0,-8 3-5,-7 12 1,-6 2-3,-8 4-3,-3 4-16,-9 1 11,-16 4-22,-7-5 15,-2 3-12,-5-7-3,2-6 14,7-2 3,8-8 14,11-2 7,4-3 0,7 0 10,0 0 14,0 0 24,0 0-11,0 0-11,0 0 12,0 0-21,3 0-13,11 0-4,3 10-5,8 4 4,-4 4 1,6 0-5,-4 3 5,3 0 0,-2-3-2,3-1-33,-6-5-56,4-3-6,-9-5-66</inkml:trace>
          <inkml:trace contextRef="#ctx0" brushRef="#br0" timeOffset="84573.1967">3420 8548 459,'0'0'81,"0"0"50,0 0-44,0 0-17,0 0-52,0 0-18,0 4-11,0 13-3,3 4 4,-3 4 10,1 4 0,1 1 2,-1-4-1,2 1 1,-2-5-2,1 2-2,1-6-56,4-1-25,0-2-48,8-12-41,2-3-54</inkml:trace>
          <inkml:trace contextRef="#ctx0" brushRef="#br0" timeOffset="84834.5499">3717 8439 493,'0'0'26,"0"0"38,0 0-19,0 0-45,0 0 4,0 0 3,5 109 25,-5-63-15,0-1-5,0-2-9,0-9 1,-1-1-2,-3-9 0,-2-3-2,2-7-5,1 1-64,-5-8-40,4-3-43,1-4-77</inkml:trace>
          <inkml:trace contextRef="#ctx0" brushRef="#br0" timeOffset="85260.2637">3704 8474 267,'0'0'120,"0"0"-9,0 0-30,0 0-46,0 0-6,0 0-26,115-78-3,-78 75-1,-4 3 1,-6 0-3,-4 3-3,-5 7 2,-8 5-4,-7 3-1,-3 3-7,-6 3-4,-17 1-6,-10 0-6,-4-1-6,-2-3-9,3 0 6,3-9 21,2-1 14,10-5 5,5-6 1,10 0 3,4 0 0,2 0 15,0 0-9,2 0 6,16 0-3,3 0 19,7 14-9,2 0-3,-2 3-3,2 4-3,-1 0-8,-4-3 3,-7 3-8,-3 0-2,-4-6-38,0 2-20,-7-5-62,-1-6-114</inkml:trace>
          <inkml:trace contextRef="#ctx0" brushRef="#br0" timeOffset="85642.7447">3994 8650 366,'0'0'32,"0"0"53,0 0-15,0 0-9,0 0-26,94-74-28,-70 74-4,-6 0-3,0 11-4,-5 2-3,-5 5-9,-3 3-17,-5 1 2,0-1-1,-3 3 8,-14-6 0,-2-5 10,0 2 10,-7-4 4,0-4 5,1-1-4,9 2 9,5-8 7,11 0 9,0 3 6,0-3-20,0 0 0,0 0 6,16 0-14,10 0 14,0 0-4,10 0-10,-1 0-3,1 0-1,4-3-27,2 0-84,2-5-143</inkml:trace>
          <inkml:trace contextRef="#ctx0" brushRef="#br0" timeOffset="86080.2661">4525 8566 345,'0'0'64,"0"0"36,0 0 27,0 0-47,0 0-54,0 0-21,27 0-2,3 0 1,12 0 0,3-5-2,2 2 2,-5 0-4,-8 3 3,-11 0-3,-10 0-4,-7 0-11,-6 0-36,0 0-22,0 3-24,-8 0-27,-12-3-109</inkml:trace>
          <inkml:trace contextRef="#ctx0" brushRef="#br0" timeOffset="86294.2279">4677 8466 270,'0'0'73,"0"0"71,0 0-8,0 0-19,0 0-36,0 0-37,-17-34-44,14 41-6,0 17-16,0 11 22,1 12 5,2 2-1,0 0 1,0-3-5,5-8 0,5-5-20,2-2-67,-4-3-51,-1-13-86</inkml:trace>
          <inkml:trace contextRef="#ctx0" brushRef="#br0" timeOffset="86984.2904">4983 8471 233,'0'0'66,"0"0"18,0 0 42,0 0-31,0 0-60,0 0-35,3 3-7,-3 21 7,3 5 13,0 10 15,-3-5-5,4 2-3,-4-1-11,0-3-7,0-4 0,0-4 1,0-3-3,0-6 2,0-1-2,-4-3-32,-2-1-53,-2-6-31,0-4-48,0 0-41</inkml:trace>
          <inkml:trace contextRef="#ctx0" brushRef="#br0" timeOffset="87427.6044">4968 8481 302,'0'0'64,"0"0"51,0 0-28,0 0-17,0 0-51,0 0-13,112-64-3,-79 64 0,2 0-3,-3 0-4,-8 4-1,-7 10-5,-6 4-5,-8 3-9,-3 3-14,0-2 14,-15 6 1,-12-4 3,-8-5-13,-4-2-10,3-7 13,2-2 14,8-8 4,7 0 12,11 0 3,1 0 3,4 0 3,3 0 16,0 0 15,0 0-1,0 0-18,0 0-4,6 0-8,8 0-2,2 0-2,6 7 0,-1 10-1,4 1 2,-6 3-2,3 0-4,-5 0 0,-3 0-5,0-3-47,0-1-35,-6-5-33,2-6-33</inkml:trace>
          <inkml:trace contextRef="#ctx0" brushRef="#br0" timeOffset="87682.7911">5365 8605 302,'0'0'131,"0"0"-28,0 0 40,0 0-67,0 0-39,0 0-37,0-15-9,0 33-18,0 7 27,1 6 0,2 1 1,-2 0 4,-1-5-5,2-1-2,-1-8-25,3-1-40,3-7-46,4-6-20,8-4-43</inkml:trace>
          <inkml:trace contextRef="#ctx0" brushRef="#br0" timeOffset="88358.2671">5747 8417 379,'0'0'13,"0"0"101,0 0-14,0 0-11,0 0-58,0 0-31,77-32-4,-47 32-1,2 15-1,-6 2 2,-6 5-3,-7-4-38,-7 2-11,-6 1 12,0 0-9,-9 0-1,-15 0-11,-14-3-10,-5 0-4,-2-7 14,0-4 25,6-7 21,13 0 19,7 0 50,12 0 17,7 0 12,0 0-30,0 0-9,7 0-22,12 3-13,4 11 38,3 1-6,1 2-14,1 1 2,-4 0-18,0-2 5,-1-1-10,-1-4-1,-4 2-1,3-5-45,-8-4-108,1-4-143</inkml:trace>
          <inkml:trace contextRef="#ctx0" brushRef="#br0" timeOffset="87937.9707">5709 8421 562,'0'0'47,"0"0"91,0 0-57,0 0-67,0 0-14,0 0-22,-3 71 22,3-26 6,0 2-2,0-5-1,2-4-2,-1-10 1,-1-2-2,0-7-1,0-1-15,0-7-53,0-1-42,0-5-32,0-5-52</inkml:trace>
          <inkml:trace contextRef="#ctx0" brushRef="#br0" timeOffset="88859.577">6036 8566 424,'0'0'21,"0"0"106,0 0-17,0 0-51,0 0-59,0 0-2,72-53-3,-40 53 3,-2 3-7,-5 8-8,-1 7-1,-14 0-11,-3 3-8,-7-3 3,0 1 0,-13-4 2,-10-4 5,-2-1 11,2-3-3,6-6 19,7-1 3,7 0 3,3 0 19,0 0 12,0 0-1,0 0-10,3 0-26,12 0 3,4 0-3,7 10 1,-3 7 1,-1 1-2,-3-1-3,-9 2 1,-5 2-7,-5-1 0,-4-2 6,-16 0 0,-8-7 3,-6-1 0,-4-4 10,-1-1-8,5-5 3,0 0-3,2 0 3,4-14 1,0 2-2,8-1-4,-3 2-2,5 0-35,7 1-108,-1-1-159</inkml:trace>
          <inkml:trace contextRef="#ctx0" brushRef="#br0" timeOffset="89536.1247">6550 8629 289,'0'0'55,"0"0"61,0 0-15,0 0-42,0 0-44,0 0-15,15 0 1,9 0 6,15 0 10,9-3-2,1-2-8,-1-4-3,-10 5-1,-13-4-3,-8 5 0,-10 3-8,-7-3-38,0 3-34,0 0-19,-18 0-97</inkml:trace>
          <inkml:trace contextRef="#ctx0" brushRef="#br0" timeOffset="89774.9583">6715 8495 63,'0'0'206,"0"0"-113,0 0 19,0 0 8,0 0-22,0 0-42,-7-29-56,7 34-9,0 16-16,0 17 25,0 8 3,-5 4 3,5 3 0,-3-5-2,3-9 0,0-3-1,0-9-3,0-6-14,8-3-54,-1-7-49,10-7-22,3-4-40</inkml:trace>
          <inkml:trace contextRef="#ctx0" brushRef="#br0" timeOffset="90061.2898">7154 8322 559,'0'0'35,"0"0"60,0 0 18,0 0-79,0 0-34,0 0-23,0 39 23,0 3 1,0 8 5,0 2 2,-3 1-5,0-6-1,-2-9-1,5-10 0,0-4 2,0-6-3,0-4-4,0-4-35,0-2-46,0-1-49,0-7-65,0 0-137</inkml:trace>
          <inkml:trace contextRef="#ctx0" brushRef="#br0" timeOffset="90518.9914">7168 8368 396,'0'0'41,"0"0"54,0 0 23,35-88-52,-19 74-18,13 4-39,1 2-4,6 5-5,2 3-2,-5 0-2,-7 7 0,-6 13-9,-5 3-21,-12 4 1,-3-2 1,0 4 11,-22-2-4,-8 2 7,-7-4-13,-5-1-4,-4-3 4,1-7-2,2 0 0,10-7-9,9-4 34,14-2 8,9-1 12,1 4 3,0-4-2,0 0 0,10 0-11,12 6 1,5 1 19,8 8 1,-1 6-3,0-4-10,-2 1-1,-6-8 4,-4 1 13,-7-4-16,-5 1-10,-5-2 2,-1 2-2,-4-2-2,0 1-22,0 4-30,-4-4-44,-9-1-77</inkml:trace>
          <inkml:trace contextRef="#ctx0" brushRef="#br0" timeOffset="90977.1093">7514 8523 397,'0'0'29,"0"0"63,0 0-25,0 0 1,0 0-50,95-31-18,-85 31 0,2 6-7,0 12-2,-2 3-1,-3 5-6,-7 1-10,0 1 6,0-7 0,-17-3 4,-5-1 9,-1-6 3,-5-1 3,4-5 2,3 1 11,10-6-8,5 0 5,6 0 16,0 0-11,0 0 1,19 0 5,8-3-14,10-4-3,-3 3-3,2-3 2,-5 4-2,-5-4 3,-4 6-3,-8-2 1,0 3-2,-6-3-3,-3 3-31,-2 0-48,2 0-28,-2-3-18,4-5-101</inkml:trace>
          <inkml:trace contextRef="#ctx0" brushRef="#br0" timeOffset="91239.4486">7958 8350 436,'0'0'32,"0"0"94,0 0 4,0 0-42,0 0-50,0 0-38,0-18-21,3 41 8,1 7 13,3 9 4,-2 3 4,-1 1 0,-3 0-4,3-4 0,-4-4-2,0-8-2,0-6 1,0 0-1,0-6-4,-4 2-39,-6-5-41,-5-2-53,2-4-59,1-6-162</inkml:trace>
          <inkml:trace contextRef="#ctx0" brushRef="#br0" timeOffset="91732.5296">7929 8322 368,'0'0'9,"0"0"93,0 0-15,0 0-16,52-77-35,-26 70-27,6 0-6,3 7-3,2 0-3,-3 0 0,-4 11-1,-5 9-4,-8-1-6,-8 5-16,-7 0 6,-2 1 4,-5-3 3,-17 5-5,-7-3 4,-5-4 10,-8-1-8,0-4-8,-2-4 15,5-4 0,6-4 8,7 0 2,11-3 1,10 0 2,5 0 6,0 0 5,0 0-15,0 4-4,7 0 4,9 6 2,7 7 7,-3 1-2,0 3 1,1 0 3,-3-3-5,3-7-5,-8-1 3,0-5 6,-3-2-3,-5 0 1,-3-3-2,-2 0-5,0 0-1,0 0-2,0 0-38,5 0-15,-1 3-42,3-3-140</inkml:trace>
          <inkml:trace contextRef="#ctx0" brushRef="#br0" timeOffset="92309.7537">8297 8519 463,'0'0'9,"0"0"101,0 0-18,0 0-47,0 0-16,68-83-23,-36 76-3,0 2-3,-2 5 0,-4 0-4,-7 0 0,-5 8 1,-5 7-5,-5 1-3,-4 2-6,0 6 10,-1 1-1,-23-3-2,-8 2-6,-3-3-14,-2-10 2,8-7 10,9-4 12,13 0 6,3 0 6,4 0 5,0-4 13,0-4 13,4-2-37,10 4-9,2 1 8,2 2 1,0 3 0,3 0-2,-4 0-1,2 14-1,-3 1 2,-3 3 0,-5 3-3,-5 0 2,-3 3 0,0 3 3,-13-1 0,-11-5 6,-2-3-4,-6-8 0,-1-2-1,-5-5 7,2-3-2,1 0 9,5 0-7,5 0 15,6-4-7,4-7 13,4 0-18,4 1-11,1-4-4,3 4-60,-2-1-95,0-7-258</inkml:trace>
        </inkml:traceGroup>
      </inkml:traceGroup>
    </inkml:traceGroup>
  </inkml:traceGroup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1-02-09T06:31:05.729"/>
    </inkml:context>
    <inkml:brush xml:id="br0">
      <inkml:brushProperty name="width" value="0.04667" units="cm"/>
      <inkml:brushProperty name="height" value="0.04667" units="cm"/>
      <inkml:brushProperty name="fitToCurve" value="1"/>
    </inkml:brush>
  </inkml:definitions>
  <inkml:traceGroup>
    <inkml:annotationXML>
      <emma:emma xmlns:emma="http://www.w3.org/2003/04/emma" version="1.0">
        <emma:interpretation id="{D5CC3356-E3B3-4D18-B0B4-C920BF84F67C}" emma:medium="tactile" emma:mode="ink">
          <msink:context xmlns:msink="http://schemas.microsoft.com/ink/2010/main" type="inkDrawing" rotatedBoundingBox="8660,6433 12034,6374 12035,6392 8660,6452" semanticType="underline" shapeName="Other"/>
        </emma:interpretation>
      </emma:emma>
    </inkml:annotationXML>
    <inkml:trace contextRef="#ctx0" brushRef="#br0">0 63 138,'0'0'12,"0"0"69,0 0 1,0 0-11,0 0-40,0 0-11,-10-4-15,10 4-5,4 0-12,17 0 12,5 0 20,16 0 2,13 0 2,16 0-9,8 0-6,8 0-2,3 0-4,4 0 0,-4 0-6,3 0 3,1 0-1,5 0 1,1 0 0,6-3 1,4 0-1,-3 0 0,1 1 0,-2 1-2,-5-4-6,-6 5-9,-5-3-2,-1 3-17,-1-1 23,2-1 6,-5 1 1,0-2 6,1 3-1,-8-3-2,-1 3-7,-2-4 5,0 3 1,-3-2 3,2 0 1,-2 2 0,1-2 0,-7 0 2,3 0 0,-7 1-1,-10 0 2,-4 2 1,-12 0 7,-12 0-4,-8 0 9,-5 0-3,-7 0 5,-4 0 5,0 0 1,0 0-18,0 0-6,0 0-23,0-1-82,-12-2-111</inkml:trace>
  </inkml:traceGroup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1-02-09T06:31:15.698"/>
    </inkml:context>
    <inkml:brush xml:id="br0">
      <inkml:brushProperty name="width" value="0.04667" units="cm"/>
      <inkml:brushProperty name="height" value="0.04667" units="cm"/>
      <inkml:brushProperty name="fitToCurve" value="1"/>
    </inkml:brush>
  </inkml:definitions>
  <inkml:traceGroup>
    <inkml:annotationXML>
      <emma:emma xmlns:emma="http://www.w3.org/2003/04/emma" version="1.0">
        <emma:interpretation id="{A58878F6-21F6-423C-9ED7-AF7FCA920C7F}" emma:medium="tactile" emma:mode="ink">
          <msink:context xmlns:msink="http://schemas.microsoft.com/ink/2010/main" type="inkDrawing" rotatedBoundingBox="11736,6374 13446,6320 13447,6345 11737,6399" shapeName="Other"/>
        </emma:interpretation>
      </emma:emma>
    </inkml:annotationXML>
    <inkml:trace contextRef="#ctx0" brushRef="#br0">0 67 107,'0'0'15,"0"0"-3,0 0 46,0 0-34,0 0-16,0 0 5,7-18 25,-7 16-4,0 2-3,0 0-1,0 0-8,0 0-11,6 0-11,4 0-13,12 0 13,9 0 7,14 0 12,13 0-9,12 0-8,2-1 0,8-2 0,0 0-1,3 0 0,0-3 0,-3 3-1,0-3 2,0 5-2,-4-4 2,0 0-2,-4 4 0,2-2 0,-6 0 0,-3 0-2,-1 3-3,-12 0-1,-4 0-1,-2 0-15,-12 0 20,-2 0 1,-5 0 1,-9 0 0,-3 0-2,-5 0 1,-1 0 1,-5 0-3,-1 0-7,-2 0-34,4 3-32,5 0-1,4-3-24</inkml:trace>
  </inkml:traceGroup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1-02-09T06:31:16"/>
    </inkml:context>
    <inkml:brush xml:id="br0">
      <inkml:brushProperty name="width" value="0.04667" units="cm"/>
      <inkml:brushProperty name="height" value="0.04667" units="cm"/>
      <inkml:brushProperty name="fitToCurve" value="1"/>
    </inkml:brush>
  </inkml:definitions>
  <inkml:traceGroup>
    <inkml:annotationXML>
      <emma:emma xmlns:emma="http://www.w3.org/2003/04/emma" version="1.0">
        <emma:interpretation id="{80AAEE28-B40A-4D7D-966E-CAEB5ED8695D}" emma:medium="tactile" emma:mode="ink">
          <msink:context xmlns:msink="http://schemas.microsoft.com/ink/2010/main" type="inkDrawing" rotatedBoundingBox="13814,6295 14610,6281 14611,6298 13815,6311" shapeName="Other"/>
        </emma:interpretation>
      </emma:emma>
    </inkml:annotationXML>
    <inkml:trace contextRef="#ctx0" brushRef="#br0">0 23 95,'0'0'75,"0"0"-42,97-11 62,-52 8-37,5-1-14,7 1-12,3 3 2,5-2-4,2 2-20,0 0 6,-5 0-10,-4 0-5,-13 0 2,-11 0-1,-3 0 3,-8 0 1,-4 0 5,-11 0 0,-3 0-2,-2 0-3,-3 0 0,0 0-1,0 0-5,0 0-48,-19 0-196</inkml:trace>
  </inkml:traceGroup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1-02-09T06:31:31.406"/>
    </inkml:context>
    <inkml:brush xml:id="br0">
      <inkml:brushProperty name="width" value="0.04667" units="cm"/>
      <inkml:brushProperty name="height" value="0.04667" units="cm"/>
      <inkml:brushProperty name="fitToCurve" value="1"/>
    </inkml:brush>
  </inkml:definitions>
  <inkml:traceGroup>
    <inkml:annotationXML>
      <emma:emma xmlns:emma="http://www.w3.org/2003/04/emma" version="1.0">
        <emma:interpretation id="{CB3B0934-EEEE-42D4-A26F-D8B31DE8F72B}" emma:medium="tactile" emma:mode="ink">
          <msink:context xmlns:msink="http://schemas.microsoft.com/ink/2010/main" type="inkDrawing" rotatedBoundingBox="10448,8467 13770,8344 13772,8391 10449,8514" semanticType="underline" shapeName="Other">
            <msink:sourceLink direction="with" ref="{292BD482-F454-4805-A96A-2FD6351ED520}"/>
          </msink:context>
        </emma:interpretation>
      </emma:emma>
    </inkml:annotationXML>
    <inkml:trace contextRef="#ctx0" brushRef="#br0">-3 119 103,'0'0'21,"0"0"-6,0 0 77,0 0-8,0 0-28,0 0-20,-14 0 5,14 0 5,0 0-15,0 0-7,0 0-6,0 0-15,0 0-3,11 0 0,12 0 0,16 0 20,23 0-1,21 0-1,11 0-10,9-3-5,5-4-2,3 4 1,3-5-2,-5 8 0,-6-3 1,-6 3-1,-4 0 2,-6 0-4,-9 0 2,4 3 0,4 0 1,0-3 0,10 0-2,-2 0-1,-3-3 0,-3-7-5,-2 4-3,-8 1 1,-4-1 0,-6 2-7,-3-1 4,3-1 11,-6 3-1,6-4 2,-4 2 0,-3-1 0,-4 2 0,0-2 0,-1 2 0,4 3-3,-5-1-5,-2-2-3,1 4-14,-5-3 15,-3 3 9,-5-1-2,-5 1 2,-4-2-1,-3 1 2,-6 1 3,-7-4-2,0 4 1,-12 0-1,2-3 14,-5 3 10,-1 0 1,0 0-4,0 0-17,0 0-5,0 0-2,0 0-56,0 0-131</inkml:trace>
  </inkml:traceGroup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1-02-09T06:31:50.223"/>
    </inkml:context>
    <inkml:brush xml:id="br0">
      <inkml:brushProperty name="width" value="0.04667" units="cm"/>
      <inkml:brushProperty name="height" value="0.04667" units="cm"/>
      <inkml:brushProperty name="fitToCurve" value="1"/>
    </inkml:brush>
  </inkml:definitions>
  <inkml:traceGroup>
    <inkml:annotationXML>
      <emma:emma xmlns:emma="http://www.w3.org/2003/04/emma" version="1.0">
        <emma:interpretation id="{9F75D861-937D-4EBF-A02B-ECCE1DCAF3CA}" emma:medium="tactile" emma:mode="ink">
          <msink:context xmlns:msink="http://schemas.microsoft.com/ink/2010/main" type="inkDrawing" rotatedBoundingBox="10801,10600 15711,10452 15713,10497 10802,10645" shapeName="Other"/>
        </emma:interpretation>
      </emma:emma>
    </inkml:annotationXML>
    <inkml:trace contextRef="#ctx0" brushRef="#br0">25 178 35,'0'0'63,"0"0"-22,0 0 0,0 0 9,0 0 0,0 0-13,0-8-5,0 8-7,0 0-8,0 0 14,-2 0 7,-5 0-24,3 0-8,-3 0-1,1 0 2,6 0-1,0 0-4,0 0 3,0 0 10,0 0 6,0 3-15,16-3-2,16 0 32,13 0 5,11 0-21,10-6-12,13-4-1,1 2 3,3 1 2,0 1-3,-5 3 4,0 1-12,-7 2 0,3 0 0,-4 0 0,2 0-1,-3-3 1,5 0 2,4 3-2,6-4 0,-8-2 0,0 1-1,-6 2 0,-1 0 3,-6 2-2,-2-2 0,-6 3-2,-7 0 1,-1 0 0,-2 0 0,2 0 1,0-3 0,0 3-1,2 0 1,-1 0-2,-2 0 1,-1-4 0,1 3-1,2-2 2,4 0-1,2 0 0,3 3 0,1-1 0,0-2 0,2-1 0,-5 1 0,-3 3-1,-2-4 0,-3 4 1,-1 0 0,5-3 1,1 3-1,1 0 0,2 0-1,2 0 1,2 0-1,2 0 1,0 0 2,4 0-2,-1 0 0,-1 0 0,-2 0 1,-5 0-2,3 0 2,0 0-2,0 0 1,-3 0 0,-1 0 0,-3 0 0,-4 0 0,0 0 0,-3-3 1,0 2-2,-2-3 2,1 1-2,2-1 2,-7-2-1,3 3 0,0-2 0,-2 2 0,2 0 1,-1-1 0,-2 1-1,3-2 0,-2-1-1,1 3 1,1 2 0,-8-2 1,0 0-1,-5 3 0,-9-3 1,-9 3-1,-6 0 3,-5 0 0,0 0 6,0 0-9,0 0-3,-19 0-29,-14 0-80,-17 0-112</inkml:trace>
  </inkml:traceGroup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1-02-09T06:32:10.273"/>
    </inkml:context>
    <inkml:brush xml:id="br0">
      <inkml:brushProperty name="width" value="0.04667" units="cm"/>
      <inkml:brushProperty name="height" value="0.04667" units="cm"/>
      <inkml:brushProperty name="fitToCurve" value="1"/>
    </inkml:brush>
  </inkml:definitions>
  <inkml:traceGroup>
    <inkml:annotationXML>
      <emma:emma xmlns:emma="http://www.w3.org/2003/04/emma" version="1.0">
        <emma:interpretation id="{274D8E8A-1764-4634-A268-76F76863FFCF}" emma:medium="tactile" emma:mode="ink">
          <msink:context xmlns:msink="http://schemas.microsoft.com/ink/2010/main" type="inkDrawing" rotatedBoundingBox="11201,12650 13938,12537 13940,12577 11203,12690" semanticType="underline" shapeName="Other">
            <msink:sourceLink direction="with" ref="{6527F9A1-8AE8-454A-A43A-C1CA4A3B3D17}"/>
          </msink:context>
        </emma:interpretation>
      </emma:emma>
    </inkml:annotationXML>
    <inkml:trace contextRef="#ctx0" brushRef="#br0">181 79 51,'0'0'61,"0"0"-38,0 0 10,0 0 19,0 0-27,0 0-12,-64 4 4,45 2 2,1-1-11,-4 4 8,2-5-6,2 4 17,4-5-8,6 0-3,3 0 11,5-3-3,0 0 7,0 0 0,0 0-9,7 0-9,17 0-9,17 0 17,12-6-2,13-2-2,6 2-9,8-1-7,7-1 0,2 5 3,4-4 24,5 4-23,5 0-1,6 1 1,2-4 0,5 2 7,4 1-9,-4-5 3,1 2-3,-1-1-2,-8-1-1,1 2 3,-2-1-3,6 3 1,-6 0 0,-2 4-2,-6-3 4,-12 3-7,-11-3 4,-10 2 0,-10 1 2,-20 0-2,-10 0 0,-10 0-2,-9 0 2,-6 0-1,-1 0 1,0 0 3,0 0 10,0 0-6,0 0 0,0 0-1,0 0 3,-5 0-8,-4 0-1,-5 0-1,-10 7-86,-4-3-96,-9 0-142</inkml:trace>
  </inkml:traceGroup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1-02-09T06:32:21.290"/>
    </inkml:context>
    <inkml:brush xml:id="br0">
      <inkml:brushProperty name="width" value="0.04667" units="cm"/>
      <inkml:brushProperty name="height" value="0.04667" units="cm"/>
      <inkml:brushProperty name="fitToCurve" value="1"/>
    </inkml:brush>
  </inkml:definitions>
  <inkml:traceGroup>
    <inkml:annotationXML>
      <emma:emma xmlns:emma="http://www.w3.org/2003/04/emma" version="1.0">
        <emma:interpretation id="{25079FEF-AA9E-448F-AAB2-4A92A027ADEE}" emma:medium="tactile" emma:mode="ink">
          <msink:context xmlns:msink="http://schemas.microsoft.com/ink/2010/main" type="inkDrawing" rotatedBoundingBox="13513,12522 17099,12418 17101,12489 13515,12593" shapeName="Other"/>
        </emma:interpretation>
      </emma:emma>
    </inkml:annotationXML>
    <inkml:trace contextRef="#ctx0" brushRef="#br0">-2 158 66,'0'0'54,"0"0"8,0 0-21,0 0 16,0 0-12,0 0-8,-2-6-7,2 6 1,0 0-14,0-1-3,9-2-5,14-4 7,12-3-4,12 2-8,10-2-3,10-1 4,2 1-4,0 2-1,-2 1 1,-6 4 1,-6 0-1,-8 3-1,-3 0 0,-5 0 0,2 0 0,-3 3 0,0 0 0,3-2 0,-1 2 2,4-3-2,-2 0 0,-5 0 1,5 0-1,-1 0 0,-5 0 2,5 0-2,-10 0 1,1 0-2,-2 0 1,-5 3-2,1-3 2,-1 3 0,4-3 0,2 0 2,7 0-2,7 0 0,6 0 0,2-3 0,1 0 1,-4-4-2,-3 4 2,-5-2-1,-7 2 0,-1 0-1,-5-1 1,2 4 1,-3-3 0,0 3 1,2 0 1,2 0 0,2 0 1,1 0-3,3 0 0,4 0-2,-1 0 2,1 0-1,-6 0 0,3 0 1,-4 0 0,0 0 1,-5 0-2,-7 0 0,1 0 0,-3 0 0,-5 0 0,5 0 1,1 0-1,7-3 0,1 3 0,5 0-1,1-3 1,2 1 0,-2 2 0,-1 0 0,-1 0 0,-3 0 0,0 0-2,-6 0 1,-1 0 1,-3-3 3,1 3-3,3 0 0,4-3 1,2 0-1,4 2 0,3-2 0,-1 0 0,4-1 2,-2 3-2,-4-2 0,-2 3-2,0-3 1,-2 0 1,-1 2-2,-1-2 2,-3 3 0,0-4 2,-4 0-1,-3 4-1,-2-3 0,-7 3 2,-4-3-1,0 3 10,-6 0 8,0 0 15,0 0-2,0 0-19,0 0-13,-16 0-49,-20 0-228</inkml:trace>
  </inkml:traceGroup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1-02-09T06:47:38.305"/>
    </inkml:context>
    <inkml:brush xml:id="br0">
      <inkml:brushProperty name="width" value="0.04667" units="cm"/>
      <inkml:brushProperty name="height" value="0.04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89D8C836-26C8-41AA-B785-F1A05C0BB365}" emma:medium="tactile" emma:mode="ink">
          <msink:context xmlns:msink="http://schemas.microsoft.com/ink/2010/main" type="inkDrawing" rotatedBoundingBox="4994,7491 5020,5794 5100,5795 5075,7492" semanticType="verticalRange" shapeName="Other">
            <msink:sourceLink direction="with" ref="{C42A0101-65C3-4640-891D-C12F2D009A3E}"/>
            <msink:sourceLink direction="with" ref="{FDC35305-5FA4-4762-AB22-79888A36C666}"/>
            <msink:sourceLink direction="with" ref="{25CB755D-C0DC-40DD-B39D-0B7BB1323B96}"/>
          </msink:context>
        </emma:interpretation>
      </emma:emma>
    </inkml:annotationXML>
    <inkml:trace contextRef="#ctx0" brushRef="#br0">88 309 107,'0'0'30,"0"0"50,0 0-16,0 0-14,0 0 3,0 0 3,0 0-14,-4-35-10,1 20-10,3-1 2,-6-7-8,1-4-4,-1-1 4,-2-7-10,-2 3 7,3 1 14,-3 4-2,3 7 2,2 8-11,2 6 10,1 3-17,2 3-9,0 0-1,0 0-9,0 0-5,0 24-11,0 20 19,0 15 7,3 14 1,0 12 0,5 3 0,-1 4-1,-1 7 0,1-2 2,-4-4-2,0-5 0,-3-1 0,0-5 1,0 3 2,-3-1 12,-7 5 4,0-5-12,-1-10-4,7-8 5,1-10-7,-1-12 3,4-5-4,0-12 1,0-9-1,0-5-4,0-5-49,0-8-62,0 0-78,4-24-94</inkml:trace>
  </inkml:traceGroup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1-02-09T06:47:57"/>
    </inkml:context>
    <inkml:brush xml:id="br0">
      <inkml:brushProperty name="width" value="0.04667" units="cm"/>
      <inkml:brushProperty name="height" value="0.04667" units="cm"/>
      <inkml:brushProperty name="color" value="#ED1C24"/>
      <inkml:brushProperty name="fitToCurve" value="1"/>
    </inkml:brush>
    <inkml:brush xml:id="br1">
      <inkml:brushProperty name="width" value="0.04667" units="cm"/>
      <inkml:brushProperty name="height" value="0.04667" units="cm"/>
      <inkml:brushProperty name="fitToCurve" value="1"/>
    </inkml:brush>
  </inkml:definitions>
  <inkml:traceGroup>
    <inkml:annotationXML>
      <emma:emma xmlns:emma="http://www.w3.org/2003/04/emma" version="1.0">
        <emma:interpretation id="{1AE94B19-21B1-4F56-8280-16E56BE49B1B}" emma:medium="tactile" emma:mode="ink">
          <msink:context xmlns:msink="http://schemas.microsoft.com/ink/2010/main" type="inkDrawing" rotatedBoundingBox="7220,5826 11450,4750 12253,7907 8023,8982" hotPoints="11390,5164 12056,7384 8520,8444 7854,6223" semanticType="enclosure" shapeName="Rectangle">
            <msink:sourceLink direction="with" ref="{FDC35305-5FA4-4762-AB22-79888A36C666}"/>
            <msink:sourceLink direction="with" ref="{4CC4CAF5-25A0-42A4-B229-AC40F51112A7}"/>
            <msink:sourceLink direction="with" ref="{46FEDBFF-B2AC-4B5C-A789-6EB5957B7128}"/>
          </msink:context>
        </emma:interpretation>
      </emma:emma>
    </inkml:annotationXML>
    <inkml:trace contextRef="#ctx0" brushRef="#br0">-3 141 39,'0'0'0,"0"0"9,0 0 27,0 0 4,0 0-13,0 0-3,0 0 2,-4 0 3,4 0 1,0 0-1,0 0 0,0 0-15,0 0-14,0 6-1,14-2 1,11-1 22,14-3 9,9 0-5,14 0-7,6-3 2,9-7-4,2-1-12,1 4 4,-7 0-8,-3 3-1,-5 4 0,-2 0-2,-7 0 1,-4 0-3,-4 0-1,-3 0 0,-2 0-2,4 0 7,5 0-5,7 0 5,6-6 1,7-5-1,5 0-1,0-3 0,6 3 1,-4 5 0,-2 1 0,-5 0 0,-12 0 1,-3 5-1,-4-3 1,-1 2-2,2-1 2,3 2-1,2-1 2,1-2 0,1 3 1,5-1-1,3-1-2,-1 2 10,3 0-9,-8-2-1,-3 2 0,-4 0 2,1 0-2,-5 0 0,3 0 0,-3 0 0,3 0 3,-3 0-2,0 0-1,-4 0 1,-5 0-1,5 0 0,-3 0 0,0 0 1,7 0-1,3 0 0,-2 0 0,1 0 1,-1 0-2,-1 0 1,-2 0 0,0 0 1,-1 0-1,-1-1 0,3-4 0,-1 4 2,0-2-2,-3 0 0,-2 0 0,0 3 0,-4 0 1,-3 0-1,-3 0 0,-4 0 0,-6-2 1,-4 2-1,-1-1 4,4 1-2,-4-2 7,5-1-5,-7 3-1,-5 0 2,-2 0-1,-8 0-1,-3 0 11,0 0 2,0 0 7,0 0-15,0 0-8,0 0-6,0 0 0,0 15 6,4 6 2,2 3 0,1 11-1,3 4 1,-2 6 2,-1 2 2,0 6 1,0 1-4,-3 0-3,2 0 7,-2 5-2,1-2-3,0 3 5,-2-4-3,5 0 6,-5-2-1,0-3-6,4-3 2,-4-3-3,1 1 3,0-7-4,2 0 0,0 2 0,-1-2 2,1 1-3,2 1 1,-5-5-1,1 5 0,-1-4 0,-3-2 1,0-4-1,0-2 1,0-5-1,0-6 0,0-4 0,0-1 1,0-5 0,-7-1 1,1 1-1,-9-2 2,-1 1-3,-2 1 2,-10-2-2,-8 1 4,-8 1-4,-8-2 0,-6 2-9,-5-1-17,-10-1 5,1-1 13,3-2-8,-1-3 7,8 0 8,0 0 1,4 0 1,10 0-1,8 0-2,5 0 2,1 3 0,9 0 0,-2-2-2,6 1-12,-3-1 3,3-1-4,-7 0-18,1 3-6,-4-3 17,1 0 18,0 0-2,-4 0-3,3 0 5,-1 0 1,3 0 3,3 5 0,2-2 0,3 0 0,0 0 0,3 0 4,2-2-2,-3 5 1,6-2-3,-1-3 1,4-1-1,-1 3 3,1 0-3,3 0 1,0-2 1,0-1-1,1 5 5,-2-3-2,4-1 5,-5 2 3,1 0-7,-2 0-3,-3 1-1,-2 1 2,1-2-3,1 0 0,3 0 0,5 0 3,1-2 11,4-1 23,-2 0-16,-1 0-8,-4 0 3,-1 4-5,-1-1 2,-1-2-10,-3 1-1,8-2-2,2 1 0,3-1-1,0 3-35,0-3-121,12 0-41</inkml:trace>
    <inkml:trace contextRef="#ctx0" brushRef="#br1" timeOffset="190474.2181">3087 592 55,'0'0'8,"0"0"35,0 0-12,0 0 13,0 0-7,0 0-11,0 0-2,-45-79-3,35 65 7,-4-3 0,1 7-5,2-4-8,1 2 16,-6-1-5,4-2-20,1-2 8,-2 3-5,1 0-6,-1 0 3,2 2-3,2-2 12,-7 4-11,1-4-3,4 1 3,-6 2-3,-2-4-1,3 2 5,-3 2-1,2 1-1,1-1 5,-3 0-8,0 1 6,2-1-6,-5 1 2,2 2-2,-2-2 1,2 4 0,0-2-1,2 1 0,1 2-1,-2-1 1,0 3 0,2 0 0,-2-1 0,2 1 0,1 1 0,-2-1 0,1 0 0,0 3-1,-5 0 1,2 0-2,-4 0 2,0-3 0,-2 3 0,3 0 2,-2 0-4,5 0 1,3 0 1,-4 0 0,4 0-3,-8 0 2,4 0 0,-3 7 1,3 0 0,-6 3 0,2-2-1,1 1 0,3 1 1,-3 1-2,3 1 1,1-2 1,-2 4 0,2 0-1,-5 1 0,2 2 0,-5 1-1,4 2 1,-2-5 1,3 5-1,-1-2 0,3-3 1,0 5 0,5-5 0,1 0 0,-6-2 0,4 4 0,0-2 0,-1-2 0,1 5 0,0 0-4,0 3 3,2 4 1,-1 0 0,-3-1 0,6 5-1,-1-5-3,3-2 4,1-1 3,1 0-2,1 1-1,1-3 0,1-1 0,-3 3 0,0 1 0,5 0 0,-3 1 0,0-2 0,4 1 0,0 2 0,-4 5 0,4 3 0,-1-1 0,-3 7 1,2-5 3,0 5-3,0-7-1,3 1 3,1 0-3,-2-3 0,-4 3 6,4 3-1,0-1-1,-1 2 4,4-1-7,-3 3 0,3-2 0,0-1 2,0-2-3,0-2 2,0 1-2,3-4-1,4 4 1,-4 0 2,0-2 5,1 0-6,-4 0 3,3-1 1,-3-1-3,0 1-1,0 1 3,0 0-4,0-2 0,3 0 1,2 0-1,1 3 1,1-6 2,4 4-1,-4-4 1,-1-1 0,1 0-3,-3 1 3,5-3-1,-1-1-2,3 0 0,-1 0 3,0 0-1,3 0-2,-1-1 0,1-1 1,-3 1 0,1-2-1,0 3 3,3 2-2,-3 0 0,2 2 1,4 3 1,0-3-2,-4 0-2,3-5 1,0-1-1,-5-2 1,3-2-2,0 2 2,-1-4 2,0 1 0,3-2-2,-3 1 0,0 2 0,4-1 2,5-1-1,-1 5 5,6-4-6,1 1 3,1-5 11,5 1-9,-7-4 7,4 0 0,-6-1-10,-1-2 0,-4 1 0,2-2 0,-6 0-2,2-3 1,3 4 2,3-1-3,7 0 0,1 0 2,2-1-2,0-2 2,2 0 1,-7 0-3,3 0 0,-3 0 3,-2-2 0,-2-4-2,-7 2 3,1-2-3,2 1 0,-1-1 0,6-1 2,-6 2-3,2-4 1,-1 2 0,1 0 1,0-1 1,-1-2-1,3 3 4,-8-4-2,3 1-3,-2 2 10,-1-5-7,-1 2 2,2 1-1,-6-1-3,5 1 0,-1-1-1,-2 1 1,-2-2-2,7-1 1,-5-2 0,1-1-1,0-2-1,4-3 1,-5 0 0,1-1 0,0 1 1,0-1 0,-1-2-1,-2 3-2,0-3 1,-1 3-2,-3 1 0,-1-1 3,2 0 0,1-2-1,3-2-2,-2 1 6,-3 1-4,3-1 1,-1-1 0,0 0 0,-2-2 1,3 2 1,-4-3-2,2 3 0,-1-2 0,-2-2 0,4 4 0,-6-3 0,4 6 3,-1-2-6,1 0 4,-3 0-1,3-2 0,0 1 0,0-3 1,0 0 2,0 4-2,-4-5 0,0 4 0,1-2-1,-4 1 0,1-1 0,1-2 2,-1 4-2,2-2 0,-3 1 0,3-1 4,-3 5 2,0-6-4,0 3 0,0-2-2,0 1 5,0 2-5,0 0 2,-4 3-1,2-4-1,1 0 2,-1 1-2,-2 2 0,3-3 0,-1 0 2,1-2-2,-2 2 0,-1 0 0,1 1-2,-4 0 1,4 3 0,-5-1 1,2 3 0,1-1 1,0 2-1,4 0 0,-3 2 3,4-2-3,-3 6 1,0 1 0,3 1 2,-3-1-2,-1 1 3,1-3-4,-5 2 2,4-3-1,-3 3 1,1-2 1,-1 2-2,0 1-1,1 2 0,2 1 2,1-1 2,-5-1-3,5 0 1,0 0 3,-2-3-5,0 0 4,0 1 0,-1 1-2,-1 1 0,1 0 5,-2 1-5,3 4 0,0-2 1,0 0-3,-1-2 0,3 5 0,-4-1 0,0 1 0,4 1 0,3 1-7,-4 1-55,-6 0-74,-5 1-129</inkml:trace>
  </inkml:traceGroup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1-02-09T06:48:20.733"/>
    </inkml:context>
    <inkml:brush xml:id="br0">
      <inkml:brushProperty name="width" value="0.04667" units="cm"/>
      <inkml:brushProperty name="height" value="0.04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A9BDE0F7-8FCB-45BD-A000-905FC81D2940}" emma:medium="tactile" emma:mode="ink">
          <msink:context xmlns:msink="http://schemas.microsoft.com/ink/2010/main" type="inkDrawing" rotatedBoundingBox="9741,8302 14491,7150 14919,8916 10170,10069" semanticType="callout" shapeName="Other">
            <msink:sourceLink direction="from" ref="{86E8906C-BCC0-4A90-A22A-870A5ACA886B}"/>
            <msink:sourceLink direction="to" ref="{7812427D-5D71-4439-800F-8449310BDC42}"/>
          </msink:context>
        </emma:interpretation>
      </emma:emma>
    </inkml:annotationXML>
    <inkml:trace contextRef="#ctx0" brushRef="#br0">4497 19 98,'0'0'87,"0"0"-14,0 0 1,0 0 13,0 0-8,0 0-24,0 0 1,0-20-5,0 20-24,0 0-8,0 0-8,0 0-11,0 0 0,0 6-8,0 12 2,0 8 6,0 5 0,0 10-1,0 3 1,0 5 0,0 7 0,-3 0 0,-2 1 1,2 0 0,-1-4 1,0 0-1,-1-2-1,2-4 0,-1 2 18,0 1-13,1-1-4,-1 1 4,1-2-2,0 5 3,3 1-4,-4-1-2,0 1 0,3-3 0,-1-2 2,2-3-2,-2-4 1,-1 0 4,0 1 0,1-1 6,-3-3-9,3 0 2,1-1-3,-1-5-1,2-2 0,0-4 0,0 2 0,0 0 0,-4-1 0,3-1 2,-4-1-2,2-2 0,1-3 0,-1-3 0,0-1 0,3-7 1,-6-2-2,6-1 2,0 1-1,0-5 0,0 0 0,0 1 0,-2-4 0,2 0 0,0 0 2,-1 0-1,1 0-1,0 0 1,-2 0-1,1 0-1,-6 3-6,-6 5 7,-4-2 1,-10 1 0,-3 1-1,-2-2-1,-7-2 1,0-1-3,-6 4 1,-6-6 0,-5 5-12,-6-6 2,-8 4-8,-2 0 16,-1-1-27,1 1 30,6-1-4,-5 0 5,0 0 0,1-1-2,4 1 2,4 1-1,7-1 2,10 3-1,-1-1 2,4 1-2,0-2 0,2 4-2,-3-2-2,3 0 4,-2-2-1,1 1 2,5-2-5,-2-3 5,7 0-1,-6 0 0,2 0 0,0 0 0,-2 0 0,-2 0 5,1 0-7,0 0 3,-4 0-2,2 0-3,1 0 0,3 0 4,2 0-4,-1 0 4,3 0 4,6 0-4,-5 0-1,7 3-4,-4 1 10,-1-1-5,-2 4 0,-1-3-2,-1 2 1,1-2 1,1 4 0,4-2-2,-4-2 2,2 6 0,2-6 0,-1-1 1,1 1-2,-2 0 1,-1-1-2,-2-3 2,1 4 0,0-4 0,-1 3-4,-2 0 8,0 2-6,0-2 4,-2 0-2,6 1 0,-5 2 0,6-1 2,2-2-2,0 1 2,2-2 2,-2-1-5,-1-1 4,-1 0-5,-2 0 4,1 0-2,-6 0 3,2 0-6,3 0 0,-1 0 3,1 0 1,4 3-1,-1 0 0,4 0-4,-4-1 4,1-2 6,-1 0-4,4 0-2,-3 0-1,6 0 1,-8 0 4,6 0-4,-3 0-4,6 0 4,-4 0 0,3 0 0,-1 0 0,-1 0 0,-2 0 0,2 0-4,-6 0 1,2 0 3,0 0 4,3 0-4,-5 0 0,6 0-4,-2 0 8,8 0-4,-4 0 1,4 0 0,3 0 0,0 0-1,0 0 0,3 0 1,1 0-1,-3 0 0,2 0-1,-2 0 1,2 0-2,1 0 1,-4 0 2,4 0-2,2 0 3,1 0 1,1 0 0,-5 0 3,0 0-5,-3 0-1,4 7-5,-4 2-18,4-4-186</inkml:trace>
  </inkml:traceGroup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1-02-09T06:48:11.446"/>
    </inkml:context>
    <inkml:brush xml:id="br0">
      <inkml:brushProperty name="width" value="0.04667" units="cm"/>
      <inkml:brushProperty name="height" value="0.04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5244F9D3-82B3-4E4B-9917-694133C200D4}" emma:medium="tactile" emma:mode="ink">
          <msink:context xmlns:msink="http://schemas.microsoft.com/ink/2010/main" type="writingRegion" rotatedBoundingBox="6905,9657 10232,8561 10431,9163 7103,10260">
            <msink:destinationLink direction="with" ref="{15BD6A99-8F33-4D2B-B640-45B573A9E47C}"/>
          </msink:context>
        </emma:interpretation>
      </emma:emma>
    </inkml:annotationXML>
    <inkml:traceGroup>
      <inkml:annotationXML>
        <emma:emma xmlns:emma="http://www.w3.org/2003/04/emma" version="1.0">
          <emma:interpretation id="{405E27AD-1107-4B8E-ADF6-86F3ECC1AD4D}" emma:medium="tactile" emma:mode="ink">
            <msink:context xmlns:msink="http://schemas.microsoft.com/ink/2010/main" type="paragraph" rotatedBoundingBox="6905,9657 10232,8561 10431,9163 7103,10260" alignmentLevel="1"/>
          </emma:interpretation>
        </emma:emma>
      </inkml:annotationXML>
      <inkml:traceGroup>
        <inkml:annotationXML>
          <emma:emma xmlns:emma="http://www.w3.org/2003/04/emma" version="1.0">
            <emma:interpretation id="{86B51AC0-E768-4BCA-A656-0B9B1FCC9B10}" emma:medium="tactile" emma:mode="ink">
              <msink:context xmlns:msink="http://schemas.microsoft.com/ink/2010/main" type="line" rotatedBoundingBox="6905,9657 10232,8561 10431,9163 7103,10260"/>
            </emma:interpretation>
          </emma:emma>
        </inkml:annotationXML>
        <inkml:traceGroup>
          <inkml:annotationXML>
            <emma:emma xmlns:emma="http://www.w3.org/2003/04/emma" version="1.0">
              <emma:interpretation id="{86E8906C-BCC0-4A90-A22A-870A5ACA886B}" emma:medium="tactile" emma:mode="ink">
                <msink:context xmlns:msink="http://schemas.microsoft.com/ink/2010/main" type="inkWord" rotatedBoundingBox="6905,9657 10232,8561 10431,9163 7103,10260">
                  <msink:destinationLink direction="from" ref="{A9BDE0F7-8FCB-45BD-A000-905FC81D2940}"/>
                </msink:context>
              </emma:interpretation>
              <emma:one-of disjunction-type="recognition" id="oneOf0">
                <emma:interpretation id="interp0" emma:lang="en-IN" emma:confidence="0">
                  <emma:literal>arms</emma:literal>
                </emma:interpretation>
                <emma:interpretation id="interp1" emma:lang="en-IN" emma:confidence="0">
                  <emma:literal>am</emma:literal>
                </emma:interpretation>
                <emma:interpretation id="interp2" emma:lang="en-IN" emma:confidence="0">
                  <emma:literal>arm</emma:literal>
                </emma:interpretation>
                <emma:interpretation id="interp3" emma:lang="en-IN" emma:confidence="0">
                  <emma:literal>aims</emma:literal>
                </emma:interpretation>
                <emma:interpretation id="interp4" emma:lang="en-IN" emma:confidence="0">
                  <emma:literal>aim</emma:literal>
                </emma:interpretation>
              </emma:one-of>
            </emma:emma>
          </inkml:annotationXML>
          <inkml:trace contextRef="#ctx0" brushRef="#br0">3810 3329 168,'0'0'196,"0"0"-189,0 0 52,0 0 14,0 0-56,0 0-10,74-74-5,-49 62 7,5 2-3,-5 0-3,-1 3-3,-3 7 0,-3 0 0,-5 0-3,0 0-1,-5 6-7,1 9 3,-4 3-7,-5 6-4,0 0 12,0 1 0,-18 0 1,-2 3 5,-9-3 1,-1 3 0,-5-4 1,-1 1-1,2-3 0,7-1 2,1-7-2,10-4 3,9-6-2,4 0 1,3-4-2,0 0 0,0 0-3,6 0 3,8 0 20,11 0 16,3 0-11,12-4-10,9-6 3,4-2-10,4-1 4,-5-1-2,-7 3 4,-9 4-1,-11 4-11,-8 2-2,-8 1 0,-7 0 0,-2 0-11,0 0-75,-2 0-40,-14 7-11</inkml:trace>
          <inkml:trace contextRef="#ctx0" brushRef="#br0" timeOffset="61986.2686">4250 3356 185,'0'0'71,"0"0"-67,0 0 45,0 0-9,0 0-30,0 0-10,0 11 0,10-8 1,9-2 5,-2 2-6,4 0 4,3-3-3,-4 1-1,2-1 1,-9 0 1,-2 0-4,-4 3-2,0-3-5,-7 0-3,0 0 3,0 0 3,0 0-1,0 0 7,0 0 9,-4 0 0,-3-7-8,1-7-1,1 0 3,-1-8-1,-1 1 6,4-3-1,3-1 4,0 1 11,0 2 33,0 4-37,10 8 0,1-1-6,6 5-7,-3 2-5,0 1 0,1 3-3,1 0 3,0 0-2,1 7 0,-2 7-3,-1-4-21,-4 4 2,-4-3-6,-2-1 12,-3 2 7,-1-2-4,0 4 3,0-3 12,0-1 0,0 1 0,0-5 0,0-2 0,0-1-1,0-3 1,0 3 0,11-3 3,5 0 8,2 0-2,9 0-4,-3 0-4,1 0 1,-7 0 0,-1-3 0,-4 3-2,-3 0 0,-2 0 0,-2 0-1,-3 0-10,2 0-36,-5 0-72</inkml:trace>
          <inkml:trace contextRef="#ctx0" brushRef="#br0" timeOffset="4067.8359">4764 2694 86,'0'0'12,"0"0"25,0 0 42,0 0-26,0 0-11,0 0-2,0 0-13,0 0 1,7 0 4,-7 0-8,3 0-15,7 0-5,5 0-3,12 0 10,12-6 3,13 1-6,9-1 0,14-5-3,9 4-1,7 0 0,-4 0-4,-4 3 3,-7 1-3,-18 0 0,-11 3 0,-13 0-2,-20 0 1,-5 0-2,-9 0-2,0 0-1,0 0 6,0 0 0,0 0 6,0 0 0,0 0-1,0 0 3,0 0 0,0 0 6,0 0 10,0 0 12,0 0 10,0 0-9,0-1-25,0 1 1,0-4 2,0 4-14,0 0-1,0 0-8,1 0-7,6 0 0,4 11 11,-1 4 3,3 5 2,-2-2 0,3 0-1,-7-2 0,-1-4-1,1-4-3,0-5-8,-3 0-12,-1 0-1,0-3-4,1 0 26,7-3 3,2-15 17,0-6-11,2 0-4,2-2 2,-7 2 0,-2 0-1,1 9 11,-5 4 9,1 4 2,-5 4 4,0 3-8,3 0-15,-3 0-6,7 0-10,3 6-9,4 9 9,7 6 10,-1 0 0,-3 3 0,1-1 2,-1-4-1,-4-4 1,-1-4-1,-5-4-1,-4 1-2,0-6-11,-3-2-3,0 0 7,3 0 9,-3 0 10,4-11 3,2-9-8,1-2-5,5-5 1,-5 2-1,-4 4 2,4 0 3,-3 11 3,3 1-3,-5 6-1,1 0 1,-2 3-5,6 0-7,7 0-10,0 10 12,5 8 0,3 3 5,-2 4 0,2-4 5,-5 0-5,1-3 0,-4 0 0,-1-8 0,-6 0 0,-4-9 0,-2 2-7,1-3-3,-2 0 7,0 0 3,4-3 13,0-15-13,3-3 0,4-3 0,-5-5 1,1 5-1,0-2 0,-1 10 4,-1 4-3,-2 6 1,0 3-2,2 3 0,-2 0-6,0 0-10,4 13 2,3 5 12,0 3 0,5 0 2,-5 0 0,3-1 2,-2-8 0,4-1-3,-5-4 2,0-4-2,0-3 1,-3 0-2,3 0-2,5-1 1,-4-16-4,2-4-30,-3 0-3,-3 3 7,-3 4 10,-4 1 3,0 2 11,0 4 9,0 4 14,-4-2 12,4 5 15,0 0-16,0 0-25,0-3-5,17 0-9,18-1 14,14-1 5,13-1 3,4 2-6,3-2 9,-4 3 1,-3-2-10,-6 2 10,-8 0-2,-12 2-8,-12 1 10,-10 0-11,-10 0-1,-4 0 0,0 0-7,0 0-7,0 0-34,-11 15-29,-18 6-3,-9 3-196</inkml:trace>
        </inkml:traceGroup>
      </inkml:traceGroup>
    </inkml:traceGroup>
  </inkml:traceGroup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44.20712" units="1/cm"/>
          <inkml:channelProperty channel="Y" name="resolution" value="44.39306" units="1/cm"/>
        </inkml:channelProperties>
      </inkml:inkSource>
      <inkml:timestamp xml:id="ts0" timeString="2021-02-09T06:48:44.033"/>
    </inkml:context>
    <inkml:brush xml:id="br0">
      <inkml:brushProperty name="width" value="0.04667" units="cm"/>
      <inkml:brushProperty name="height" value="0.04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F0B675AB-6142-43EA-8974-956EAE178D16}" emma:medium="tactile" emma:mode="ink">
          <msink:context xmlns:msink="http://schemas.microsoft.com/ink/2010/main" type="writingRegion" rotatedBoundingBox="5529,3677 5544,3677 5544,3692 5529,3692"/>
        </emma:interpretation>
      </emma:emma>
    </inkml:annotationXML>
    <inkml:traceGroup>
      <inkml:annotationXML>
        <emma:emma xmlns:emma="http://www.w3.org/2003/04/emma" version="1.0">
          <emma:interpretation id="{2821FF08-1793-4F21-9CDB-0F510152DBC5}" emma:medium="tactile" emma:mode="ink">
            <msink:context xmlns:msink="http://schemas.microsoft.com/ink/2010/main" type="paragraph" rotatedBoundingBox="5529,3677 5544,3677 5544,3692 5529,3692" alignmentLevel="1"/>
          </emma:interpretation>
        </emma:emma>
      </inkml:annotationXML>
      <inkml:traceGroup>
        <inkml:annotationXML>
          <emma:emma xmlns:emma="http://www.w3.org/2003/04/emma" version="1.0">
            <emma:interpretation id="{F2B23294-7F50-4F50-945D-70144268AB0F}" emma:medium="tactile" emma:mode="ink">
              <msink:context xmlns:msink="http://schemas.microsoft.com/ink/2010/main" type="inkBullet" rotatedBoundingBox="5529,3677 5544,3677 5544,3692 5529,3692"/>
            </emma:interpretation>
            <emma:one-of disjunction-type="recognition" id="oneOf0">
              <emma:interpretation id="interp0" emma:lang="en-IN" emma:confidence="0">
                <emma:literal>.</emma:literal>
              </emma:interpretation>
              <emma:interpretation id="interp1" emma:lang="en-IN" emma:confidence="0">
                <emma:literal>`</emma:literal>
              </emma:interpretation>
              <emma:interpretation id="interp2" emma:lang="en-IN" emma:confidence="0">
                <emma:literal>'</emma:literal>
              </emma:interpretation>
              <emma:interpretation id="interp3" emma:lang="en-IN" emma:confidence="0">
                <emma:literal>l</emma:literal>
              </emma:interpretation>
              <emma:interpretation id="interp4" emma:lang="en-IN" emma:confidence="0">
                <emma:literal>,</emma:literal>
              </emma:interpretation>
            </emma:one-of>
          </emma:emma>
        </inkml:annotationXML>
        <inkml:trace contextRef="#ctx0" brushRef="#br0">2256-2912</inkml:trace>
      </inkml:traceGroup>
    </inkml:traceGroup>
  </inkml:traceGroup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1-02-09T06:47:35.660"/>
    </inkml:context>
    <inkml:brush xml:id="br0">
      <inkml:brushProperty name="width" value="0.04667" units="cm"/>
      <inkml:brushProperty name="height" value="0.04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26FB9E56-820D-4760-A099-7DF8BA0D5320}" emma:medium="tactile" emma:mode="ink">
          <msink:context xmlns:msink="http://schemas.microsoft.com/ink/2010/main" type="writingRegion" rotatedBoundingBox="4431,6511 8229,9253 7124,10782 3327,8041"/>
        </emma:interpretation>
      </emma:emma>
    </inkml:annotationXML>
    <inkml:traceGroup>
      <inkml:annotationXML>
        <emma:emma xmlns:emma="http://www.w3.org/2003/04/emma" version="1.0">
          <emma:interpretation id="{F02EEE69-4E2C-4A98-A24F-2543143CAAFC}" emma:medium="tactile" emma:mode="ink">
            <msink:context xmlns:msink="http://schemas.microsoft.com/ink/2010/main" type="paragraph" rotatedBoundingBox="4431,6511 8229,9253 7124,10782 3327,804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B17F820E-210A-473D-85AF-4E4D19A49E0E}" emma:medium="tactile" emma:mode="ink">
              <msink:context xmlns:msink="http://schemas.microsoft.com/ink/2010/main" type="line" rotatedBoundingBox="4431,6511 8228,9253 7124,10782 3327,8041"/>
            </emma:interpretation>
          </emma:emma>
        </inkml:annotationXML>
        <inkml:traceGroup>
          <inkml:annotationXML>
            <emma:emma xmlns:emma="http://www.w3.org/2003/04/emma" version="1.0">
              <emma:interpretation id="{DCCFB42A-01C5-489C-BFC8-E5F00EDF5FB4}" emma:medium="tactile" emma:mode="ink">
                <msink:context xmlns:msink="http://schemas.microsoft.com/ink/2010/main" type="inkWord" rotatedBoundingBox="4431,6511 8228,9253 7124,10782 3327,8041"/>
              </emma:interpretation>
              <emma:one-of disjunction-type="recognition" id="oneOf0">
                <emma:interpretation id="interp0" emma:lang="en-IN" emma:confidence="0">
                  <emma:literal>"L</emma:literal>
                </emma:interpretation>
                <emma:interpretation id="interp1" emma:lang="en-IN" emma:confidence="0">
                  <emma:literal>"Le</emma:literal>
                </emma:interpretation>
                <emma:interpretation id="interp2" emma:lang="en-IN" emma:confidence="0">
                  <emma:literal>"Lo</emma:literal>
                </emma:interpretation>
                <emma:interpretation id="interp3" emma:lang="en-IN" emma:confidence="0">
                  <emma:literal>"he</emma:literal>
                </emma:interpretation>
                <emma:interpretation id="interp4" emma:lang="en-IN" emma:confidence="0">
                  <emma:literal>"h</emma:literal>
                </emma:interpretation>
              </emma:one-of>
            </emma:emma>
          </inkml:annotationXML>
          <inkml:trace contextRef="#ctx0" brushRef="#br0">745 512 271,'0'0'395,"0"0"-392,0 0-3,0 0 24,0 0-24,0 0-27,-58 64 27,29-19 0,-1 5 0,2-5-8,3-7-35,11-12-28,7-8 42,4-8 9,3-4 0,0-6-6,0 0 26,0-6 39,13-12-9,3 1-26,4-1 30,-3 0-14,7 7 1,0 0-17,4 2 3,-3 9-1,5 0-3,2 0-3,2 0-3,-6 6 2,-1-2-1,-2 4 1,-5-5 1,2-3-15,-5 0-8,-1 0 11,-1-5 5,-5-8 7,0 2 3,-6-2 2,-4-5 27,0 0 6,0-2 3,-4 1 12,-2 5-20,2 7 15,1 3 3,3 4-20,0 0-31,0 2-14,0 21-8,0 9 7,0 14 13,0 3 1,0 10-44,0-2-81,0-4-139</inkml:trace>
          <inkml:trace contextRef="#ctx0" brushRef="#br0" timeOffset="95903.9341">1140 740 59,'0'0'138,"0"0"-100,0 0 44,0 0-22,0 0-30,0 0-21,0 0-9,0-3-2,3 3-5,12 0 7,6 0 6,-2 0-3,4 0-2,-4 0-1,-4 0 0,-1 0 2,-1 0-2,-3 0 1,-3 3-2,-4-3 1,-3 0 0,0 0 0,0 0 1,0 0 5,0 0-3,0 0 4,0-7-7,-6-4-1,-1-2-5,0-2 5,1-5 1,2 2 2,1 0 1,3-3 3,0 1 11,0 1 1,0 2-10,0 5-2,7 2-3,3 1-6,3 4 3,-2 2-1,7 3-1,-5 0-2,1 0 4,4 0-1,-5 5 1,-3 5-6,-2 2 4,-3 0-3,4 3-2,-6 2 1,1 0 1,-1-3-5,-3 3-6,0-2 1,0 3 5,0-4 6,-7 1 4,-2-2 2,4-2-2,2-4 1,3-1-1,0-1-2,0-2-4,21 0 6,9-3 8,11 0-1,5 0-7,-5 0 0,-2 0 0,-12-3 0,-5 3 0,-13 0 2,-2 0-2,-7 0-2,0 0-20,0 0-64,0 7-65</inkml:trace>
          <inkml:trace contextRef="#ctx0" brushRef="#br0" timeOffset="35058.5318">1722 671 19,'0'0'41,"0"0"-12,0 0 35,0 0 11,0 0-41,0 0-7,0 0-3,4-15-3,-4 15 2,0-3-3,0 3-8,0-1 6,0-1 4,0-2-1,0 4 7,0-5-4,0 2-7,0 0 13,0-1-5,0 1-10,0-1 14,0 1-1,0 3-3,0 0-9,0 0-6,0 0-7,0 0-3,0 0-1,0 0-5,0 0-8,0 8-2,0 9 10,3 11 6,0 4 0,1 6 2,-1 1-2,0 0 3,1 0-3,-3 0 0,2 2 1,4-5-1,0 2 1,0-6-1,0 3 0,-1-2 0,1 2 0,-4 4 1,-2 2-1,1 2 0,-2-1 0,0 0 0,0-2 1,0-3-1,0-4 0,4-2 1,-1-3-1,3 1 0,-3-1 0,0 3 2,0 1-2,1 6 0,-1 4 1,0 1-1,-3 0 0,4-1 0,-1-3 0,-3 0 1,3-5-2,1-4 1,-1-3-1,0 1 1,1 4 1,-3-3 0,1-1-1,-1-1 0,3-1 0,-4-2 0,0 1 1,4-2 0,-4 0-1,3 1 0,0 1-1,1-4 0,-1 0 1,0-1 0,-3-5 0,4 3 0,-4-4 0,3 1 0,-3 1 0,3-1 0,-3 2 0,3 1 1,-3-1-1,0-2 0,2 3 0,-2-5 0,0 2-1,2-1 1,-1-1 0,1 1 0,-1-3-1,-1-4 2,0 1-2,0 2 1,0-2-4,0 2 4,0-1 1,0 0 2,0 0-2,-4-1-1,0 2 1,4-3-1,-3-3 0,3-4 1,-3 4-1,3-4 1,0 0-1,-3 3 0,3-3 0,0 0 0,0 0-2,0 0 2,-4 0 1,4 3 0,0-3 0,0 4 2,0-4 0,0 1-3,0-1 0,0 0 1,0 0 4,0 0-3,0 0 2,0 0-2,0 0 0,0 0-2,0 0 0,0 0-1,0 0-2,0 0-4,13 0 5,10 3 2,7-3 4,16 0 1,9 0 2,14 0-3,4 0 0,13 0-3,5 0 0,2 0 1,1 0 0,-8 0-2,-6-3 0,-15 3-2,-5-5 4,-11 5-1,-1-3-1,-7 3 0,0 0-3,-2 0 6,-7-3-3,-6 3 1,-7 0-1,-3 0 0,1 0 0,2 0 0,0 0-1,1 0 1,6 0 0,-5 0 0,3 0-3,-6 3 5,-1-3-4,-4 3 4,-9-3-4,-1 0 1,-3 0 1,0 0 1,0 0-1,0 0 2,0 0-1,0 0 1,0 0-1,0 0 0,0 0 1,0 0 0,0 0 0,0 0 0,0 0 1,0 0 0,0 0 5,0 0 0,0 0-2,0 0-4,0 0-2,0 4-3,0-3-6,7 8 1,3 2 4,5 7 4,2 3 0,-4 0 0,-2 4-2,3-4 2,-4 0-1,-3-3 0,-3-4-5,3-7 1,-5 0 3,-1-7-3,-1 0 3,0 0 2,0 0 10,2-8 2,2-13 3,1-9-13,2-9-2,3 3 13,-7-3-10,4 4-3,-1 6 3,1 10-3,-3 4 10,1 7 1,-2 5 1,-3 0-12,3 3-2,1 0-5,5 6-12,9 12 12,3 6 6,2 1 1,3-3 0,-7 2 0,4-6 0,-7-4-1,-6-1 3,-3-8-4,-4-2 1,0-3-8,-2 0-2,-1 0 8,3 0 3,-3 0 6,5-14 5,-2-7-11,7-4-23,0-7 22,-2-3 1,2 1-5,1 5 4,-1 5-1,-4 6 2,-2 10 1,-1 2 3,-2 5 6,2 1-10,3 0 0,6 0-9,5 7 1,0 14 0,4 5 5,2 1 0,0 2 3,-7-4 0,2-1-1,-1-6 5,-3-1-4,-3-6 0,-3-7 0,-3 2 1,-2-6-1,2 0 0,-5 0 0,6-3 11,4-15 2,-3-6-13,4-2-2,-1-2 0,1-4 2,2-2 0,-3 2 0,3 8 0,-1 6 1,-2 4-1,-7 7 3,4 4-1,-4 3 1,2 0-3,7 6-9,7 12 2,4 10 7,2 4 0,-4 6 0,3-5 4,-6 1-2,3-5-2,-8-5 1,1-6 0,-8-4 2,1-7-6,-4-4 3,-3-3-6,1 0 6,1 0 6,4-6 9,1-9-15,-1-2-22,1 3 15,-4 3 7,0 4-1,-2-3-3,3 3 1,-1 4 2,3-2 0,6 1-2,4 1-3,13-3 0,8-2 6,14 4 5,10-5 5,4 1-2,-2 1-1,-2 1 5,-13 1-9,-9-2 6,-11 1-7,-10 2 0,-8 0 4,-5 4-6,-5 0 2,0 0-2,0 0-30,-18 0-37,-15 15-98,-19 5-76</inkml:trace>
        </inkml:traceGroup>
      </inkml:traceGroup>
    </inkml:traceGroup>
  </inkml:traceGroup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1-02-09T06:47:40.015"/>
    </inkml:context>
    <inkml:brush xml:id="br0">
      <inkml:brushProperty name="width" value="0.04667" units="cm"/>
      <inkml:brushProperty name="height" value="0.04667" units="cm"/>
      <inkml:brushProperty name="color" value="#ED1C24"/>
      <inkml:brushProperty name="fitToCurve" value="1"/>
    </inkml:brush>
    <inkml:brush xml:id="br1">
      <inkml:brushProperty name="width" value="0.04667" units="cm"/>
      <inkml:brushProperty name="height" value="0.04667" units="cm"/>
      <inkml:brushProperty name="fitToCurve" value="1"/>
    </inkml:brush>
  </inkml:definitions>
  <inkml:traceGroup>
    <inkml:annotationXML>
      <emma:emma xmlns:emma="http://www.w3.org/2003/04/emma" version="1.0">
        <emma:interpretation id="{0B113791-DBFC-4A42-88E2-65C6F236490F}" emma:medium="tactile" emma:mode="ink">
          <msink:context xmlns:msink="http://schemas.microsoft.com/ink/2010/main" type="writingRegion" rotatedBoundingBox="4913,5779 10134,5600 10224,8206 5002,8385"/>
        </emma:interpretation>
      </emma:emma>
    </inkml:annotationXML>
    <inkml:traceGroup>
      <inkml:annotationXML>
        <emma:emma xmlns:emma="http://www.w3.org/2003/04/emma" version="1.0">
          <emma:interpretation id="{6B50AC70-E159-4F7D-B1B8-FA50C32C5103}" emma:medium="tactile" emma:mode="ink">
            <msink:context xmlns:msink="http://schemas.microsoft.com/ink/2010/main" type="paragraph" rotatedBoundingBox="5060,5774 7851,5678 7861,5975 5070,607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C42A0101-65C3-4640-891D-C12F2D009A3E}" emma:medium="tactile" emma:mode="ink">
              <msink:context xmlns:msink="http://schemas.microsoft.com/ink/2010/main" type="line" rotatedBoundingBox="5060,5774 7851,5678 7861,5975 5070,6071">
                <msink:destinationLink direction="with" ref="{89D8C836-26C8-41AA-B785-F1A05C0BB365}"/>
              </msink:context>
            </emma:interpretation>
          </emma:emma>
        </inkml:annotationXML>
        <inkml:traceGroup>
          <inkml:annotationXML>
            <emma:emma xmlns:emma="http://www.w3.org/2003/04/emma" version="1.0">
              <emma:interpretation id="{CE796BEA-F2DC-4E2F-81C5-7CCCE74B8EE1}" emma:medium="tactile" emma:mode="ink">
                <msink:context xmlns:msink="http://schemas.microsoft.com/ink/2010/main" type="inkWord" rotatedBoundingBox="5060,5774 7851,5678 7861,5975 5070,6071"/>
              </emma:interpretation>
              <emma:one-of disjunction-type="recognition" id="oneOf0">
                <emma:interpretation id="interp0" emma:lang="en-IN" emma:confidence="0">
                  <emma:literal>am</emma:literal>
                </emma:interpretation>
                <emma:interpretation id="interp1" emma:lang="en-IN" emma:confidence="0">
                  <emma:literal>arm</emma:literal>
                </emma:interpretation>
                <emma:interpretation id="interp2" emma:lang="en-IN" emma:confidence="0">
                  <emma:literal>two</emma:literal>
                </emma:interpretation>
                <emma:interpretation id="interp3" emma:lang="en-IN" emma:confidence="0">
                  <emma:literal>twins</emma:literal>
                </emma:interpretation>
                <emma:interpretation id="interp4" emma:lang="en-IN" emma:confidence="0">
                  <emma:literal>anus</emma:literal>
                </emma:interpretation>
              </emma:one-of>
            </emma:emma>
          </inkml:annotationXML>
          <inkml:trace contextRef="#ctx0" brushRef="#br0">1856-775 23,'0'0'63,"0"0"-6,0 0-28,0 0-13,0 0-11,0 0-3,-20 9-2,7-3 0,3 1 2,1-1-1,4-1 5,0-2 15,5 1-10,-3-2 0,3-1-6,0 4 1,0-2 2,0 0-5,6 3 3,23-2 26,13-1 14,16-3-23,15 0-5,13 0-11,1 0-7,1 0 0,-7-3 2,0-4-2,-8 1 0,-4-2 0,-7 4 3,-14-2-3,-6-2 1,-13 5-1,-9 0 0,-7 2 6,-9-2 4,-1 0 26,-2 3-2,-1-2 13,0 1-4,0-1-9,2-1 2,-2 3-5,0 0-12,0 0-8,0 0-3,0 0-8,1 0-6,2 0-10,8 11 1,-1 7 12,4 3 3,0 3 0,3-2 0,-3 1 0,-3-2 2,3-6-2,-4 0-10,-3-4-9,3-5-2,-7-3-6,0-3 3,1 0 1,0 0 23,7-7 9,-1-13-4,0-3-4,-2-4 4,0 0 7,1-3 2,-2 3 11,-1 4 16,1 7-26,-4 8 20,1 5-8,-1 3-15,0 0-12,5 0-17,6 15 6,6 9 9,-3 7-5,1-2 6,0-1 2,0-3-2,-8-4-1,0-4 0,-4-5-16,-2-6-5,2 0 0,-5-5-1,3-1 4,3 0 20,-3-10 16,6-8-11,-1-8 1,-1-4 2,5-3-1,2-2 5,-5 4 2,0 5 3,-3 10 9,-1 5-4,-2 7-14,1 4-3,-2 0-5,4 1-16,6 19 4,1 8 2,7 5 8,-4 1 2,-6-1 1,6-5 0,-3-4-1,-4-6-4,-3-4-14,-1-7-4,-1-4 6,-1-3-1,-4 0 17,6 0 7,4-14 14,3-9-19,2-6 0,2-4 2,-3-5 2,-1-5-5,6 1 2,-6 4-3,0 16 1,-1 6 3,-9 12 12,1 4-16,-1 0-2,0 0-13,7 3 8,-3 11-4,1 0 0,3 6 11,-5-2-1,1-3-2,0 0 0,-1-3 3,-3-4 0,4-4 0,3 2-3,12-4 3,10-2 6,20 0 1,13 0 0,16-15-7,8-2 1,7-1 3,2 0-8,-1 4 8,-11 1-7,-16 4 6,-14 2-2,-23 2-1,-11 3-5,-19 2-25,-3 0-61,-32 14-136,-20 8 109</inkml:trace>
        </inkml:traceGroup>
      </inkml:traceGroup>
    </inkml:traceGroup>
    <inkml:traceGroup>
      <inkml:annotationXML>
        <emma:emma xmlns:emma="http://www.w3.org/2003/04/emma" version="1.0">
          <emma:interpretation id="{2ECF2E5C-8E35-4DAF-8980-4A9FF7DFFD06}" emma:medium="tactile" emma:mode="ink">
            <msink:context xmlns:msink="http://schemas.microsoft.com/ink/2010/main" type="paragraph" rotatedBoundingBox="6658,6217 10171,6654 10113,7121 6600,6685" alignmentLevel="3"/>
          </emma:interpretation>
        </emma:emma>
      </inkml:annotationXML>
      <inkml:traceGroup>
        <inkml:annotationXML>
          <emma:emma xmlns:emma="http://www.w3.org/2003/04/emma" version="1.0">
            <emma:interpretation id="{FDC35305-5FA4-4762-AB22-79888A36C666}" emma:medium="tactile" emma:mode="ink">
              <msink:context xmlns:msink="http://schemas.microsoft.com/ink/2010/main" type="line" rotatedBoundingBox="6658,6217 10171,6654 10113,7121 6600,6685">
                <msink:destinationLink direction="with" ref="{1AE94B19-21B1-4F56-8280-16E56BE49B1B}"/>
                <msink:destinationLink direction="with" ref="{89D8C836-26C8-41AA-B785-F1A05C0BB365}"/>
              </msink:context>
            </emma:interpretation>
          </emma:emma>
        </inkml:annotationXML>
        <inkml:traceGroup>
          <inkml:annotationXML>
            <emma:emma xmlns:emma="http://www.w3.org/2003/04/emma" version="1.0">
              <emma:interpretation id="{429852A7-66A2-412F-BB5E-A03ECCD9841D}" emma:medium="tactile" emma:mode="ink">
                <msink:context xmlns:msink="http://schemas.microsoft.com/ink/2010/main" type="inkWord" rotatedBoundingBox="6658,6217 10171,6654 10113,7121 6600,6685">
                  <msink:destinationLink direction="with" ref="{10E07583-E345-41ED-A344-B7367D89AD36}"/>
                </msink:context>
              </emma:interpretation>
              <emma:one-of disjunction-type="recognition" id="oneOf1">
                <emma:interpretation id="interp5" emma:lang="en-IN" emma:confidence="0">
                  <emma:literal>seem</emma:literal>
                </emma:interpretation>
                <emma:interpretation id="interp6" emma:lang="en-IN" emma:confidence="0">
                  <emma:literal>swim</emma:literal>
                </emma:interpretation>
                <emma:interpretation id="interp7" emma:lang="en-IN" emma:confidence="0">
                  <emma:literal>Firm</emma:literal>
                </emma:interpretation>
                <emma:interpretation id="interp8" emma:lang="en-IN" emma:confidence="0">
                  <emma:literal>Fem</emma:literal>
                </emma:interpretation>
                <emma:interpretation id="interp9" emma:lang="en-IN" emma:confidence="0">
                  <emma:literal>seam</emma:literal>
                </emma:interpretation>
              </emma:one-of>
            </emma:emma>
          </inkml:annotationXML>
          <inkml:trace contextRef="#ctx0" brushRef="#br0" timeOffset="556.7984">3367-220 277,'0'0'226,"0"0"-211,0 0 80,0 0-15,0 0-69,0 0-11,7-11-31,-7 25 0,0 6 31,0 1-3,0-2 3,0-2-3,0-7 2,0-2-4,0-2-3,0-5-4,12-1 8,4 0 4,7 0 9,6 0-1,3 0 0,-1-4-5,3 4 1,-2 0-4,-1 0-2,3 0 1,-11 7-2,-1 7 0,-8 1-2,-7 2-5,-3-1-2,-4 2 10,0 2 1,-18 1 2,-11 0-2,-7-4 3,-9 1-4,0-2-9,-1-4-23,-2-5-29,13-5-6,0-2 4,11-2-23,11-16-76</inkml:trace>
          <inkml:trace contextRef="#ctx0" brushRef="#br0" timeOffset="84746.4893">3752-84 68,'0'0'132,"0"0"-113,0 0 62,0 0 0,0 0-27,0 0-8,0 0 0,0 0-7,0 0-13,0 0-7,0 0-8,0 0-8,0 0-3,0 1-3,0 1-6,0 2-2,3 2-19,10 0 23,10 3 7,-4-1 1,7-4-1,-6 1 6,-3-4-6,1-1 0,-8 0 0,-7 0 0,0 0 0,-3 0 0,0 0 0,0 0 1,0 0 2,0 0 3,0 0-3,0 0 7,0-10-5,0-2-5,-3-4-1,0 0-2,0-4 1,3-1-4,0-1 6,0-1 1,0 2-1,0 2 10,0 2-6,0 6 8,0 4 0,3 1-5,0 1-7,-3 5 1,3-3-1,-3 3-4,5 0-3,4 0 0,6 0 3,2 0-6,-1 0-6,3 0 6,-2 0-4,-3 7 3,0 0-10,-7 5 6,-1 1 0,-2 4 0,-4 1 1,0 0-6,0 2 1,-4-2 15,-2-3 4,-1-5-1,4 0 2,3-6-2,0 0 1,0-4-5,0 2 2,0-2 3,13 0 1,1 0 4,11 0-1,-4 0 2,3 0-6,2 0 0,-4 0 0,-2 0 0,-5 0-1,-1 0-4,-4 0-29,-3 0-34,-7 0-85</inkml:trace>
          <inkml:trace contextRef="#ctx0" brushRef="#br0" timeOffset="7186.4543">4380 155 38,'0'0'5,"0"0"39,0 0 29,0 0-14,0 0-24,0 0-8,-49 0 0,42 0 4,4 0 9,3 0 11,-5 0-11,5 0-1,0 0-7,0 0-15,0 0-17,8 0-3,23 1 0,18 2 3,20-3 13,13 0-1,9 0-12,7 0 2,-6 0-6,-8 0-1,-15-3 3,-10 2-5,-14-1 7,-7 1-7,-18 1 4,-8-3 3,-6 3 0,-6 0 0,0-3 1,0 3 0,0-1 9,0-1 2,0 0-1,0 2 6,0-3 8,0 3 14,0 0 5,0 0-10,0 0-10,0 0-10,0 0-14,0 0 0,0 0-16,7 7-3,1 4 19,4 9 1,0-1-1,-2 2 3,0-1-3,-3-2 0,2-1 0,-2-5 0,2-2-3,-6-2-4,4-5-11,-4 1-18,0-4-9,4 0 38,3 0 7,1-7 14,7-11-7,-5 1 1,0-5 1,2-6 4,-1-1 16,-3-2-7,1 9-3,0 1 13,-2 4-5,-4 7-5,-1 5 11,-2 2-5,1 3-27,-2 0-1,4 0-19,6 8-2,5 11 15,0 4 2,1 1 4,-1 1 0,-4-4 0,3-1 0,-7-5-6,-2-4-8,0-4-6,-4-1-4,0-6-4,-3 0 7,4 0 21,-1 0 2,1-9 16,7-9-13,-4-6-3,3-2 13,1 2-13,-1 2 5,1 2 14,-1 6-11,-4 4 10,-2 6-8,-3 2-2,1 2-10,2 0-13,6 6-9,5 11 16,2 4 3,2 3 3,0 0 2,-3-2-2,-1-2 1,-1-5 0,-4-4-1,-2-4-3,-3-4-3,-4-1-10,2-2 7,-3 0 9,3 0 7,1-6 5,7-14-7,-1-4-4,1-5 0,3 1 2,-3 2-3,-5-1-4,1 9 4,-1 5 10,-4 5-5,0 5 7,-1 3-6,-1 0-6,2 0-14,1 0-9,4 17 2,2 2 17,1 1 2,0-2-4,-3-1 3,3-6-1,0 3 0,1-7 2,-1 0-3,-2-4 5,1-2 1,2-1 1,0 3 0,3-3 0,14 0 3,1 0-1,17 0-2,7-4-2,8-6-2,9 0 2,5-1-4,2 1-5,-7-1 6,-1 4-1,-10-4-8,-11 1 12,-3 2-2,-14-1 2,-3 1 0,-11 1 1,-2 6-1,-9-2 10,-2 0 5,-4 3 7,0 0-6,0 0-2,0 0-1,0 0-4,0 0-6,0 0-3,0 0 0,0 0 0,0 0 0,0 0-3,0 0 3,0 0 1,0 0 1,0 0-1,0 0 6,0 0-4,0 0 7,0 0-2,0-3 1,0 3 1,0 0-8,0 0-1,0 0-1,0 0 0,0 0-2,0 0 2,0 0 0,0 0 1,0 0-2,0 0 2,0 0 0,0 0-1,0 0 0,0 0 0,0 0 0,0 0 1,0 0 2,0 0-3,0 0 0,0 0 0,0 0-4,0 0-8,0 0-48,0 0-35,0 0-35,0 0-8,-7 0-46</inkml:trace>
          <inkml:trace contextRef="#ctx0" brushRef="#br0" timeOffset="832.7743">3454-285 409,'0'0'78,"0"0"-70,0 0 24,0 0 2,0 0-21,97-13-2,-62 10-2,-1-2 5,-2 2-4,-8-1-3,0 1 3,-13 0-4,-2 3 3,-8-2 0,1 2-5,-2 0-4,1 0-10,-1-1-108,0-4-211</inkml:trace>
        </inkml:traceGroup>
      </inkml:traceGroup>
    </inkml:traceGroup>
    <inkml:traceGroup>
      <inkml:annotationXML>
        <emma:emma xmlns:emma="http://www.w3.org/2003/04/emma" version="1.0">
          <emma:interpretation id="{FACE403D-6E06-4AC3-A975-2E3CAAB3D39A}" emma:medium="tactile" emma:mode="ink">
            <msink:context xmlns:msink="http://schemas.microsoft.com/ink/2010/main" type="paragraph" rotatedBoundingBox="4963,7351 7730,7205 7744,7475 4977,762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25CB755D-C0DC-40DD-B39D-0B7BB1323B96}" emma:medium="tactile" emma:mode="ink">
              <msink:context xmlns:msink="http://schemas.microsoft.com/ink/2010/main" type="line" rotatedBoundingBox="4963,7351 7730,7205 7744,7475 4977,7621">
                <msink:destinationLink direction="with" ref="{89D8C836-26C8-41AA-B785-F1A05C0BB365}"/>
              </msink:context>
            </emma:interpretation>
          </emma:emma>
        </inkml:annotationXML>
        <inkml:traceGroup>
          <inkml:annotationXML>
            <emma:emma xmlns:emma="http://www.w3.org/2003/04/emma" version="1.0">
              <emma:interpretation id="{2C1BA049-7FDA-4AF9-A883-9B796CAE17DE}" emma:medium="tactile" emma:mode="ink">
                <msink:context xmlns:msink="http://schemas.microsoft.com/ink/2010/main" type="inkWord" rotatedBoundingBox="4963,7351 7730,7205 7744,7475 4977,7621"/>
              </emma:interpretation>
              <emma:one-of disjunction-type="recognition" id="oneOf2">
                <emma:interpretation id="interp10" emma:lang="en-IN" emma:confidence="0">
                  <emma:literal>frowns</emma:literal>
                </emma:interpretation>
                <emma:interpretation id="interp11" emma:lang="en-IN" emma:confidence="0">
                  <emma:literal>inns.</emma:literal>
                </emma:interpretation>
                <emma:interpretation id="interp12" emma:lang="en-IN" emma:confidence="0">
                  <emma:literal>fns</emma:literal>
                </emma:interpretation>
                <emma:interpretation id="interp13" emma:lang="en-IN" emma:confidence="0">
                  <emma:literal>inn.</emma:literal>
                </emma:interpretation>
                <emma:interpretation id="interp14" emma:lang="en-IN" emma:confidence="0">
                  <emma:literal>fn</emma:literal>
                </emma:interpretation>
              </emma:one-of>
            </emma:emma>
          </inkml:annotationXML>
          <inkml:trace contextRef="#ctx0" brushRef="#br0" timeOffset="80053.1645">1826 953 16,'0'0'44,"0"0"-17,0 0-8,0 0-11,0 0-4,0 0-4,-7 0 2,4 0 2,3 0 1,0 0 10,-3 0 17,0 0 0,-3 0-4,3 0-9,-1 0 3,1 0-4,-4 0-13,1 0-4,-1 0 0,1 0 6,2 0-5,-3 0-2,3 0 0,1 0 1,3 0 0,0 0-1,0 0-1,0 0-2,0 0-7,0 0-2,14 0 12,6 0 8,9 0-2,5 0-1,4 0-4,0 0-1,-3 0-3,0 0-1,-1 0 4,-5 0 0,-3 0 1,-5 0-1,-3 0 0,-2 0 0,-6 0 0,-1 0 3,1 0-2,-7 0 0,4 0 2,-4 0 0,4 0 2,-4 0-1,0 0 0,-3 0-1,1 0 12,-1 0 12,0 0-5,0 0 0,0 0-2,0 0-7,0 0-8,0 0 3,0 0-2,0 0-3,0 0 1,0 0 1,0 0 2,0 0-5,0 0 3,0 0-1,-1 0-4,-2 0 3,-4 0-3,4 0 0,-4 0-1,4 0 1,0 0 0,3 0 2,-3-2-2,3 2 3,-4-2 6,1 2 4,3-1 2,-6-2-3,4 3-4,-4 0-5,-2-3-3,-5 3 0,-6 0-4,-4 0 4,-8-1-3,3 1 2,-4-2 0,6 2 0,0 0 0,3 0 0,4 0 1,10 0-2,-1 0 2,3 0-4,0 0-2,-7 0-4,6 3 3,-5 0 3,-3 0 0,1 0 3,1-1 1,1 1-5,-3 0-1,6 0 3,4-2 2,-1-1 1,4 0 1,-1 0 0,4 0 0,-3 0 0,0 0 0,3 0-1,-4 0 2,-1 0-2,3 0 1,1 0-1,1 0 1,-3 0-1,3 0 0,0 0 0,0 0 0,0 0 0,0 0 0,0 0 1,0 0-1,0 0 0,0 0 3,0 0-2,0 0 0,0 0 1,0 0-1,0 0-1,15-3 5,5-4-5,12 2 0,2-1-1,7-1-1,-3 2-4,-2-1-5,-3 2 3,-1 1 4,-4-1 1,-1 1 3,-2 2 0,-5-1 0,-7 2-1,-1 0 1,-2 0 0,-6 0-2,2 0 2,-2 0-2,2 0 1,-1 0 1,-2 0-2,0 0 0,-1 0 0,-2 0 1,0 0-2,0 0 2,0 0-2,0 0 3,0 0 4,0 0 0,0 0 2,0 0-4,0 0 1,0 0-3,0 0-2,0 3-18,6-3-179</inkml:trace>
          <inkml:trace contextRef="#ctx0" brushRef="#br0" timeOffset="3158.9132">1988 829 50,'0'0'38,"0"0"33,0 0 0,0 0-33,0 0-10,0 0 1,0 0 3,0 0-1,0 0 1,0 0-5,0 3-7,0-3-2,0 0-3,0 0 0,5 0-15,16 0 9,12 0 3,15 0 28,13 0-8,1-3-30,3-4 5,1 0-7,3 0 6,-7 4-2,-10-1-3,-10 1 0,-13 1-2,-10 2 0,-11-2-3,-2 2 4,-5 0-5,1-1 4,-2-2 1,0 3 4,1-3-1,-1 3 0,2 0-1,-2-1-2,1 1 1,4 0-2,1 0 2,4 1 3,0 13 0,1 4 3,4 6 4,-5 3-8,3-2 1,-5-2-3,1-3 0,3-7 1,-6-4 1,1-6-3,-7 0-3,3-3-19,4 0-6,-1-3 28,5-15 8,4-6-8,1-8 0,-6 1 2,2-2 0,1 1-2,-3 4 7,0 3-4,0 4 31,2 11-8,-5 2-9,0 5 5,-1 3-13,4 0-9,6 8-8,3 12 1,2 2-1,4 3 7,-2 3 1,-4-3 2,-3-2 2,-5-5-4,0-3-3,-4-6-12,-1-5-11,-6 0-13,4-4 14,-4 0 25,3-4 7,0-10 4,4-9-8,0-3-3,0 2 3,1 0-3,2 2 4,-3 4 18,-1 4-19,-2 11 11,-4 2 8,3 1-22,7 0-9,5 11-5,5 7 9,2 10 2,1 0 3,-2 4 2,0-4 2,0-4-4,0-6-5,-4-3-2,-4-5-16,-1-6 3,-2-4 3,0 0 17,-2 0 2,4-15 1,0-3 1,-5 0-8,-7-2 8,3 7-8,-3 1 8,0 4 10,3 2-1,4 2-5,3 2-8,15 1-7,14-2 6,12 3 0,15 0-3,2-3 4,6-1 0,-6 0 2,0 0-5,-13-2 3,-13 3 0,-16-1 0,-9 0 0,-12 4 0,-5 0 0,-5 0-44,-25 6-57,-19 12-18,-20 6-153</inkml:trace>
          <inkml:trace contextRef="#ctx0" brushRef="#br1" timeOffset="216480.2465">4057 892 4,'0'0'39,"0"0"-14,0 0-6,0 0 11,0 0-13,0 0 23,0 0-16,-17-13-6,17 13-4,0 0-8,0 0-3,0 0 2,0 0 0,0 0-5,0 0 0,0 0 1,0 0 3,0 0 4,0 0 4,0 0 0,0 0-5,0 0-7,0 0-5,0 0-1,3 0 6,18 0 3,10 0 18,11 0-7,6 0-4,4-1 2,0-6-10,-3 0 0,-7 4 2,-9-2-4,-8 2 0,-11 0 6,-5 3-5,-6 0 0,-3 0-1,0 0 5,0 0 2,0 0 0,0 0-2,0 0-4,0 0 0,0 0-1,0 0 0,0 0-2,0 0-8,0 0-37,2 0-54,2 0-19</inkml:trace>
        </inkml:traceGroup>
      </inkml:traceGroup>
    </inkml:traceGroup>
    <inkml:traceGroup>
      <inkml:annotationXML>
        <emma:emma xmlns:emma="http://www.w3.org/2003/04/emma" version="1.0">
          <emma:interpretation id="{6DB7CAB7-4063-4CC8-A7B4-BF0A1916B124}" emma:medium="tactile" emma:mode="ink">
            <msink:context xmlns:msink="http://schemas.microsoft.com/ink/2010/main" type="paragraph" rotatedBoundingBox="6208,7865 7301,7785 7338,8276 6244,8357" alignmentLevel="2"/>
          </emma:interpretation>
        </emma:emma>
      </inkml:annotationXML>
      <inkml:traceGroup>
        <inkml:annotationXML>
          <emma:emma xmlns:emma="http://www.w3.org/2003/04/emma" version="1.0">
            <emma:interpretation id="{D683D9A1-3545-4DC0-AFBE-33D86B814BDE}" emma:medium="tactile" emma:mode="ink">
              <msink:context xmlns:msink="http://schemas.microsoft.com/ink/2010/main" type="line" rotatedBoundingBox="6208,7865 7301,7785 7338,8276 6244,8357"/>
            </emma:interpretation>
          </emma:emma>
        </inkml:annotationXML>
        <inkml:traceGroup>
          <inkml:annotationXML>
            <emma:emma xmlns:emma="http://www.w3.org/2003/04/emma" version="1.0">
              <emma:interpretation id="{554AC3C6-9F7C-43FC-A5B3-00B1D711613E}" emma:medium="tactile" emma:mode="ink">
                <msink:context xmlns:msink="http://schemas.microsoft.com/ink/2010/main" type="inkWord" rotatedBoundingBox="6208,7865 7301,7785 7338,8276 6244,8357"/>
              </emma:interpretation>
              <emma:one-of disjunction-type="recognition" id="oneOf3">
                <emma:interpretation id="interp15" emma:lang="en-IN" emma:confidence="0">
                  <emma:literal>He</emma:literal>
                </emma:interpretation>
                <emma:interpretation id="interp16" emma:lang="en-IN" emma:confidence="0">
                  <emma:literal>Ho</emma:literal>
                </emma:interpretation>
                <emma:interpretation id="interp17" emma:lang="en-IN" emma:confidence="0">
                  <emma:literal>Hen</emma:literal>
                </emma:interpretation>
                <emma:interpretation id="interp18" emma:lang="en-IN" emma:confidence="0">
                  <emma:literal>ur</emma:literal>
                </emma:interpretation>
                <emma:interpretation id="interp19" emma:lang="en-IN" emma:confidence="0">
                  <emma:literal>42</emma:literal>
                </emma:interpretation>
              </emma:one-of>
            </emma:emma>
          </inkml:annotationXML>
          <inkml:trace contextRef="#ctx0" brushRef="#br0" timeOffset="3738.9953">3122 1263 694,'0'0'0,"0"0"0,0 0-1,0 0 0,0 0-10,-40 81 11,17-36 0,-1-3 0,0 0 0,3-10 0,4-6-4,9-10-7,2-8 11,3-4 0,3-2 1,0-2 7,0 0 5,0 0 2,6 0 6,7-6-14,13-2-6,7 2 0,5 2 3,8 1-1,-1 3-3,3-3 0,-2 1 6,-1-1-14,-10 3 9,-8-3-3,-5 0-18,-6-1 10,-6-1 2,-3-1 8,-6-4-2,-1-4 2,0-1-5,-1-6-17,-12-3 16,-4 3-7,-2 3 13,9 4 7,0 7 29,7 3 17,0 3-3,3 1-22,0 0-28,-3 15-19,-1 18 10,4 5 9,0 10 5,0-1-2,0 2-3,4 8-24,-1-4-111,-3-8-92</inkml:trace>
          <inkml:trace contextRef="#ctx0" brushRef="#br0" timeOffset="89996.4996">3558 1531 26,'0'0'60,"0"0"-4,0 0 16,0 0-11,0 0-8,0 0-7,0-12-6,-4 9-2,-2 0-9,3 3-14,-4-2 11,4 0 7,3 1 12,0 1-13,0 0-20,0 0-12,0 0-12,0 0-4,16 0 16,2 0 1,9 0 5,0 0 1,-2 1-6,0-1 2,-1 0-3,-11 0 0,-3 0-3,-3 0 0,-6 0 2,-1 0-1,0 0 2,0 0 3,0 0-3,0 0-1,0-4 1,-8-6-6,-2-1 6,3-3 7,-3 3-4,4-9 0,3 2-2,-3-3-2,6 0 4,0-1-1,0 8 3,0 0-3,0 3-2,0 7 0,0-2 0,6 6 0,-3-3 0,3 2-3,1-1-1,0 2-3,0 0 5,3 0-4,5 0 0,-5 0-1,3 0-7,1 3 0,4 0-1,-2 3 0,-1-2 1,-1 4-5,-4 1 7,0 0 5,-6 1-5,0 4-1,-4 3-2,0 1 6,0 3 4,-8 0 4,-5-3 1,-4 0-3,3 0 6,6-6-2,-2 0-1,7-4 0,3-2-1,0-2-4,0-1-4,6-3 9,15 0 5,14 0 5,0 0-3,7 0-6,-9 0-1,-4-3 3,-6 2-2,-4-2-1,-10 3-1,-2 0 1,-6 0 0,-1 0-6,0 0-48,0 0-30,0 4-83</inkml:trace>
        </inkml:traceGroup>
      </inkml:traceGroup>
    </inkml:traceGroup>
  </inkml:traceGroup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1-02-09T06:47:51.349"/>
    </inkml:context>
    <inkml:brush xml:id="br0">
      <inkml:brushProperty name="width" value="0.04667" units="cm"/>
      <inkml:brushProperty name="height" value="0.04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4CC4CAF5-25A0-42A4-B229-AC40F51112A7}" emma:medium="tactile" emma:mode="ink">
          <msink:context xmlns:msink="http://schemas.microsoft.com/ink/2010/main" type="writingRegion" rotatedBoundingBox="8734,8190 9270,5941 10509,6236 9973,8485">
            <msink:destinationLink direction="with" ref="{1AE94B19-21B1-4F56-8280-16E56BE49B1B}"/>
            <msink:destinationLink direction="with" ref="{1A758E32-F6F6-4A1C-8EB1-3D8DC87728AE}"/>
          </msink:context>
        </emma:interpretation>
      </emma:emma>
    </inkml:annotationXML>
    <inkml:traceGroup>
      <inkml:annotationXML>
        <emma:emma xmlns:emma="http://www.w3.org/2003/04/emma" version="1.0">
          <emma:interpretation id="{F649C93B-FF6B-4D82-B089-F42CFF3A062A}" emma:medium="tactile" emma:mode="ink">
            <msink:context xmlns:msink="http://schemas.microsoft.com/ink/2010/main" type="paragraph" rotatedBoundingBox="8734,8190 9270,5941 10509,6236 9973,8485" alignmentLevel="1"/>
          </emma:interpretation>
        </emma:emma>
      </inkml:annotationXML>
      <inkml:traceGroup>
        <inkml:annotationXML>
          <emma:emma xmlns:emma="http://www.w3.org/2003/04/emma" version="1.0">
            <emma:interpretation id="{DF830947-240E-4EAC-ACB3-0094460F4F8B}" emma:medium="tactile" emma:mode="ink">
              <msink:context xmlns:msink="http://schemas.microsoft.com/ink/2010/main" type="line" rotatedBoundingBox="8734,8190 9270,5941 10509,6236 9973,8485"/>
            </emma:interpretation>
          </emma:emma>
        </inkml:annotationXML>
        <inkml:traceGroup>
          <inkml:annotationXML>
            <emma:emma xmlns:emma="http://www.w3.org/2003/04/emma" version="1.0">
              <emma:interpretation id="{8F9BA745-CA53-4720-8C33-AB4DAA860569}" emma:medium="tactile" emma:mode="ink">
                <msink:context xmlns:msink="http://schemas.microsoft.com/ink/2010/main" type="inkWord" rotatedBoundingBox="8734,8190 9270,5941 10509,6236 9973,8485">
                  <msink:destinationLink direction="with" ref="{10E07583-E345-41ED-A344-B7367D89AD36}"/>
                </msink:context>
              </emma:interpretation>
              <emma:one-of disjunction-type="recognition" id="oneOf0">
                <emma:interpretation id="interp0" emma:lang="en-IN" emma:confidence="0">
                  <emma:literal>=</emma:literal>
                </emma:interpretation>
                <emma:interpretation id="interp1" emma:lang="en-IN" emma:confidence="0">
                  <emma:literal>:</emma:literal>
                </emma:interpretation>
                <emma:interpretation id="interp2" emma:lang="en-IN" emma:confidence="0">
                  <emma:literal>F</emma:literal>
                </emma:interpretation>
                <emma:interpretation id="interp3" emma:lang="en-IN" emma:confidence="0">
                  <emma:literal>;</emma:literal>
                </emma:interpretation>
                <emma:interpretation id="interp4" emma:lang="en-IN" emma:confidence="0">
                  <emma:literal>5</emma:literal>
                </emma:interpretation>
              </emma:one-of>
            </emma:emma>
          </inkml:annotationXML>
          <inkml:trace contextRef="#ctx0" brushRef="#br0">5804 888 339,'0'0'3,"0"0"40,0 0 70,0 0-71,0 0-38,93-41 5,-70 40-1,-5 1-1,3 0-2,-7 4-5,-1 10-4,-7 7-2,-6 0-5,0 1-6,-5 3-13,-13-4 5,-5 0-32,-3-5 13,10-5 33,5-4 11,4-3 2,7-3-2,0-1 5,0 0-5,0 0-3,18 0 3,2 0 5,5 0-3,2 0 4,1 3-1,-3 4 1,2 4 0,-4 3-6,-1-1 4,-8 1-4,-11-2-2,-3 1-1,0 1 3,-3-2 7,-23 0 8,-7-1 17,-4-4-7,-3-3 0,1-1-4,10 1 13,-2-4 2,6 0-5,4 0-21,4-8-5,4-1-5,0-2-15,7-4-90,2-1-155</inkml:trace>
          <inkml:trace contextRef="#ctx0" brushRef="#br0" timeOffset="77022.0742">6163 1184 45,'0'0'119,"0"0"-71,0 0 45,0 0-27,0 0-15,0 0-5,-3 4-19,3-3-19,0-1-8,0 0 0,6 0-2,8 0 2,8 2 6,4-2-1,0 0-5,-3 0 3,-5 0-4,-4 0 1,-10 0 0,2 0 0,-5 0 1,-1-2-1,0-3 0,0-2-3,0-7-7,-8 1 10,1-2 4,-3-6-4,-1 0 5,5-3-2,2 2 2,4 1 2,0 6 28,0-1-10,0 5-8,14-1-12,3 2-4,1 1-2,3 5 2,-3 3-2,-3 1-4,4 0 2,-6 3-3,-2 9-2,2 5-1,-2-2-2,-4 5 1,0-2 0,-7 0-4,0 0-2,0-1 7,0 0 5,0-3 1,-7-2 2,0-3 2,4-5 1,3 3-2,0-6-4,0 2-21,0 0 14,17-3-1,2 0 12,10 0 4,-1 0-3,-1 0 3,-1 0-4,-6-3 0,-6 3 0,-4 0 0,1 0-1,-1 0-59,-7 0-90</inkml:trace>
          <inkml:trace contextRef="#ctx0" brushRef="#br0" timeOffset="-794.1088">5487 1495 197,'0'0'140,"0"0"-71,0 0 65,0 0-10,0 0-40,0 0-24,8-22-9,-6 22-26,-2 0-10,0 0-15,0 0-5,1 0-9,7 11-7,2 7 13,3 3 8,3 6 2,0-4-1,-3-2 0,-2-3 1,-1-6-2,-2-8-2,-5 3-2,0-7-10,1 0-1,-4 0 3,3 0 12,4-10 6,-1-4-6,5-11-6,0 1 6,-1-1 0,-3-1 2,1 3 0,-2 4 1,-3 5-3,1 7 10,-2 1 3,-1 6 0,1 0-13,4 0-10,0 10-14,4 11 11,1 7 10,5 0 3,-4 2 0,-2 2 1,-2-5-2,0-3-4,-3-6-7,0-7 1,-1-4 0,-3-4-4,3-3 3,0 0 11,5-6 1,1-13 9,5-9-9,2 1 2,-7-4 1,0-2-1,0 1 4,-3 4-4,2 3 3,-6 7 7,4 8 0,-7 4 7,3 4-8,0 2-11,0 0-9,7 12-6,6 12 6,0 5-1,-2-1 5,-3 0-5,3-3-6,-7-1-12,-1-7 6,-1-5-16,0-5-3,-4-4 1,1-3 2,2 0 18,0-4 20,3-10 0,0-2-4,-3-2 4,-1 3 7,-3-2 7,0 5 16,0-1 0,0 2 6,0 1-8,3 5 5,1-1 0,6 2-28,15-3-5,16 1-15,22-1-3,13-1 7,13-2 3,5 2-10,-4-2 11,-10-1 5,-7 4 0,-22-2 3,-15 4-1,-15 2 6,-13 0 2,-6 3 23,-2 0-4,0 0-23,-2 0-4,-17 0-11,-17 0-69,-12 0-109,-7 6-115</inkml:trace>
          <inkml:trace contextRef="#ctx0" brushRef="#br0" timeOffset="-2534.2839">5966-464 161,'0'0'33,"0"0"35,0 0 35,0 0-13,0 0-34,0 0-2,0-18 4,0 15-3,0 2-15,0-5-5,3 3-8,5-5-22,7 2-4,7-2-1,5 1 5,5 3-4,3-3-1,-4 4 0,-2 2 0,-5 1-1,-4 0-4,-9 0 4,-1 3-5,-5 9-2,-4 3-15,-1 2-15,0 4-2,-20 0 2,-12 4 7,-5-4-15,-5-3-6,7-4 32,8-5 20,10-4 0,12-5 2,3 3-2,2-3 0,0 0-3,0 0-11,15 0 14,7 0 2,3 0 29,6 0-14,-3 4-9,-1 2-2,1 5-6,-3 1 2,-1 1-1,-6 1-1,-5 1 0,-7-2-9,-3-2 8,-3-1 1,-3 1 2,-16 0 7,-13-1 4,-3-2-3,-10-1 1,3-2-2,1-1-3,5-1-5,6 2-1,5-2-1,8-2-72,4-1-164</inkml:trace>
          <inkml:trace contextRef="#ctx0" brushRef="#br0" timeOffset="75168.5523">6389-298 66,'0'0'100,"0"0"-50,0 0 42,0 0-24,0 0-5,0 0-15,0 0-16,0 0-7,0 0-15,0 0-10,0 0-2,0 0-2,13 0 4,4 0 3,5 0-3,-2 0 1,0 0 0,-1 0-1,-6 0 0,-3 0 1,-6 0-1,-2 0-2,-2 0-3,0 0-2,0 0-2,0 0 3,0 0-1,0 0-3,0 0 5,0 0 5,-3 0 2,-3 0 8,2-8-7,-1 1 0,3-4 0,-1-2-2,0 1-1,3-4 1,0 0-1,0-4 13,0 7-3,0 1-7,0-2 13,3 7-7,4-1-7,0-1-2,6 2-3,2 4 0,3 0-1,6-2 1,-3 5 2,3 0 1,-4 0-3,-3 0-1,-6 0 1,0 0-5,-8 6-4,-3 6-3,0 5-2,0 1 8,0 4 7,-10 2 1,-4-3 2,3-1-1,1-2 1,3-6 1,4-1-2,-1-5 0,4 1-1,0-1-2,0-2-2,0-3 2,14 2 3,9-3 5,6 3 0,3-3 0,1 0-4,-5 0 0,-3 0-1,-4 0 1,-8 0-1,-2 1 2,-5-1-2,2 2-1,-8-1-2,3 6-40,-3-3-98,0-1-174</inkml:trace>
        </inkml:traceGroup>
      </inkml:traceGroup>
    </inkml:traceGroup>
  </inkml:traceGroup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1-02-09T06:50:57.764"/>
    </inkml:context>
    <inkml:brush xml:id="br0">
      <inkml:brushProperty name="width" value="0.04667" units="cm"/>
      <inkml:brushProperty name="height" value="0.04667" units="cm"/>
      <inkml:brushProperty name="fitToCurve" value="1"/>
    </inkml:brush>
  </inkml:definitions>
  <inkml:traceGroup>
    <inkml:annotationXML>
      <emma:emma xmlns:emma="http://www.w3.org/2003/04/emma" version="1.0">
        <emma:interpretation id="{15BD6A99-8F33-4D2B-B640-45B573A9E47C}" emma:medium="tactile" emma:mode="ink">
          <msink:context xmlns:msink="http://schemas.microsoft.com/ink/2010/main" type="inkDrawing" rotatedBoundingBox="6317,9179 10915,9124 10935,10808 6337,10863" hotPoints="10581,9975 8276,10871 5938,10065 8243,9169" semanticType="enclosure" shapeName="Ellipse">
            <msink:sourceLink direction="with" ref="{5244F9D3-82B3-4E4B-9917-694133C200D4}"/>
          </msink:context>
        </emma:interpretation>
      </emma:emma>
    </inkml:annotationXML>
    <inkml:trace contextRef="#ctx0" brushRef="#br0">4596 570 82,'0'0'23,"0"0"25,0 0 6,0 0-11,0 0-12,0 0 1,0 0-1,-10-8 1,9 5-6,-2-1-4,-1-3-12,-2 3 5,-3-2-1,-1-5 1,0 4-7,-3-7 4,0 4-3,-2-5 15,1 1-14,-6-1-3,-8 2-6,-1-5-1,-8 1-1,-8-1 1,0-3-1,-4 3 1,4 1 0,4-1 0,5 0 2,3 3 0,1 2-2,9-1 1,1 4 0,8 2 1,1-2 1,-1-1-1,3 0 3,-3 1-5,-1-1 1,-5-2-1,-3 1-1,-9-5-1,-9 4 1,-1-2 1,-1 4-1,4 1 1,0 3 0,4 3 0,8-2-1,2 5-1,5-3 0,-1 1 4,3 0-4,-4 2 4,2-2-4,-10 0 4,-1 0-4,-5-2 1,-2-1-1,-1 2 2,-1 1 0,-1 2-1,-5-3 4,1 1-5,3 3 5,1 0-5,7 0 2,2-3-1,5 3 1,2 0 0,-2 0 0,3 0 0,-5 0 1,2 0-2,-5 0 1,-3-3 0,-1 2 1,-6-2 0,0 0-1,-3 1-2,3-1 2,0 0 2,5 0-2,2 2 0,3 1 0,6 0 0,-3 0-1,1 0 1,4 0 0,-5 0 2,3 0-2,-8 0-1,3 0 0,-4 0 0,-4 1 2,4 2-1,-2 2 0,2-2 0,3 0 2,2 0-4,3-2 4,6 1-2,-8-1 0,6-1 2,-6 3-4,-5-3 2,3 3 0,-8 1 0,-2-3-2,-1 2 2,3 0 0,3-2-1,0-1 1,2 3 0,3 0 0,-1 1-1,0-3 1,3 5 0,-2-3 2,3 1-1,-4-1-1,-2 2 0,3-2-1,-4 0 2,3 1-2,-1-1 0,1 4 1,3-6 1,3 5 0,-3-2-2,2 0 0,-1 2 1,-3-2 0,3 4 0,0-5 0,1 4 1,-2-4-1,3 3 0,1-1 0,1-1-1,2-1 1,2 5 0,-2-2 0,3 1 0,-9 3 0,4-2 0,-4 3-1,4-1 1,-4 0 0,4-3 0,0 4 0,3-4 0,-5 0 1,7 0-1,-1-3 0,1 2-1,6-1 1,0 4 0,-8-2-1,6 4-1,-1-1 1,-3 2 1,-1 2-2,-1-1 1,3 5 1,2-1-3,2-2 1,3 3 0,1 2 0,-4-2 2,3 0-1,4 0-2,0 0 3,0 2 0,1-2-3,2 3 2,1 3-2,3 1 3,-3 0 1,0 0-1,-1 4 0,-5 2 1,3 1-1,-1 2 0,1-2 0,2-3 0,1-1 1,3-4-1,0 1 0,0-3-1,0 2 0,0-3 1,0 3 0,10 1 1,0-3-1,5 2 0,-2 1 0,4 3 1,2 0 0,1-4-1,-1 2 0,7-2-1,0 0 1,3-3 0,6-3 0,-2 0 0,7 0-2,1-1-3,1-2-3,-4 2 1,-1-2 2,1 1 0,-6-1 2,4 3-3,-3-1 1,2-2-1,4 2-2,-5-3 5,4 0 3,3 0-3,1-4 2,0 1 1,3-4 1,1 1 0,2-2 1,-4-2-1,4 2-1,-2 2 0,1 2 0,-1-5 2,-1 5-2,0-4 0,-3 2 0,3-2 1,0-2 3,1 0 2,2 0 0,4-1 2,0 0-2,3 0 3,0-2-3,-3-1 0,-3 0-4,-1 0 3,4 0-5,-2 0 7,4-4-3,-1-3 3,-3 0-1,0 0-2,-3 1-3,0 1 5,1-1-2,3 5-2,-1-2 0,1 0-2,1 0 2,2-2-1,-2-1-1,-2 2 6,3-2-8,-5 1 2,1 2 0,-5-4-1,3 4 5,-4-2-7,1-1 3,-2 2 0,-3-2 0,0-2 2,-9-2-2,8-1 2,-3 0-2,-1-2 2,5-2-2,3 4 2,-1-2-2,-3 2 0,0 4-3,-4-4 3,1 4 0,-7 1 1,3-5-1,-2 4 2,-2-4 0,4 1-2,0-4 0,3-1 1,1 1 0,-2 1-2,1-5 2,3 4-1,-2-1 0,0-2 1,0 3-1,-1-4 0,-4 4 3,-1-4-7,-3 1 7,-1 2-3,-1-1 0,-2 4 2,-1-2-1,3-3-1,-8 3-1,2-4 1,3 0 2,-7-2-2,4 2-1,-5-3 1,0 0-1,1 0 1,1-2 0,-5-1 0,1 3 0,-2 0 0,-1 0 0,-1 4 0,3-1 1,-3 0 0,-4 1-1,0-1 1,-1 3-1,0-3 2,-1 2-2,-1-2 0,2 1 0,-2 2 0,0 1 1,0 1 2,0-2-2,0 1-1,0 2 2,0 2-2,0-1 0,0 1 3,0 1 2,0-2-2,-2 4 1,-1-1-3,-2-2 5,3 3-3,1 0 3,-2 3 0,-4-6-3,4 3-1,-4 3-2,1-3 0,1 3-2,1 1 1,-5 3-15,-2 0-78,-15 0-130</inkml:trace>
  </inkml:traceGroup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1-02-09T06:51:08.705"/>
    </inkml:context>
    <inkml:brush xml:id="br0">
      <inkml:brushProperty name="width" value="0.04667" units="cm"/>
      <inkml:brushProperty name="height" value="0.04667" units="cm"/>
      <inkml:brushProperty name="fitToCurve" value="1"/>
    </inkml:brush>
    <inkml:brush xml:id="br1">
      <inkml:brushProperty name="width" value="0.04667" units="cm"/>
      <inkml:brushProperty name="height" value="0.04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7DE51807-60DB-4E63-84F0-605A7B2C1B7C}" emma:medium="tactile" emma:mode="ink">
          <msink:context xmlns:msink="http://schemas.microsoft.com/ink/2010/main" type="writingRegion" rotatedBoundingBox="10600,6191 18564,5536 18680,6948 10717,7603"/>
        </emma:interpretation>
      </emma:emma>
    </inkml:annotationXML>
    <inkml:traceGroup>
      <inkml:annotationXML>
        <emma:emma xmlns:emma="http://www.w3.org/2003/04/emma" version="1.0">
          <emma:interpretation id="{5D9D8B2A-D93D-4B7A-818C-5DE8B54913D5}" emma:medium="tactile" emma:mode="ink">
            <msink:context xmlns:msink="http://schemas.microsoft.com/ink/2010/main" type="paragraph" rotatedBoundingBox="10660,6679 12058,6694 12054,7041 10657,7026" alignmentLevel="1"/>
          </emma:interpretation>
        </emma:emma>
      </inkml:annotationXML>
      <inkml:traceGroup>
        <inkml:annotationXML>
          <emma:emma xmlns:emma="http://www.w3.org/2003/04/emma" version="1.0">
            <emma:interpretation id="{46FEDBFF-B2AC-4B5C-A789-6EB5957B7128}" emma:medium="tactile" emma:mode="ink">
              <msink:context xmlns:msink="http://schemas.microsoft.com/ink/2010/main" type="line" rotatedBoundingBox="10660,6679 12058,6694 12054,7041 10657,7026">
                <msink:destinationLink direction="with" ref="{1AE94B19-21B1-4F56-8280-16E56BE49B1B}"/>
              </msink:context>
            </emma:interpretation>
          </emma:emma>
        </inkml:annotationXML>
        <inkml:traceGroup>
          <inkml:annotationXML>
            <emma:emma xmlns:emma="http://www.w3.org/2003/04/emma" version="1.0">
              <emma:interpretation id="{43ECC870-C124-4CC2-9F5D-661AB2BF8E2C}" emma:medium="tactile" emma:mode="ink">
                <msink:context xmlns:msink="http://schemas.microsoft.com/ink/2010/main" type="inkWord" rotatedBoundingBox="10660,6679 12058,6694 12054,7041 10657,7026"/>
              </emma:interpretation>
              <emma:one-of disjunction-type="recognition" id="oneOf0">
                <emma:interpretation id="interp0" emma:lang="en-IN" emma:confidence="0">
                  <emma:literal>-1.5</emma:literal>
                </emma:interpretation>
                <emma:interpretation id="interp1" emma:lang="en-IN" emma:confidence="0">
                  <emma:literal>-1'5</emma:literal>
                </emma:interpretation>
                <emma:interpretation id="interp2" emma:lang="en-IN" emma:confidence="0">
                  <emma:literal>-"5</emma:literal>
                </emma:interpretation>
                <emma:interpretation id="interp3" emma:lang="en-IN" emma:confidence="0">
                  <emma:literal>-'5</emma:literal>
                </emma:interpretation>
                <emma:interpretation id="interp4" emma:lang="en-IN" emma:confidence="0">
                  <emma:literal>-1,5</emma:literal>
                </emma:interpretation>
              </emma:one-of>
            </emma:emma>
          </inkml:annotationXML>
          <inkml:trace contextRef="#ctx0" brushRef="#br0">3070 200 199,'0'0'7,"0"0"61,0 0 11,0 0-38,0 0-15,0 0-16,0 0 1,42-18 2,-21 12-4,7-1-4,-7 4-1,-1-1-2,-3 3-2,-6-2 0,-2 3-5,-5 0-61,-4 0-74,0 6-32</inkml:trace>
          <inkml:trace contextRef="#ctx0" brushRef="#br0" timeOffset="628.4471">3547 59 288,'0'0'25,"0"0"82,0 0-11,0 0-16,0 0-46,0 0-14,0-17 2,0 17-21,1 0-1,-1 4-13,4 13 13,-4 4 5,4 8 5,-1 1-1,0 0-4,4-3-2,-4 2 1,2-2-1,-2-1-3,-1 1-20,-1-5-73,-1-1-66,0-6-69</inkml:trace>
          <inkml:trace contextRef="#ctx0" brushRef="#br0" timeOffset="995.7092">3760 187 416,'0'0'23,"0"0"8,0 0 43,0 0-43,0 0-31,0 0-3,3-3-8,0 12 6,-3 1 5,1 1 2,-1-4-1,3-2 0,-2 1 1,-1-6-1,0 0 2,0 0 1,2 0 11,-2 0 25,0 0 19,0 0-14,0 0-9,0-8-23,0-1-13,0 0-2,0 0-11,0 5-18,-2-2-36,1 3-12,1-2-49,0 2-79</inkml:trace>
          <inkml:trace contextRef="#ctx0" brushRef="#br0" timeOffset="1491.311">4062 60 340,'0'0'29,"0"0"37,0 0 24,0 0-49,0 0-41,0 0-14,0 2-4,-4 10 18,-6 6 0,-1-2 1,4-1 0,3-1-1,1 0-2,3-4 2,0 1-2,0-4 2,0 1 0,6 1 0,5-3 4,7 0 1,-1 0-1,7-2 2,0 2-1,1-1-1,-5 2-3,2 3 1,-4-2-2,-2 3-1,-3-1 0,2 1 1,-9 1 0,-1-1-5,-2-1 4,-3 1-2,0-1 2,0 2-2,-8-1-1,-14-1 4,-1-2 1,-8-1-1,0-4 3,0 0-3,4-3-20,-2 0-20,5 0 10,6-4-53,5-10-45,0-2-119</inkml:trace>
          <inkml:trace contextRef="#ctx0" brushRef="#br0" timeOffset="1955.4529">4145 84 201,'0'0'41,"0"0"0,0 0 51,0 0-17,0 0-42,0 0-8,3 0 9,-3 0-7,0 0-1,0 0 3,0 0-3,0 0 1,0 0 0,3-3-2,-3 3-9,7 0-7,7-3-5,10 2 1,10-5-4,4 3 0,2-2 2,1 4-3,-8-1-1,-1 2 1,-7-1 0,-11 1 0,-4-2 0,-4 2 1,-6 0-1,0 0 1,0 0 1,0 0-2,0 0-3,0 0-12,-27 11-122,-14-5-121</inkml:trace>
        </inkml:traceGroup>
      </inkml:traceGroup>
    </inkml:traceGroup>
    <inkml:traceGroup>
      <inkml:annotationXML>
        <emma:emma xmlns:emma="http://www.w3.org/2003/04/emma" version="1.0">
          <emma:interpretation id="{360466C0-0195-49A0-AF6E-731F73732F21}" emma:medium="tactile" emma:mode="ink">
            <msink:context xmlns:msink="http://schemas.microsoft.com/ink/2010/main" type="paragraph" rotatedBoundingBox="10600,6191 18564,5536 18680,6948 10717,7603" alignmentLevel="1"/>
          </emma:interpretation>
        </emma:emma>
      </inkml:annotationXML>
      <inkml:traceGroup>
        <inkml:annotationXML>
          <emma:emma xmlns:emma="http://www.w3.org/2003/04/emma" version="1.0">
            <emma:interpretation id="{C742ADC5-2CDC-408D-92F6-BC1E3C124DC2}" emma:medium="tactile" emma:mode="ink">
              <msink:context xmlns:msink="http://schemas.microsoft.com/ink/2010/main" type="line" rotatedBoundingBox="10600,6191 18564,5536 18680,6948 10717,7603"/>
            </emma:interpretation>
          </emma:emma>
        </inkml:annotationXML>
        <inkml:traceGroup>
          <inkml:annotationXML>
            <emma:emma xmlns:emma="http://www.w3.org/2003/04/emma" version="1.0">
              <emma:interpretation id="{7812427D-5D71-4439-800F-8449310BDC42}" emma:medium="tactile" emma:mode="ink">
                <msink:context xmlns:msink="http://schemas.microsoft.com/ink/2010/main" type="inkWord" rotatedBoundingBox="10638,6645 14382,6337 14457,7254 10713,7562">
                  <msink:destinationLink direction="to" ref="{A9BDE0F7-8FCB-45BD-A000-905FC81D2940}"/>
                </msink:context>
              </emma:interpretation>
              <emma:one-of disjunction-type="recognition" id="oneOf1">
                <emma:interpretation id="interp5" emma:lang="en-IN" emma:confidence="0">
                  <emma:literal>-me</emma:literal>
                </emma:interpretation>
                <emma:interpretation id="interp6" emma:lang="en-IN" emma:confidence="0">
                  <emma:literal>-men</emma:literal>
                </emma:interpretation>
                <emma:interpretation id="interp7" emma:lang="en-IN" emma:confidence="0">
                  <emma:literal>-mean</emma:literal>
                </emma:interpretation>
                <emma:interpretation id="interp8" emma:lang="en-IN" emma:confidence="0">
                  <emma:literal>-meet</emma:literal>
                </emma:interpretation>
                <emma:interpretation id="interp9" emma:lang="en-IN" emma:confidence="0">
                  <emma:literal>tin</emma:literal>
                </emma:interpretation>
              </emma:one-of>
            </emma:emma>
          </inkml:annotationXML>
          <inkml:trace contextRef="#ctx0" brushRef="#br1" timeOffset="-187930.4151">4002 587 17,'0'0'12,"0"0"13,0 0-16,0 0 3,0 0 31,0 0 7,0 0-7,0 0-15,4 1-4,-4-1-20,0 0-4,0 0-10,0 4-5,0-1 9,0-2-4,0 2 3,0-3 4,0 0 3,0 3 4,0-3 14,0 0 13,0 0-6,0 3 0,0-3-4,0 0-10,0 0-4,0 0-1,0 0 0,0 0 2,6 0-8,14 1 3,15-1 63,15 0-10,18 0-25,18-4-6,15-6-12,7-4-9,3 2-4,-3 0 1,-5 0-2,-13 1 1,-11 2-2,-19 4 0,-19-2-16,-12 4 4,-14 3 6,-7 0 7,-3 0 2,-5 0-2,0 0 1,0 0-4,0 0 1,0 0-6,0 0 3,0 0 6,0 0 4,0 0-1,0 0 0,0 0 10,0 0 14,0 0-4,0 0-13,0 0-10,0 0-5,0 6-7,0 9 12,3 6 0,3 5 4,5 1-4,5-1 1,3-2 0,-5-3 1,1 0 1,1-4-3,-6-6 1,-4-1-1,-1-6 0,-2 4-6,0-8-7,0 0-7,-2 0-2,2 0 22,8-11 15,-1-7-15,3-7 1,2-7-1,-1 0 0,-1-6 2,0 7-1,-3 2 0,2 5 12,-5 6 28,-2 8-3,0 2 3,-2 8-30,4 0-11,1 0-5,9 15-7,3 8-1,1 6 9,0-4 4,-4 2 1,1-4 0,-7-5-1,-1-5 1,-3 1-2,-2-8-8,-1-5-18,-4-1 1,0 0 4,1 0 22,1 0 13,4-15-13,0-6-6,2-3 5,1-3 2,-1 1-1,-2 2 0,0 2 2,-2 5 15,0 4 5,0 5 5,-1 5-3,0 3-22,4 0-2,3 3-15,4 15 6,7 3 7,0 0-1,3 0 3,-4-1-1,2-5 2,-7 2-2,1-7 4,-6-1-6,-2-3-10,-1-3-10,-4-1 1,-2-2 0,1 0 22,1 0 1,2-8 14,4-10-11,-2-6 0,4-1 2,0-10-2,2 2 7,-2 1 6,3 2-1,-4 9 22,-6 9-10,0 6 15,-2 3-22,-2 3-21,3 0-2,4 3-16,0 14 1,8 5 2,-4 5 15,2 2 1,-1-4 3,0-5-3,-2-5 2,-3-5-2,1-2-1,-2-5-1,0 0-2,-2-3 3,4 0 3,-2 0 5,-1 0-2,5 0-2,5-7 0,8-3-4,11 0 0,11 2 0,11 4-3,9-2 0,7-2 4,3 5-1,0-1 0,-1-2 1,-9 3 0,-7-5-2,-10-2 1,-16 2 0,-13 4 4,-10 1-3,-5-3 2,-4-5-3,0-1-40,-11-5-66,-17 3-94,-9-8-154</inkml:trace>
          <inkml:trace contextRef="#ctx0" brushRef="#br1" timeOffset="-187105.9677">5900-173 244,'0'0'14,"0"0"55,0 0 53,0 0-30,0 0-32,0 0-1,3-45-18,12 40-32,5-2-5,5 1-3,2 3-1,2 3 3,-5 0-3,3 0-1,-9 0 1,-1 3-3,-3 7-8,-4 5 0,-6 2 6,-4 4-10,0 3-4,-11-2-18,-13 1-5,0-3 8,-4-7 1,8-2 31,9-4 0,3-4 2,5 0 0,3-1-1,0-2-2,0 2-10,18-1 13,0-1 1,12 3 17,-2 1 3,4-1-2,-1 7-13,-5-2-6,0 3 8,-12-1-7,-1 3-1,-6-1 0,-4 1 0,-3-1 0,0 2 3,0-1 1,-10 1-4,-10 0 3,-8 0 4,0-3-1,0 0 3,4-4-5,2-4 6,6-3 5,0 0 2,0 0-9,-1 0-4,-1 0-1,-2 0-1,0 0-2,-4 0-5,3 0-9,-4 0-100,9 0-110</inkml:trace>
          <inkml:trace contextRef="#ctx0" brushRef="#br1" timeOffset="-112123.1595">6246-18 49,'0'0'2,"0"0"8,0 0 8,0 0-10,87 3-7,-67-3 9,-4 1-8,-2-1 5,-4 2 3,-5-2 4,-4 0 17,-1 0 6,0 0 1,0 0 4,0 0-7,0 0-17,0 0-18,0 0-1,0-6 1,0 0 0,-4-2 6,0-2-3,1-1 3,-2 1 3,4-4 8,-3-1 3,4 0 25,0-1-22,0 2 4,0 2 1,0 2-9,0 2-1,0 2-5,0 3-6,0 2-7,0-2-3,5-1 0,3 1 2,0 3-1,3-1 0,-3 1 1,1 0 0,1 0-6,0 0 0,2 0-6,-2 1 3,1 10 1,2 2-11,1 2-4,-7 2 10,0 1 7,-4 0-8,-3 0-4,0-1-1,0-4 8,0-1 8,0-1 1,-6-2 3,3-5 3,2 4-3,1-5-1,0 0 1,0 0-5,0 0 3,0-1 2,14 1 4,8-3 3,7 0-3,3 0-1,-1 0-2,1 0 0,-5 0-2,-9 0 1,-3 0-1,-5 0 0,-1 3-8,-2 0-62,-7-2-116</inkml:trace>
          <inkml:trace contextRef="#ctx0" brushRef="#br0" timeOffset="193.1375">3077 340 258,'0'0'46,"0"0"-36,0 0 4,0 0 32,0 0-22,90 2-13,-48-2-6,-8 0-5,1 0-24,-7 0-112</inkml:trace>
        </inkml:traceGroup>
        <inkml:traceGroup>
          <inkml:annotationXML>
            <emma:emma xmlns:emma="http://www.w3.org/2003/04/emma" version="1.0">
              <emma:interpretation id="{32D7506A-34C9-4014-B686-597D16798FA0}" emma:medium="tactile" emma:mode="ink">
                <msink:context xmlns:msink="http://schemas.microsoft.com/ink/2010/main" type="inkWord" rotatedBoundingBox="14269,5889 18564,5536 18680,6948 14385,7302"/>
              </emma:interpretation>
              <emma:one-of disjunction-type="recognition" id="oneOf2">
                <emma:interpretation id="interp10" emma:lang="en-IN" emma:confidence="0">
                  <emma:literal>mirror</emma:literal>
                </emma:interpretation>
                <emma:interpretation id="interp11" emma:lang="en-IN" emma:confidence="0">
                  <emma:literal>manors</emma:literal>
                </emma:interpretation>
                <emma:interpretation id="interp12" emma:lang="en-IN" emma:confidence="0">
                  <emma:literal>mirrors</emma:literal>
                </emma:interpretation>
                <emma:interpretation id="interp13" emma:lang="en-IN" emma:confidence="0">
                  <emma:literal>mirror.</emma:literal>
                </emma:interpretation>
                <emma:interpretation id="interp14" emma:lang="en-IN" emma:confidence="0">
                  <emma:literal>traitors</emma:literal>
                </emma:interpretation>
              </emma:one-of>
            </emma:emma>
          </inkml:annotationXML>
          <inkml:trace contextRef="#ctx0" brushRef="#br1" timeOffset="-161436.801">10725-66 407,'0'0'39,"0"0"75,0 0 18,0 0-67,0 0-65,0 0-5,0 6-10,1 18 15,3 8 4,-1 2 4,-3 4 4,0-1 3,0 1-3,0-5-7,0-3-4,0-3 1,0-4-1,-3-2-1,-1-6 0,1 0-3,-1-5-41,0 0-43,1-6-47,0-4-51,-1 0-159</inkml:trace>
          <inkml:trace contextRef="#ctx0" brushRef="#br1" timeOffset="-160896.869">10767 59 440,'0'0'5,"0"0"57,0 0 44,0 0-29,0 0-65,92-74-5,-60 68-4,0 2 0,1 0 0,-2 4-3,-5 0 0,-4 4-1,-5 9-5,-6 2 5,-6 3-7,-5 2 2,0 1-6,-12 1-16,-17-1-28,-2 0 8,0-6-11,2-4 18,9-5 38,7-2 0,6-2 4,5-2-1,2 0 0,0 0-2,0 0-13,12 0 2,5 0 11,1 0 0,3 0 3,-1 2-1,1 5 1,-1 4 3,-3 2 3,-1 2 2,-3 2-7,-3-2 4,-5-2-3,-5-2 0,0-1 0,-12 1 1,-14-1 27,-9 0 9,-5-6 12,-1 2-11,5-4-13,3-2-1,10 0-2,-2 0-14,6 0-6,3-4-5,5-6-12,4-5-89,5-9-195</inkml:trace>
          <inkml:trace contextRef="#ctx0" brushRef="#br1" timeOffset="-162763.9961">8813-553 369,'0'0'1,"0"0"-1,0 0 20,123-14-12,-74 12-6,-4-1-1,-3 0 1,-7 0-2,-12 0 3,-7 2-3,-12 1 2,-2-2 6,-2 1 28,0-3 24,0 1 2,0-4-15,0-4-47,-9-2-5,-2-5 5,-1 0 2,2-3 1,2-4 6,1 1 31,7-2-13,0-2-10,0 1-9,12-1 8,11 10-16,6 1-4,3 9-1,1 7-2,-3 1 4,-5 0-1,-2 11 1,-5 7-9,-5 6 0,-5 1 3,-3 4-4,-5 2 10,0-2-2,0-1 3,-8 0-9,-6-4 8,3-3-2,0-6 3,5-5 1,5-2-3,1-5-5,0 0-2,19-3 10,21 0 1,16 0 2,3 0-2,-3-3-4,-8 0-6,-13 2 2,-14-1 6,-6 2 2,-10 0-1,2 0 0,-7 0-18,0 6-60,0 8-51,0-3-227</inkml:trace>
          <inkml:trace contextRef="#ctx0" brushRef="#br1" timeOffset="-161856.7806">9022 217 53,'0'0'51,"0"0"-24,0 0 34,0 0 4,0 0-10,0 0-10,-19 0-12,19 0-10,0 0-23,1 0-10,22 0 10,17 1 31,19 2 13,20-3-21,17 0-11,6 0-10,1-3-3,-1-3 1,-5 0 0,-14-3 0,-11 6 1,-10-4-1,-20 2 4,-12 2-4,-11 0 2,-12 2 2,-4 1 9,-3 0 3,0 0 5,0 0-11,0 0-10,0 0-3,0 0-4,0 0 7,-6 0 1,-4 0 3,0 0-3,-5 0 0,1 0 6,0 0 4,-1 4-3,1 7-6,2 5-2,1 4-2,2 1 1,4 3 1,2-3 0,3-3-1,0-4-1,0-4-1,8-2 3,6-5-5,4-3 5,3 0 4,7 0 0,1-11-2,-8-2-4,-5-5 0,-4 4 0,-6-1 2,-6-2 1,0-1-1,-11 2-4,-12-1-4,-7 1-2,-3 5-1,2 5 5,11 2-49,8-1-30,9-1-117</inkml:trace>
          <inkml:trace contextRef="#ctx0" brushRef="#br1" timeOffset="-164976.4925">6780 458 18,'0'0'33,"0"0"1,0 0 11,0 0 4,0 0-4,0 0 1,0 0-12,0 0-8,0 0-5,0 0-6,0 0-5,0 0-1,0 0 1,0 0-1,0 3 3,0-2-9,0-1-3,3 3-9,22-3 9,10 0 50,21 0-18,17 0-11,16-3-13,11-8-3,7 0 3,4-6-7,1-1-1,-8 3 1,-4-2 2,-9 6-2,-22 1-1,-14 3 0,-16 2 0,-16 4 0,-9-1 0,-10 2 0,-4 0 0,0 0 0,0 0 1,0 0-1,0 0-1,0 0 0,0 0 1,0 0 0,0 0 1,0 0 4,0 0 12,0 0 30,0 0 1,0 0-15,0 0-11,0 0-11,0 0-11,0 0-4,0 0-1,1 0-7,4 3-2,2 9 13,1 5 1,2 1 0,1 0 0,-5 0 0,1 2 0,-3-2 1,2-3-1,-2-2 0,0-2 1,-1-5-2,-1-5 1,-1 2-3,-1-3-2,0 0 5,2 0 5,2-3 9,1-15 11,-2-9-23,2-3 13,1-1-2,1-1-7,0 3-3,-1 2 9,0 6-1,-2 7 8,4 4-2,-5 2 8,-3 5-12,4 3-11,-3 0-2,5 0-7,6 0-6,5 17 9,2 1 2,-2 6 0,1 0 1,-4-1-1,0-2 1,-4 0 0,1-6 0,-5-2-7,-2-3-2,-3-6-7,1-4-4,-2 0 2,0 0 14,1 0 5,2-3 7,4-15 3,3-3-10,0-8 0,1-2 2,2-1-2,-2 4 0,4-1 0,-1 5 0,-4 7 0,0 7 1,-5 5 0,-4 2 2,2 3-3,4 0-7,4 6-5,6 12 9,0 7-2,4 3 5,-4 1-1,2-1 1,-8 3 0,2-6 0,-1-4 0,-2-3 1,-1-4-1,-5-7-3,-1 1-8,0-8-8,-3 0 2,1 0 15,-1 0 2,2 0 3,1-12 1,2-11-4,1-6-7,3 4-5,0-1-6,-5 2-4,3 3 13,-4 3 6,1 1 3,-1 10 0,0 0 0,-1 3 7,0 1 12,-2 3 4,0 0-8,0 0 0,0 0-6,0 0-5,0 0-4,0 0-3,0 0 1,0 0 0,0 0-2,2 0-3,12 0-2,17 0 9,22-4 6,20-8 2,15-5-6,6 1-2,-6-1 0,-2 2-1,-13 5 1,-4-1 0,-7 0 0,-12 5 1,-10-1-2,-13 4 2,-8-2-1,-12 2 4,-1 3 13,-6 0 5,0 0 0,0 0-6,0 0-10,0 0-3,0 0-2,0 0-1,0-3-5,0-1-27,-12-2-88,-15-9-282</inkml:trace>
          <inkml:trace contextRef="#ctx0" brushRef="#br1" timeOffset="-163438.6613">8467-838 254,'0'0'15,"0"0"34,0 0 59,0 0-27,0 0-26,0 0-22,0 0-28,-16-61-5,9 68-11,-4 14 1,-10 12 10,-3 9 0,-5 3 2,-1-2-2,-4-2 0,6-6 4,3-6-4,7-8-2,5-6 2,6-6-8,3-8-6,2 2 2,2-3 12,0 0 10,0 0-2,0 0-8,0-3-1,9 0 1,2 2 0,8 1-5,6 0 3,7 0-1,7 3 0,-2 9 3,5-2 0,-3 1-1,-7-4-11,-6-1-17,-5-3 7,-6-3 16,-6 0-2,-2 0 1,-4 0 7,1 0 1,-4-6 3,0-7-4,0 2 3,0-3 3,0 0 1,-1 0 12,-6 0 1,4 4 0,-1 4 12,4 3-3,0 3-16,0 0-13,0 4-15,0 16 2,0 10 11,1 8 2,3 5 1,-1 2-1,-3 2-38,0-6-81,2-13-47</inkml:trace>
        </inkml:traceGroup>
      </inkml:traceGroup>
    </inkml:traceGroup>
  </inkml:traceGroup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1-02-09T06:48:30.179"/>
    </inkml:context>
    <inkml:brush xml:id="br0">
      <inkml:brushProperty name="width" value="0.04667" units="cm"/>
      <inkml:brushProperty name="height" value="0.04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FFCD03E0-93B5-4C32-BAA8-929B7E819037}" emma:medium="tactile" emma:mode="ink">
          <msink:context xmlns:msink="http://schemas.microsoft.com/ink/2010/main" type="writingRegion" rotatedBoundingBox="5017,6836 2307,7114 2262,6681 4972,6402"/>
        </emma:interpretation>
      </emma:emma>
    </inkml:annotationXML>
    <inkml:traceGroup>
      <inkml:annotationXML>
        <emma:emma xmlns:emma="http://www.w3.org/2003/04/emma" version="1.0">
          <emma:interpretation id="{7B056D7C-0FFF-4D5C-BBA0-7754C929764A}" emma:medium="tactile" emma:mode="ink">
            <msink:context xmlns:msink="http://schemas.microsoft.com/ink/2010/main" type="paragraph" rotatedBoundingBox="5017,6836 2307,7114 2262,6681 4972,6402" alignmentLevel="1"/>
          </emma:interpretation>
        </emma:emma>
      </inkml:annotationXML>
      <inkml:traceGroup>
        <inkml:annotationXML>
          <emma:emma xmlns:emma="http://www.w3.org/2003/04/emma" version="1.0">
            <emma:interpretation id="{154E2C51-884C-4681-9D14-CDBB0BE7D6A0}" emma:medium="tactile" emma:mode="ink">
              <msink:context xmlns:msink="http://schemas.microsoft.com/ink/2010/main" type="line" rotatedBoundingBox="5017,6836 2307,7114 2262,6681 4972,6402"/>
            </emma:interpretation>
          </emma:emma>
        </inkml:annotationXML>
        <inkml:traceGroup>
          <inkml:annotationXML>
            <emma:emma xmlns:emma="http://www.w3.org/2003/04/emma" version="1.0">
              <emma:interpretation id="{3D388297-0AA3-48CD-ADE5-CABE02D7C7FC}" emma:medium="tactile" emma:mode="ink">
                <msink:context xmlns:msink="http://schemas.microsoft.com/ink/2010/main" type="inkWord" rotatedBoundingBox="2774,7066 2307,7114 2262,6681 2729,6633"/>
              </emma:interpretation>
              <emma:one-of disjunction-type="recognition" id="oneOf0">
                <emma:interpretation id="interp0" emma:lang="en-IN" emma:confidence="0">
                  <emma:literal>A</emma:literal>
                </emma:interpretation>
                <emma:interpretation id="interp1" emma:lang="en-IN" emma:confidence="0">
                  <emma:literal>a</emma:literal>
                </emma:interpretation>
                <emma:interpretation id="interp2" emma:lang="en-IN" emma:confidence="0">
                  <emma:literal>]</emma:literal>
                </emma:interpretation>
                <emma:interpretation id="interp3" emma:lang="en-IN" emma:confidence="0">
                  <emma:literal>g</emma:literal>
                </emma:interpretation>
                <emma:interpretation id="interp4" emma:lang="en-IN" emma:confidence="0">
                  <emma:literal>4</emma:literal>
                </emma:interpretation>
              </emma:one-of>
            </emma:emma>
          </inkml:annotationXML>
          <inkml:trace contextRef="#ctx0" brushRef="#br0">-856 149 485,'0'0'50,"0"0"-24,0 0 28,0 0 16,0 0-53,0 0-17,-7 18-7,-6 17 7,-4 7 4,-5-3-1,6 3-2,-1-10 4,5-1-5,5-3-1,4-11 1,0-5 0,3-2-4,0-9-20,0-1-12,0 0 4,0 0 27,0 0 5,0-14 10,6-7-8,1-4 3,0 2-1,1-4 0,2 0 6,0-3-5,0 0 7,1 1-4,3 1-2,3 2 4,0-1 9,5 3-4,4 3-8,-1 3 0,-1 6-3,-9 3 3,-2 9-6,1 0-1,-7 0-2,8 3-4,-5 15 2,3 7 1,-3 2 2,2 5 1,-2 3 4,3-1-4,-6-1 0,3-1 1,-2 0-1,-1-4 0,-4 2 1,1-7 1,-4-2 1,0-4-3,0-7-18,0 1-42,0-4-30,0-3-44,-4-4-43,-11 0-80</inkml:trace>
          <inkml:trace contextRef="#ctx0" brushRef="#br0" timeOffset="329.2342">-880 373 105,'0'0'19,"0"0"32,0 0 22,0 0 2,0 0-22,0 0 5,0-16 0,0 16-2,0-4-9,0 4-4,0-3-14,7-4-3,10 3-10,8-6-2,7 0 9,8-1-12,2 1-3,-1 2-4,-5 4-4,-2 1-2,0 3-42,-2-3-84,-12-5-235</inkml:trace>
        </inkml:traceGroup>
        <inkml:traceGroup>
          <inkml:annotationXML>
            <emma:emma xmlns:emma="http://www.w3.org/2003/04/emma" version="1.0">
              <emma:interpretation id="{83BAF5A3-F153-491D-9340-E99CC5EEDCF4}" emma:medium="tactile" emma:mode="ink">
                <msink:context xmlns:msink="http://schemas.microsoft.com/ink/2010/main" type="inkWord" rotatedBoundingBox="5009,6761 3145,6953 3117,6680 4981,6488"/>
              </emma:interpretation>
              <emma:one-of disjunction-type="recognition" id="oneOf1">
                <emma:interpretation id="interp5" emma:lang="en-IN" emma:confidence="0">
                  <emma:literal>am</emma:literal>
                </emma:interpretation>
                <emma:interpretation id="interp6" emma:lang="en-IN" emma:confidence="0">
                  <emma:literal>air</emma:literal>
                </emma:interpretation>
                <emma:interpretation id="interp7" emma:lang="en-IN" emma:confidence="0">
                  <emma:literal>our</emma:literal>
                </emma:interpretation>
                <emma:interpretation id="interp8" emma:lang="en-IN" emma:confidence="0">
                  <emma:literal>ours</emma:literal>
                </emma:interpretation>
                <emma:interpretation id="interp9" emma:lang="en-IN" emma:confidence="0">
                  <emma:literal>orris</emma:literal>
                </emma:interpretation>
              </emma:one-of>
            </emma:emma>
          </inkml:annotationXML>
          <inkml:trace contextRef="#ctx0" brushRef="#br0" timeOffset="-789.2125">-106 111 61,'0'0'14,"0"0"-13,0 0-1,0 0-1,0 0 1,0 0 1,0 0 20,33-22 25,-30 19 8,0 1-18,-3 2 11,0 0 7,0 0-1,0 0-5,0 0-20,0 0-12,-3 0-3,-10 0 0,-4 11-9,3 5 2,3 1-1,1 4-1,7 0 0,-1-3-1,4 2-3,0-5 0,7 0 3,9-5-1,7-4 0,3-6 5,9 0-5,1 0 2,-2-3-1,0-7-3,-9 2 0,-8-2-1,-10-1 1,-4 1 8,-3-1 17,0-3 10,-17 4-17,-7-1-12,-4 4-2,-7 3-4,-3 0-12,-7 4-84,1 0-147</inkml:trace>
          <inkml:trace contextRef="#ctx0" brushRef="#br0" timeOffset="-55119.7534">4 96 28,'0'0'44,"0"0"-11,0 0-10,0 0-9,0 0-6,0 0-1,0 0 6,0 0 4,0-1 8,0-1 1,0 2 5,-3-1 9,3 1 2,0 0-1,-4 0-14,4 0 7,-3 0-1,3 0-1,0-2 3,0 2 0,0 0-13,0 0-4,0-1-11,0 1-7,3 0-5,20 0-14,16 0 19,13 0 11,6-3-5,10 3-4,-7-4-2,1 3-12,-10-2-12,-7 3-1,-13 0 12,-9 0 2,-8 0-2,-8 0 7,-3 0 1,-4 0 2,0 0-3,0 0 6,0 0 8,0 0 4,0 0 8,-4 0-5,4 0 7,0 0 4,0 0-10,0 0-6,0 0-10,0 3-2,0 11-13,0 2 14,0 8 1,7 0 0,3 2 2,0-3 0,0-4-1,-1-5-1,-3-1 0,1-5-17,-7-4-6,3-4 0,1 0-4,2-6 27,4-15 2,2-6 6,-2-8-8,0 4 1,-3-2 15,3-2 8,-4 10 14,0 4-1,0 7 14,-6 8-6,0 5-11,4 1-32,-1 0-2,4 4-23,6 17 3,6 8 20,-3-1 0,1 1 1,-2-2-1,2-3 4,-7-2-2,0-5-1,-3-3-1,1-7-19,-5-4-9,-3-3-2,4 0 18,-1-6 12,7-12 5,0-6 2,0-2-9,2-2 4,-2-2 1,-4 1-1,1 4 12,0 4 9,-4 7-8,0 10 12,1 0-15,-3 4-12,10 0-13,-1 14-7,3 7 17,6 5-8,-3 2 10,-3 1 1,1 1 6,-2-5-6,-2 0-5,-4-7-9,1-8-9,0-2-1,-6-8 3,2 0-2,-1 0 17,7 0 6,1-18 8,3-7-8,-2 0 0,0-3-5,-4 0-7,-7 1 2,0 5 10,0 4 4,0 4 3,0 8 29,0 1 6,0 5-15,0 0-22,0 0-5,3 0-13,14 0-29,15 0 22,13 0 16,13 0 4,11-3-1,8-1-12,-4-3 2,-4 0 11,-10 4 0,-17 3 2,-16 0-2,-11 0 0,-8 0 1,-7 0-1,0 0-7,0 3-15,-22 12-19,-11 2-30,-12 7-211</inkml:trace>
        </inkml:traceGroup>
      </inkml:traceGroup>
    </inkml:traceGroup>
  </inkml:traceGroup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1-02-09T06:47:45.019"/>
    </inkml:context>
    <inkml:brush xml:id="br0">
      <inkml:brushProperty name="width" value="0.04667" units="cm"/>
      <inkml:brushProperty name="height" value="0.04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10E07583-E345-41ED-A344-B7367D89AD36}" emma:medium="tactile" emma:mode="ink">
          <msink:context xmlns:msink="http://schemas.microsoft.com/ink/2010/main" type="inkDrawing" rotatedBoundingBox="7731,6588 8883,8036 7989,8747 6837,7299" semanticType="callout" shapeName="Other">
            <msink:sourceLink direction="with" ref="{8F9BA745-CA53-4720-8C33-AB4DAA860569}"/>
            <msink:sourceLink direction="with" ref="{429852A7-66A2-412F-BB5E-A03ECCD9841D}"/>
          </msink:context>
        </emma:interpretation>
      </emma:emma>
    </inkml:annotationXML>
    <inkml:trace contextRef="#ctx0" brushRef="#br0">264 1244 91,'0'0'82,"0"0"-67,0 0 82,14-96-27,-7 72 11,-1 2 7,-1 4-22,-2 8-10,-1 4-12,-1 1-8,-1 5-10,0 0-26,0 0-3,0 8-14,0 20-6,2 15 20,-2 15 3,0 13 5,0 10-1,0 4-1,0-4-2,0 0 2,0-10 0,0 3-3,0-4 1,-3 0 0,-2-6 1,3-2 1,-1-8-3,3-1 4,0-6-2,0-2 0,0-3-1,0-3-1,3 2 5,1-8-4,-3 2-1,2-10 0,-1-4 0,0-3 0,1-6-2,-3-3 2,2-3 2,-2 1-2,0-6 1,1-1 0,-1 0 0,0 0 2,0 0 0,0 0 2,5 0 2,-5 0 3,3 0-10,7 0 2,11 0-2,21-3 12,19-9-2,25-2-9,23-1 7,18-1-8,12 2 0,4-1-1,-15 0 0,-10 3 1,-15 1 1,-20 4 1,-17 2-4,-20 2 2,-19 0 0,-9 2 1,-12 1-1,-6 0-1,0 0 1,0 0-22,-3-6-29,-12-2-29,-9-11-218</inkml:trace>
  </inkml:traceGroup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1-02-09T06:51:57.570"/>
    </inkml:context>
    <inkml:brush xml:id="br0">
      <inkml:brushProperty name="width" value="0.04667" units="cm"/>
      <inkml:brushProperty name="height" value="0.04667" units="cm"/>
      <inkml:brushProperty name="fitToCurve" value="1"/>
    </inkml:brush>
  </inkml:definitions>
  <inkml:traceGroup>
    <inkml:annotationXML>
      <emma:emma xmlns:emma="http://www.w3.org/2003/04/emma" version="1.0">
        <emma:interpretation id="{C61D0BB4-FDAB-4CF9-AC5E-85087E0F4ACE}" emma:medium="tactile" emma:mode="ink">
          <msink:context xmlns:msink="http://schemas.microsoft.com/ink/2010/main" type="inkDrawing" rotatedBoundingBox="4302,9868 9530,10217 9372,12575 4144,12226" hotPoints="7258,11488 5198,12310 3726,10652 5786,9829" semanticType="enclosure" shapeName="Ellipse">
            <msink:sourceLink direction="with" ref="{30EDFFFC-4060-42E8-AEB3-5CCE127064C6}"/>
            <msink:sourceLink direction="with" ref="{BF64AC1D-D744-4322-BFA3-645FCDA42460}"/>
            <msink:sourceLink direction="with" ref="{A812BAF4-79B4-477B-BC2F-C6965A7F15CB}"/>
            <msink:sourceLink direction="with" ref="{46313E6D-10E6-439E-BCFA-F58B223B57D7}"/>
          </msink:context>
        </emma:interpretation>
      </emma:emma>
    </inkml:annotationXML>
    <inkml:trace contextRef="#ctx0" brushRef="#br0">20 140 14,'0'0'62,"0"0"-21,0 0 4,0 0 7,0 0-10,0 0 0,0 0-17,-21-17 2,21 17 4,0 0-20,0 0-7,0 0-4,0 0-2,0 0-1,7 0-6,18 0 9,8 0 33,12 0-7,7-3-19,5-1-3,9 1 0,-1-2-1,0-1-2,5 3 0,-1-1 1,5 0 0,1 1-1,-1 2-1,-9-5 1,0 2-1,-1-3 0,1 3 2,-3-2-2,-4-2 0,-1 1 1,-10 1 2,1 1 12,-2-1-8,2 5-4,1-5 4,-1 3-7,2 3 0,-2-2 1,1-1-1,-1 3 0,0-3-1,-3 3 1,-3-3 0,0 3 0,0-1 1,-5-2-1,2 3-1,-5 0-1,-2-3-2,-9 3 4,-5 0 2,-1 0-2,-10 0-2,-2 0 2,0 0-1,-4 0-2,2 0 1,0 0 0,-2 0-1,-1 0 3,0 0 0,2 0 0,-2 0-1,0 0 0,0 0 0,0 0 1,0 0-2,0 0 0,0 0 2,0 0 0,0 0 0,0 0 2,0 0 0,0 0 0,0 0 2,0 0-2,0 0-1,0 0 3,0 0 3,0 0-4,0 0-3,0 0-8,0 0-120</inkml:trace>
    <inkml:trace contextRef="#ctx0" brushRef="#br0" timeOffset="58666.9054">1271-318 36,'0'0'53,"0"0"-20,0 0 0,0 0-8,0 0-16,0 0 20,0 0 2,0 0-14,3 21 4,-3-21 3,0 0 2,0 0 9,0 0 8,0 0 2,0 0-3,0 0-12,-10-7-7,-4-4 16,3-2-5,-2-4-2,-5 2 12,4-6-18,-3 0-1,-2-3-8,1-2-6,0 2-9,-3-1 9,0-3-7,-1 4-3,-1-4-1,-5-1 0,4 1-1,-8 0 1,2 0 0,2 4-5,-4-2 5,2 5 0,-1 0 0,3 0-6,-4 0 6,4 0-2,-2 0 1,-2 0 1,1-1-5,3 5 4,-4-1-2,3 1-10,-3 2 10,-3 4-11,1 1 6,-1 2-6,-3-1-3,-1 5 4,-1-4 3,-2 2-2,0-1 9,0-4-8,-3 4 10,-3-4-2,-1 1 3,1-1 3,-1 0-3,2 1 0,0-1-1,3 1 1,2 2-1,8-1 1,-5 2 0,7-4 0,3 4 3,-3-4-5,1 5 4,3-5-2,-3 4 3,4-4-2,-2 4 1,-1 0-2,2 0 0,-7 0-3,8 4-1,-5-5 3,0 5-1,5-1 2,-1-2 0,1 1 0,3-1 2,0 2-4,-4 1 3,1-2-1,-2-1 0,0 3 1,3-1-1,-3 1 2,6 0-1,-2-2 1,1 2-1,2 0-1,2 2 0,-3-2-1,-2 0 2,2-1-2,-3 4 3,0 0-2,1 0 1,1 0 1,-1 0-3,2 0 2,-3 0-1,-1 0 3,6-1-2,-7-2 0,7 0 2,2 0 9,-2-1-5,3-3-4,-4 6 3,2-5-1,0 5-4,-2-1-1,2 2 0,-4 0 0,3 0 0,-3 0 0,-1 0-1,-2 0 0,-1 0 1,0 0 0,-8 0 0,3 0 0,-2 0 2,-4 0-1,3 0 1,1 0-2,-1 0 0,4 0-1,6 0 2,-6 3-1,5 0 0,-5 4 0,0 1-2,3 1 1,-3-1 1,-4-1 1,7 4-1,-3-4 0,-1 4 0,4-2 1,0-2-1,3 4 0,-3-4 0,6 7-1,-6-3 1,6-1-3,-2 5 3,2-1 0,0 0-1,4 0-1,-3 4-2,2-1 1,0 1 3,-2 0 3,2 3-2,-2 3-1,2 2-2,3-2 2,-1 4 1,1 0-1,4 3-3,-6 2 3,6-1 2,3 2-1,-5 1-1,5 0 0,0 4 1,0 3-1,3 5 0,1-2 0,-2 1-1,5-3 1,1-6 0,2-1 0,0 0-1,0-4-1,0 0 2,0-2-2,2 0 2,4 1-1,2 4 1,-2-3 0,4-1 0,0 1 0,-3 0 0,5-4 0,-2 1-1,0-2 1,0 5 0,0-4 0,2 1 1,1 2-1,0-2 1,-2 2-1,7-2-1,-1-2 1,-1-1 0,3 1 0,-3-6 0,-2 1 0,1-1 0,-2 0 0,1 1 0,1-1 0,-2 0 0,1 0 1,-1 3-2,2 0 1,2-1 0,-4 4 0,6-6 0,-3 3 0,-2-3 0,1-3 0,2 0-2,-4-3 2,1 2 0,4-4 2,-2-1-2,6 5 0,-2-2 0,1-2 0,3 1 0,1-3 0,2 0 0,-2 0 0,2-1 0,-2 1 0,2-2 2,-2 2-2,-2-1 0,6 1 1,-6-1-1,6 1 2,1-4-2,5 1 0,4-1 0,-1 3 1,2-3-1,-1-3 3,-1 4-3,-2-2 0,-6-3 0,5 5 0,-3-5-1,-5 1 1,4-1 0,0 0 1,6-3-1,2 0 0,3 0 1,0 0 1,-5 0-1,1 0-1,-3 0 1,-3 0-1,-2 0 0,2 0 0,0 0 0,-2 0 0,5 0 0,4 0 2,-5-6-1,7 2 0,-3 1-1,-3-4 0,0 3 2,-4 1-2,-3 3 0,-1-3 0,-2 3 0,2 0 1,-2 0-1,-1 0 1,7 0-1,-1 0 1,2 0 0,3 0 0,-1 0 1,1 0-1,0-1 0,0-2-1,-4-1 0,3 3 0,-2-5 1,-5 3 1,1 2-4,-5-6 4,3 4-2,0-1 0,3-2 0,1-2 0,2 4 1,0-5-1,-2 4 3,2-2-3,0 1 1,-2 1 1,5-1 1,-3-1-2,-5-1 1,4 2-2,-3-1 1,2-1-1,2 2 0,2-5-1,-2 4 4,0-3-4,-2-1 2,1 4-1,-6-4 0,2 0 3,-3 5-2,1-4-1,-1 2-1,0-2 1,-1-1 1,-1 4-1,2-4 1,-2 1-1,-1-4 1,6-1 1,-6 1-2,7-4 0,-8 2-1,1-2 0,3 0-6,-1-3-1,2 3 7,-5-3-1,2 1 2,-4 2-3,3 0 3,-5 0 0,-1 1 0,2-1 3,-7 0-3,4 0 0,-5-3 0,1 3 1,3-6-1,-7 3 2,4-3-2,-2-2 0,2 2 0,1-3 0,-5 4-1,1 2 0,-4 0 1,1 0-1,-1-3 1,-3 6-3,0-6 3,0 3 2,0 0-2,0 0 0,0-2 1,0 2-1,0 0 3,0-3 4,0 0-1,0-2-2,0 2 2,0 0 7,0-2-11,0 2-1,1 3-1,-1 0 3,0 3-1,0 3 0,0-2 0,0 4 1,0-2-1,0 1-1,0 1 6,-4 1-4,0 1 2,1 1 2,0-1 2,-1 5 4,-2-1-2,2-4-3,-3 4-3,-1 0 0,1 0-4,-3 0 1,1-4 1,-2 4 0,3-3 0,1 3-2,4 4 7,0 3-6,3-2-2,0 2-2,0 0-29,0 0-78,0 2-120,-4 7-167</inkml:trace>
  </inkml:traceGroup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1-02-09T06:51:32.514"/>
    </inkml:context>
    <inkml:brush xml:id="br0">
      <inkml:brushProperty name="width" value="0.04667" units="cm"/>
      <inkml:brushProperty name="height" value="0.04667" units="cm"/>
      <inkml:brushProperty name="fitToCurve" value="1"/>
    </inkml:brush>
  </inkml:definitions>
  <inkml:traceGroup>
    <inkml:annotationXML>
      <emma:emma xmlns:emma="http://www.w3.org/2003/04/emma" version="1.0">
        <emma:interpretation id="{872B8C6B-B52C-4994-830D-975F75474E44}" emma:medium="tactile" emma:mode="ink">
          <msink:context xmlns:msink="http://schemas.microsoft.com/ink/2010/main" type="writingRegion" rotatedBoundingBox="3409,11109 6245,12278 5787,13388 2951,12218"/>
        </emma:interpretation>
      </emma:emma>
    </inkml:annotationXML>
    <inkml:traceGroup>
      <inkml:annotationXML>
        <emma:emma xmlns:emma="http://www.w3.org/2003/04/emma" version="1.0">
          <emma:interpretation id="{AA22DEA1-C5D0-4257-BC8F-2240F0710232}" emma:medium="tactile" emma:mode="ink">
            <msink:context xmlns:msink="http://schemas.microsoft.com/ink/2010/main" type="paragraph" rotatedBoundingBox="3409,11109 6245,12278 5787,13388 2951,12218" alignmentLevel="1"/>
          </emma:interpretation>
        </emma:emma>
      </inkml:annotationXML>
      <inkml:traceGroup>
        <inkml:annotationXML>
          <emma:emma xmlns:emma="http://www.w3.org/2003/04/emma" version="1.0">
            <emma:interpretation id="{CE20AA2C-5B5B-43D2-89D7-F2FE63F7C7F1}" emma:medium="tactile" emma:mode="ink">
              <msink:context xmlns:msink="http://schemas.microsoft.com/ink/2010/main" type="line" rotatedBoundingBox="3409,11109 6245,12278 5787,13388 2951,12218"/>
            </emma:interpretation>
          </emma:emma>
        </inkml:annotationXML>
        <inkml:traceGroup>
          <inkml:annotationXML>
            <emma:emma xmlns:emma="http://www.w3.org/2003/04/emma" version="1.0">
              <emma:interpretation id="{DE87A5A1-EB00-4A30-A492-00A8253FEA74}" emma:medium="tactile" emma:mode="ink">
                <msink:context xmlns:msink="http://schemas.microsoft.com/ink/2010/main" type="inkWord" rotatedBoundingBox="3409,11109 6245,12278 5787,13388 2951,12218"/>
              </emma:interpretation>
              <emma:one-of disjunction-type="recognition" id="oneOf0">
                <emma:interpretation id="interp0" emma:lang="en-IN" emma:confidence="0">
                  <emma:literal>"her</emma:literal>
                </emma:interpretation>
                <emma:interpretation id="interp1" emma:lang="en-IN" emma:confidence="0">
                  <emma:literal>"Leer</emma:literal>
                </emma:interpretation>
                <emma:interpretation id="interp2" emma:lang="en-IN" emma:confidence="0">
                  <emma:literal>tm</emma:literal>
                </emma:interpretation>
                <emma:interpretation id="interp3" emma:lang="en-IN" emma:confidence="0">
                  <emma:literal>"Lee</emma:literal>
                </emma:interpretation>
                <emma:interpretation id="interp4" emma:lang="en-IN" emma:confidence="0">
                  <emma:literal>"he</emma:literal>
                </emma:interpretation>
              </emma:one-of>
            </emma:emma>
          </inkml:annotationXML>
          <inkml:trace contextRef="#ctx0" brushRef="#br0">839 572 198,'0'0'62,"0"0"31,0 0-6,0 0 13,0 0-16,0 0-27,0-68-37,0 68-20,0 0-4,0 0-6,0 14-8,-3 11 11,-10 13 5,-9 4 4,-5 2 0,2-7 3,5-4-3,5-8-2,5-9 0,6-8-9,1-4-4,3-1-7,0-3 18,0 0 2,0 0 5,0 0 5,7-10 4,7-1-14,14 1 0,0-1 0,5 8-5,3 2 4,2 1-4,-5 0 3,-1 7-3,-3 4 5,-9-1-15,-7 1-11,-1-4 5,-2-1 4,-3-4 4,-4-2 7,0 0 6,1 0 2,-1 0 1,0-11 5,1-1-1,-4-4 3,0-2-3,0 0 9,0 0 4,0-2-11,-4 8 12,-2 3 21,2 7-9,4 2-3,0 0-22,0 0-8,0 2-12,0 19-5,0 6 17,4 12-2,6 6 2,-3 8 0,4-3 0,-1-1-65,0-10-93,-3-14-122</inkml:trace>
          <inkml:trace contextRef="#ctx0" brushRef="#br0" timeOffset="6291.9509">1716 293 5,'0'0'14,"0"0"9,0 0 4,0 0 4,0 0 16,0 0 12,0 0-3,0 0-7,0 0 0,0 0 10,0 0-6,0 0-10,0 0 3,0 0-10,0 0-18,0 0-4,0 0-14,0 0 0,0 3-7,0 4-1,0 3-4,0 11 4,0 8 8,4 10 2,-1 6-2,4 5 1,-1 7-1,-3 2 4,1 4-4,-1 5 0,-3 2 0,0 4 1,0-6-1,0-9 0,0-7 0,0-10 1,0-3-1,4 1 0,0-1-1,0-5 3,0 1-2,-1 1 0,-3-4-1,3-4 1,0 1 0,1-2 3,-1-3-6,0-1 6,-3 1-3,4-3 0,-4-3 0,3-5 0,-3 1 0,0-3 0,0-4 1,0 0-1,0 0 1,0-6-1,0 2 0,0-3 1,0 0-1,0 0 2,0 0 1,0 0 1,0 0 1,0 0 1,0 0 4,0 0 13,0 0-7,0 0-12,3 0-4,1 0-8,11 0-6,12 0 14,14-7 5,11-4-4,11 0 2,3 1-1,3-1-1,-8 4-1,-5-4 0,-8 8 1,-6 0-1,-10 3 0,-9 0-7,-1 0 3,-8 0-5,-3 0-5,0 0 9,-8 0 0,0 0 3,-3 0 2,0 0-9,0 0 4,0 0 2,0 0 3,0 0 0,0 0 1,0 0 4,0 0 4,0 0 4,0-4 9,0-7-20,0 5 5,0 2 10,0 1-6,0 3-2,0 0-9,0 0 0,0 0-7,0 3-7,7 12-4,-1 6 18,-2 3 0,2 1 0,-2 0 0,-1-1-1,-2-9 0,1-2-1,-1-5-3,2-5-2,-2 0-3,1-3-6,-2 0 4,1 0 10,7-9-1,-5-9-2,4-3-11,3-5 14,-7-6 0,4 1 2,-3 2-7,1 2 6,1 6 1,1 6 12,-4 5-11,0 3 5,0 7 2,1 0-8,2 0-9,5 7-2,7 7 6,-1 11 4,-3-1 1,4-2 1,-5 2-1,0-6 3,-5-1-3,3-3 0,-5-4 0,1-2 0,-4-4 0,1-4-4,-4 0 0,3 0 4,-3 0 1,3-4 11,1-14-5,3-3-6,0-4 3,4 1-2,-8-1-2,4 5 0,0 5 0,-4 8 3,0 0-3,0 7 0,1 0-5,4 0-9,6 4 8,6 14 1,-6 3 1,4 0 4,2 3 1,-5-6 0,2 0 1,-4-5-2,-2-2 0,-3-4-3,1 0-1,-5-4-1,-1-3-1,4 0 3,-1 0 1,-1 0 2,1-10 0,1-1 0,1 0 3,-5-3-2,-3 4 0,0 3 1,0 0 7,0 4 9,0 2-1,0 1-6,0 0 8,3 0-11,4 0-8,9-3-16,13 0 11,13-5 5,16-2 0,11-4-9,8-1-11,1-1 2,0-2 7,-10 3 11,-4 4 1,-12 1 22,-15 0-3,-2 6-17,-17 1-3,-1-2 8,-11 5-4,-2 0 5,-4 0-4,0 0-1,0 0 3,0 0-7,0 0-13,-10 0-73,-7 0-88</inkml:trace>
        </inkml:traceGroup>
      </inkml:traceGroup>
    </inkml:traceGroup>
  </inkml:traceGroup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1-02-09T06:51:39.608"/>
    </inkml:context>
    <inkml:brush xml:id="br0">
      <inkml:brushProperty name="width" value="0.04667" units="cm"/>
      <inkml:brushProperty name="height" value="0.04667" units="cm"/>
      <inkml:brushProperty name="fitToCurve" value="1"/>
    </inkml:brush>
  </inkml:definitions>
  <inkml:traceGroup>
    <inkml:annotationXML>
      <emma:emma xmlns:emma="http://www.w3.org/2003/04/emma" version="1.0">
        <emma:interpretation id="{811E19D2-F97B-4165-AA51-3DB886A5E5AC}" emma:medium="tactile" emma:mode="ink">
          <msink:context xmlns:msink="http://schemas.microsoft.com/ink/2010/main" type="writingRegion" rotatedBoundingBox="4882,13010 6257,12917 6282,13274 4907,13368"/>
        </emma:interpretation>
      </emma:emma>
    </inkml:annotationXML>
    <inkml:traceGroup>
      <inkml:annotationXML>
        <emma:emma xmlns:emma="http://www.w3.org/2003/04/emma" version="1.0">
          <emma:interpretation id="{BA215F07-0FD4-4D2F-8EAC-E26ADCE69E04}" emma:medium="tactile" emma:mode="ink">
            <msink:context xmlns:msink="http://schemas.microsoft.com/ink/2010/main" type="paragraph" rotatedBoundingBox="4882,13010 6257,12917 6282,13274 4907,13368" alignmentLevel="1"/>
          </emma:interpretation>
        </emma:emma>
      </inkml:annotationXML>
      <inkml:traceGroup>
        <inkml:annotationXML>
          <emma:emma xmlns:emma="http://www.w3.org/2003/04/emma" version="1.0">
            <emma:interpretation id="{93393A75-C62B-47B4-BF85-E32685153A50}" emma:medium="tactile" emma:mode="ink">
              <msink:context xmlns:msink="http://schemas.microsoft.com/ink/2010/main" type="line" rotatedBoundingBox="4882,13010 6257,12917 6282,13274 4907,13368"/>
            </emma:interpretation>
          </emma:emma>
        </inkml:annotationXML>
        <inkml:traceGroup>
          <inkml:annotationXML>
            <emma:emma xmlns:emma="http://www.w3.org/2003/04/emma" version="1.0">
              <emma:interpretation id="{27590B80-9A0E-423A-81A2-8ECC64E86F63}" emma:medium="tactile" emma:mode="ink">
                <msink:context xmlns:msink="http://schemas.microsoft.com/ink/2010/main" type="inkWord" rotatedBoundingBox="4882,13010 5269,12984 5294,13341 4907,13368"/>
              </emma:interpretation>
              <emma:one-of disjunction-type="recognition" id="oneOf0">
                <emma:interpretation id="interp0" emma:lang="en-IN" emma:confidence="0">
                  <emma:literal>5</emma:literal>
                </emma:interpretation>
                <emma:interpretation id="interp1" emma:lang="en-IN" emma:confidence="0">
                  <emma:literal>4</emma:literal>
                </emma:interpretation>
                <emma:interpretation id="interp2" emma:lang="en-IN" emma:confidence="0">
                  <emma:literal>J</emma:literal>
                </emma:interpretation>
                <emma:interpretation id="interp3" emma:lang="en-IN" emma:confidence="0">
                  <emma:literal>Jo</emma:literal>
                </emma:interpretation>
                <emma:interpretation id="interp4" emma:lang="en-IN" emma:confidence="0">
                  <emma:literal>Js</emma:literal>
                </emma:interpretation>
              </emma:one-of>
            </emma:emma>
          </inkml:annotationXML>
          <inkml:trace contextRef="#ctx0" brushRef="#br0">1739 6415 91,'0'0'240,"0"0"-181,0 0 39,0 0-14,0 0-33,0 0-46,0 0-5,0-4-8,0 15-6,-3 6 14,-11 8 4,4-1 2,2-3-5,4-3 0,2-3 1,2-1-2,0-3-2,3 2 0,12-5 2,5 2 2,-1-2 2,7 1 3,3-5-4,-3 4 1,-5-2-2,0 1-2,-5-2 1,0 4-1,-3 1 0,-3 1-2,-3 0 1,-4-1-4,-3 1 5,0-1 0,0 1 1,-7-4-1,-12 4 0,-7-4 2,-4-1 7,-5-1-7,0-5-2,-1 0-13,3 0-11,5-8 1,1-5-48,5-8-64,6-1-46</inkml:trace>
          <inkml:trace contextRef="#ctx0" brushRef="#br0" timeOffset="286.2032">1642 6428 148,'0'0'139,"0"0"-124,0 0-15,0 0 37,108-13 3,-67 13-12,1-4-28,0 4 0,3 0-18,-3 0-62,-6 0-106</inkml:trace>
        </inkml:traceGroup>
        <inkml:traceGroup>
          <inkml:annotationXML>
            <emma:emma xmlns:emma="http://www.w3.org/2003/04/emma" version="1.0">
              <emma:interpretation id="{DDB2EABD-D13B-42EB-8376-2643E5155D2E}" emma:medium="tactile" emma:mode="ink">
                <msink:context xmlns:msink="http://schemas.microsoft.com/ink/2010/main" type="inkWord" rotatedBoundingBox="5463,13003 6260,12948 6277,13210 5481,13264"/>
              </emma:interpretation>
              <emma:one-of disjunction-type="recognition" id="oneOf1">
                <emma:interpretation id="interp5" emma:lang="en-IN" emma:confidence="0">
                  <emma:literal>w</emma:literal>
                </emma:interpretation>
                <emma:interpretation id="interp6" emma:lang="en-IN" emma:confidence="0">
                  <emma:literal>r</emma:literal>
                </emma:interpretation>
                <emma:interpretation id="interp7" emma:lang="en-IN" emma:confidence="0">
                  <emma:literal>R</emma:literal>
                </emma:interpretation>
                <emma:interpretation id="interp8" emma:lang="en-IN" emma:confidence="0">
                  <emma:literal>n</emma:literal>
                </emma:interpretation>
                <emma:interpretation id="interp9" emma:lang="en-IN" emma:confidence="0">
                  <emma:literal>4</emma:literal>
                </emma:interpretation>
              </emma:one-of>
            </emma:emma>
          </inkml:annotationXML>
          <inkml:trace contextRef="#ctx0" brushRef="#br0" timeOffset="939.2188">2199 6541 143,'0'0'213,"0"0"-210,0 0 36,0 0 32,0 0-32,0 0 0,77 0-5,-48 0-23,1 0-3,2 0-2,-2 0-4,1 0-2,-5 0 0,-10 4 0,-3-4-2,-8 4-3,-3-1 1,-2-3-12,0 0 14,0 0 2,0 0 1,0 0 0,-2 0 1,-6 0 10,2-7-3,2-6-3,1-2-3,3-9-2,0 1-1,0 2 2,13 1 2,2 6 6,5 3-9,0 0 0,6 5-1,0 5-2,3 1 2,-6 0 0,-1 0-5,-5 4-4,-7 10 0,-2 4 6,-4 3-1,-4 3-3,0 2 3,0 1 3,-4 2-2,-11-1 1,5-4 4,-3-6-4,-2-4 4,8-7-4,1-2 4,5-5-1,1 0-1,0 0-1,1 0-12,23-2 13,10-8 2,7-4 5,5 1-6,-1 1 4,-3 1-2,-4 2 7,-10 5 7,-4 1-14,-7-2 0,-4 5-3,-1 0-5,-5 0-30,-7 0-56,0 0-107</inkml:trace>
        </inkml:traceGroup>
      </inkml:traceGroup>
    </inkml:traceGroup>
  </inkml:traceGroup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1-02-09T06:52:02.808"/>
    </inkml:context>
    <inkml:brush xml:id="br0">
      <inkml:brushProperty name="width" value="0.04667" units="cm"/>
      <inkml:brushProperty name="height" value="0.04667" units="cm"/>
      <inkml:brushProperty name="fitToCurve" value="1"/>
    </inkml:brush>
  </inkml:definitions>
  <inkml:traceGroup>
    <inkml:annotationXML>
      <emma:emma xmlns:emma="http://www.w3.org/2003/04/emma" version="1.0">
        <emma:interpretation id="{49F51142-26B9-4724-8219-DE92D2805DE1}" emma:medium="tactile" emma:mode="ink">
          <msink:context xmlns:msink="http://schemas.microsoft.com/ink/2010/main" type="inkDrawing" rotatedBoundingBox="5586,12679 10894,12486 10896,12542 5588,12735" shapeName="Other"/>
        </emma:interpretation>
      </emma:emma>
    </inkml:annotationXML>
    <inkml:trace contextRef="#ctx0" brushRef="#br0">25 247 25,'0'0'30,"0"0"-5,0 0 1,0 0-7,0 0 1,0 0 5,0 0 15,-17-18-14,13 18 14,1-4-7,0 4-16,3-3 15,0 3 4,0 0-9,0 0-8,0 0-11,0 0-4,0 0-4,0 0 1,10 0-1,6 0 6,6 0 0,8-1 1,9-2-7,6 0 6,7-1 10,4-3-2,10 0-6,-4 1-5,3 1-1,2-1-1,2 2 3,0 1-3,4 3 20,0-5-8,0 5-12,-1-3 0,11 0 2,1-1-3,-5 4 0,1-3 1,-5 0-2,-1 0 1,-2 1-1,1-1-2,-3-3 3,-1 2 3,-4 1-3,0-2 0,-1 2 0,-9 0 2,1 3-2,-1 0 0,-3 0-1,-4 0 1,4 0 0,-3 0 1,2 0-1,2 0-1,5 0 1,2 0 0,-1 0 0,-1 0 0,-2 0 0,3 0 0,4 0 0,-5-3 0,4 2 0,-3 1 1,-1 0-1,3 0 0,0 0 0,1-3 0,3 3 1,6-3 1,-3 3 0,3-5-4,-5-1 1,7 2 1,-2 1 1,-2-1 1,1 0-2,-7 4 0,-5-3 3,-6 0-3,-3 2 1,2-2 3,-3 3-3,1-4 0,0 4-1,-3-3 0,2 2 0,-2-2 0,1 0 0,-1-1 4,2 0-4,0 1 0,2-1 1,1 1-1,-2 0-1,-3 3 1,-2-5 0,-2 5 1,-8-3 0,7-3-1,0 5 0,3-2 5,3 0-5,-2 3 3,-6-3 2,-3 1 2,-4 2 3,-6-3 11,-7 3-4,-9 0-1,0 0 2,-5 0-8,-2 0-4,1 0-1,-4 0 0,0 0-5,0 0-1,0 0-44,-17-3-79,-8-4-115</inkml:trace>
  </inkml:traceGroup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1-02-09T06:51:55.500"/>
    </inkml:context>
    <inkml:brush xml:id="br0">
      <inkml:brushProperty name="width" value="0.04667" units="cm"/>
      <inkml:brushProperty name="height" value="0.04667" units="cm"/>
      <inkml:brushProperty name="fitToCurve" value="1"/>
    </inkml:brush>
  </inkml:definitions>
  <inkml:traceGroup>
    <inkml:annotationXML>
      <emma:emma xmlns:emma="http://www.w3.org/2003/04/emma" version="1.0">
        <emma:interpretation id="{DEC1E696-6225-4E7A-A22F-5FD46BED8CB3}" emma:medium="tactile" emma:mode="ink">
          <msink:context xmlns:msink="http://schemas.microsoft.com/ink/2010/main" type="writingRegion" rotatedBoundingBox="2458,9812 8073,10094 7968,12179 2353,11897"/>
        </emma:interpretation>
      </emma:emma>
    </inkml:annotationXML>
    <inkml:traceGroup>
      <inkml:annotationXML>
        <emma:emma xmlns:emma="http://www.w3.org/2003/04/emma" version="1.0">
          <emma:interpretation id="{AD8559F1-F4EF-429E-97F7-2940F4504B38}" emma:medium="tactile" emma:mode="ink">
            <msink:context xmlns:msink="http://schemas.microsoft.com/ink/2010/main" type="paragraph" rotatedBoundingBox="5486,9984 5935,9903 6001,10265 5552,10346" alignmentLevel="3"/>
          </emma:interpretation>
        </emma:emma>
      </inkml:annotationXML>
      <inkml:traceGroup>
        <inkml:annotationXML>
          <emma:emma xmlns:emma="http://www.w3.org/2003/04/emma" version="1.0">
            <emma:interpretation id="{30EDFFFC-4060-42E8-AEB3-5CCE127064C6}" emma:medium="tactile" emma:mode="ink">
              <msink:context xmlns:msink="http://schemas.microsoft.com/ink/2010/main" type="line" rotatedBoundingBox="5486,9984 5935,9903 6001,10265 5552,10346">
                <msink:destinationLink direction="with" ref="{C61D0BB4-FDAB-4CF9-AC5E-85087E0F4ACE}"/>
              </msink:context>
            </emma:interpretation>
          </emma:emma>
        </inkml:annotationXML>
        <inkml:traceGroup>
          <inkml:annotationXML>
            <emma:emma xmlns:emma="http://www.w3.org/2003/04/emma" version="1.0">
              <emma:interpretation id="{17BE11C7-2AC7-4A61-9ECE-CAFBBA7FBA05}" emma:medium="tactile" emma:mode="ink">
                <msink:context xmlns:msink="http://schemas.microsoft.com/ink/2010/main" type="inkWord" rotatedBoundingBox="5486,9984 5935,9903 6001,10265 5552,10346"/>
              </emma:interpretation>
              <emma:one-of disjunction-type="recognition" id="oneOf0">
                <emma:interpretation id="interp0" emma:lang="en-IN" emma:confidence="0">
                  <emma:literal>5</emma:literal>
                </emma:interpretation>
                <emma:interpretation id="interp1" emma:lang="en-IN" emma:confidence="0">
                  <emma:literal>4</emma:literal>
                </emma:interpretation>
              </emma:one-of>
            </emma:emma>
          </inkml:annotationXML>
          <inkml:trace contextRef="#ctx0" brushRef="#br0">3189-1102 217,'0'0'8,"0"0"56,0 0 10,0 0 3,0 0-28,0 0-19,0 0-1,0-32-11,0 32-15,0 0-3,-5 0-10,2 7-1,-4 14 8,3 3 3,-3 1 1,4 4-1,-4-5 3,4-6-3,0 0-1,0-8 1,3-3 0,0-3 0,0-4-6,0 3 3,0-3-4,0 0 7,0 0 2,6 0-1,14 0 2,-1-3-2,4-1-1,-5 1 1,3-1-1,0 3 0,3 1 0,-1 0 0,2 0 0,-5 0 0,2 1-2,-9 10-2,1 0 1,-7-1 0,-1 4 3,-5-1-2,-1 1-2,0-2 3,0 1-2,0-2 0,-11 0 1,-9-1 1,-7 1 0,-1 2-1,-7-1-24,-4-1-43,0-1-30,6-1-25,1-4-67</inkml:trace>
          <inkml:trace contextRef="#ctx0" brushRef="#br0" timeOffset="502.8456">3267-1057 162,'0'0'44,"0"0"38,0 0 12,0 0-28,0 0-29,0 0-14,3 0-2,-1 0-10,3 0-9,7 0 0,5 0-1,4-3 3,13 2 0,1-2 1,4 0 2,-3-2-3,-1 2-4,-9 0 7,-6 0 2,-9 2-2,-8 1-5,-1 0 0,-2 0-2,0 0 0,0 0-1,0 0-69,0 4-132,-5 7-101</inkml:trace>
        </inkml:traceGroup>
      </inkml:traceGroup>
    </inkml:traceGroup>
    <inkml:traceGroup>
      <inkml:annotationXML>
        <emma:emma xmlns:emma="http://www.w3.org/2003/04/emma" version="1.0">
          <emma:interpretation id="{CEBB78AC-F69D-4646-B887-1541332D3663}" emma:medium="tactile" emma:mode="ink">
            <msink:context xmlns:msink="http://schemas.microsoft.com/ink/2010/main" type="paragraph" rotatedBoundingBox="4134,10032 8055,10477 7901,11829 3980,11385" alignmentLevel="2"/>
          </emma:interpretation>
        </emma:emma>
      </inkml:annotationXML>
      <inkml:traceGroup>
        <inkml:annotationXML>
          <emma:emma xmlns:emma="http://www.w3.org/2003/04/emma" version="1.0">
            <emma:interpretation id="{BF64AC1D-D744-4322-BFA3-645FCDA42460}" emma:medium="tactile" emma:mode="ink">
              <msink:context xmlns:msink="http://schemas.microsoft.com/ink/2010/main" type="line" rotatedBoundingBox="4134,10032 8055,10477 7901,11829 3980,11385">
                <msink:destinationLink direction="with" ref="{C61D0BB4-FDAB-4CF9-AC5E-85087E0F4ACE}"/>
              </msink:context>
            </emma:interpretation>
          </emma:emma>
        </inkml:annotationXML>
        <inkml:traceGroup>
          <inkml:annotationXML>
            <emma:emma xmlns:emma="http://www.w3.org/2003/04/emma" version="1.0">
              <emma:interpretation id="{71920907-D02A-4F7F-AEF5-F1AF6DA16752}" emma:medium="tactile" emma:mode="ink">
                <msink:context xmlns:msink="http://schemas.microsoft.com/ink/2010/main" type="inkWord" rotatedBoundingBox="4134,10032 8055,10477 7901,11829 3980,11385"/>
              </emma:interpretation>
              <emma:one-of disjunction-type="recognition" id="oneOf1">
                <emma:interpretation id="interp2" emma:lang="en-IN" emma:confidence="0">
                  <emma:literal>my</emma:literal>
                </emma:interpretation>
                <emma:interpretation id="interp3" emma:lang="en-IN" emma:confidence="0">
                  <emma:literal>mm</emma:literal>
                </emma:interpretation>
                <emma:interpretation id="interp4" emma:lang="en-IN" emma:confidence="0">
                  <emma:literal>puny</emma:literal>
                </emma:interpretation>
                <emma:interpretation id="interp5" emma:lang="en-IN" emma:confidence="0">
                  <emma:literal>nm</emma:literal>
                </emma:interpretation>
                <emma:interpretation id="interp6" emma:lang="en-IN" emma:confidence="0">
                  <emma:literal>wy</emma:literal>
                </emma:interpretation>
              </emma:one-of>
            </emma:emma>
          </inkml:annotationXML>
          <inkml:trace contextRef="#ctx0" brushRef="#br0" timeOffset="-1470.2485">1872 314 80,'0'0'55,"0"0"-18,0 0 14,0 0-13,0 0-23,0 0-8,0 0 9,0 0-3,0 0-8,0 0 3,0 0 7,0 0 4,0 0 3,0 0 0,0 0 7,0 0-6,0 0 0,0 0-5,0 0 0,0 0 8,0 0 3,0 0-3,0-4-4,0-3-5,0 0 8,0-3-6,-7-1-3,4-4 5,0-3-15,-3-3 0,3-3-6,-3-3 2,2-6-2,1 1 0,-4-5-2,0-2 2,1-1-1,-1 1-1,-4 0-3,3-2 5,2-1-8,-4 3 5,3-4-1,-3-3 3,1 1 0,3 2-8,-4 2 6,7 8 3,-1 1 0,1 5-4,0 2 4,3 4 0,-4-1-2,4 6 3,-3-2-2,0 4 2,-2 10 0,2-2-1,3 4 0,-1-1 0,1 0 0,-2 3-1,1 0 1,1 0-1,0 0-2,0 0 2,0 0-2,0 0 0,0 0-2,0 0 5,0 0 0,0 0 0,0 0-2,0 0 2,0 0 0,0 0-3,0 0-1,0 0-5,0 8 4,15 1 4,5-2 0,15 4 0,7-4 2,16 1-2,8-5-3,7 3-13,2-5-4,-1 2 3,-2 0-4,-6 1 14,-3-3 0,-8-1 2,-3 3 6,-3-3 0,-4 3-1,-3-3-3,-8 0-1,3 3-3,-1-2 2,-2-1-6,0 3 0,-2-3 1,-2 4 4,2-4 4,-7 3 3,2-2 0,-5 2 0,-2-3-1,-7 3-2,-2 1-9,0 0-14,-4 2 8,3-2 0,-7 2 2,3-1 2,-2-2 8,-1 1 2,0-1 2,3-3-1,-6 0 2,0 0 0,0 0 1,0 0 1,0 0 5,0 0 21,0 0 9,0 0 3,0 0-12,0 0-2,0 0-5,0 0-7,0 0-13,0 0-3,0 0-5,0 3 0,7 2 3,2 2 4,5 7 1,-1-1 0,2 2 1,2 2-1,-1 1 0,3-4 0,-2-1 0,-4-5 0,-1-1-1,-2-4 1,0-3 2,-7 0 0,1 0-1,-3-6 4,2-9-3,2-3-2,0-6 1,3 0-1,-5 0 2,-3 1 3,3 2-3,-3-3 3,4 6 7,-1 4 5,0 4-5,0 5 2,1 2-4,-4 3-10,3 0 0,2 0-10,9 0 1,2 15 7,5 5-2,4 2 3,-6 3 0,0-1 1,-2-2 0,-3-1 0,-4-1 0,1-8-3,-8-6-6,1-3-4,-1-3-1,-3 0 9,3 0 5,4-6 10,0-12 5,4-9-15,3 1 0,-4 1 5,0-2-4,-3 2 15,0 3 1,1 2-13,-5 8 9,0 6 8,-3 3-13,0 3-3,4 0-5,-1 0-13,4 14-6,4 7 18,6 3 1,-3 1 0,-1 3 1,-2 0-1,0-4 0,-1-6 0,-4-3-4,-2-5-10,-1-6-7,-3-4 3,3 0 16,1 0 2,-1-7 8,4-10-7,-1-6 1,3-1 0,1-1-1,0-2-1,1-2 4,3 2 0,-4 4-2,-3 4 2,-1 8-4,-2 4 2,-1 7-2,0 0-4,7 0-7,6 18 6,0 6 2,1 7 2,2 1-1,-3 3 1,2 1 2,-1-5-2,-3-3 2,-4-10-1,-3-4 0,1-7 0,-5-3-11,1-1-6,-4-3 4,3 0 9,0 0 1,1-10-4,-1-1-16,0 0 10,-3 1-5,0 3 6,0 0 12,0 0 14,0 4 3,0 3 2,0 0 7,0 0 0,0 0-16,0 0-9,0 0 0,3 0-1,-3 0-1,8 0-2,7 0 3,1-5 0,7 2 1,9-1-1,7-2 1,9-5 0,8 1-1,5 2 1,7-2-1,-3 2 0,-4 1 0,-2-2 2,2-2-2,-6 0 1,3 1 2,1-1 0,-3 4 5,1-1-1,1 2-7,-7 5 2,-2-2-2,-6 0 0,-3 3-3,-3 0 3,-8 0 2,-6 0-2,-5 0 1,-1 0 0,3 0-1,2 0 0,6-3 0,6 3 0,5 0 0,3-5-1,2 5 1,-2-3-1,-4 0-1,0 3 0,-7-1 2,-4-2 0,-9 0 0,-4 3 0,-7-3 0,-7 3 4,3 0 2,-3 0 23,0 0-4,0 0-18,0 0-6,0 0-1,0 0-3,0 0-1,0 0-2,0 0-1,0 0-1,0 10 8,-7 7 1,1 1-1,-10 9 0,3 2 0,0 10 0,-6 7 0,3 3 1,-1 3 1,3-2 0,6-8-2,2-3 0,6-3 1,0-1 1,0-3 4,0-1-4,0 1-1,-1-1 1,1-2-1,0-2 1,-2-1-2,1-5 4,-2-3-2,3-5-2,0-2 1,0-1 1,0-2-2,0-1 2,0 0-1,0 0-1,0-1 0,0-1 1,0 2-1,0-1 0,0-1 0,0 4 0,-4-2 2,1 4-2,0-4 0,0 1 0,-1-2-1,4 1 2,-3-4-1,-2-3 0,4 2-1,-1 1 0,-1-3 0,-4 3 1,0 0 0,-3 1 6,-11 3-6,0-3 3,-10-1-3,-7 0-1,-7 1 0,-3 0-2,-4-1 3,3 1 0,4 2 9,6-2-9,7 4 0,6-2-2,1-2 2,5 3-9,-8-3 1,4-1 3,-4 3 2,1-1 0,-5-2 1,3 4 0,3-1 1,1-1-3,8 2 5,7-4-1,-4 0 0,6 2 0,-5-2-1,2 0 2,-2 1-2,-4-1 1,2 2 0,-1 1 1,0-3-1,3 1 1,3-1-1,0-3 0,-1 4 3,3-4-3,2 1 1,-1-1 0,1 0-2,-1 3-3,0-3-5,1 0-93,0 0-162</inkml:trace>
        </inkml:traceGroup>
      </inkml:traceGroup>
    </inkml:traceGroup>
    <inkml:traceGroup>
      <inkml:annotationXML>
        <emma:emma xmlns:emma="http://www.w3.org/2003/04/emma" version="1.0">
          <emma:interpretation id="{772ECB2C-D8B1-4850-B3FD-E1B0D162B18D}" emma:medium="tactile" emma:mode="ink">
            <msink:context xmlns:msink="http://schemas.microsoft.com/ink/2010/main" type="paragraph" rotatedBoundingBox="2415,10666 7402,10917 7367,11619 2380,11369" alignmentLevel="1"/>
          </emma:interpretation>
        </emma:emma>
      </inkml:annotationXML>
      <inkml:traceGroup>
        <inkml:annotationXML>
          <emma:emma xmlns:emma="http://www.w3.org/2003/04/emma" version="1.0">
            <emma:interpretation id="{2FE1F366-5556-4218-B2EF-2A185B7E213D}" emma:medium="tactile" emma:mode="ink">
              <msink:context xmlns:msink="http://schemas.microsoft.com/ink/2010/main" type="inkBullet" rotatedBoundingBox="2393,11101 2489,11106 2482,11265 2385,11260"/>
            </emma:interpretation>
            <emma:one-of disjunction-type="recognition" id="oneOf2">
              <emma:interpretation id="interp7" emma:lang="en-IN" emma:confidence="0">
                <emma:literal>0</emma:literal>
              </emma:interpretation>
              <emma:interpretation id="interp8" emma:lang="en-IN" emma:confidence="0">
                <emma:literal>O</emma:literal>
              </emma:interpretation>
              <emma:interpretation id="interp9" emma:lang="en-IN" emma:confidence="0">
                <emma:literal>o</emma:literal>
              </emma:interpretation>
              <emma:interpretation id="interp10" emma:lang="en-IN" emma:confidence="0">
                <emma:literal>1</emma:literal>
              </emma:interpretation>
              <emma:interpretation id="interp11" emma:lang="en-IN" emma:confidence="0">
                <emma:literal>a</emma:literal>
              </emma:interpretation>
            </emma:one-of>
          </emma:emma>
        </inkml:annotationXML>
        <inkml:trace contextRef="#ctx0" brushRef="#br0" timeOffset="-25294.8754">36 42 6,'0'0'24,"0"0"31,0 0-9,0 0 12,0 0-6,0 0-8,0 0-12,0 0-9,0-13 3,0 9 2,-4 3 5,4-2 2,-1 0 1,-1 0 6,2-1-14,0 0 20,0 1-13,-1 2 1,1-2-6,0 3-2,0 0-12,0 0-12,0 0-4,-4 0-2,4 0-3,0 0-4,-3 0-2,0 14-2,-4 4 13,0 3-1,4 0 0,3-3 1,0 0-1,0-5 1,0-2 0,0-1-4,0-5-2,7 1 0,-1-3 2,4-2 1,-2-1 3,3 0 1,2 0 5,-3 0-3,-3 0 3,-1-7-5,0-1-1,1-2 2,-4-1 1,-3-2-1,0 1 1,0-5-3,0 4 4,0-2-2,0 4-1,0 1-1,-3 3-4,-1 0-13,-5 7-23,3 0-31,-4 0-15,-3 0-78,-1 3-40</inkml:trace>
      </inkml:traceGroup>
      <inkml:traceGroup>
        <inkml:annotationXML>
          <emma:emma xmlns:emma="http://www.w3.org/2003/04/emma" version="1.0">
            <emma:interpretation id="{B99C3FF1-49B8-47FC-9F91-6D79806CBBB2}" emma:medium="tactile" emma:mode="ink">
              <msink:context xmlns:msink="http://schemas.microsoft.com/ink/2010/main" type="line" rotatedBoundingBox="2561,10673 7402,10917 7367,11619 2525,11376"/>
            </emma:interpretation>
          </emma:emma>
        </inkml:annotationXML>
        <inkml:traceGroup>
          <inkml:annotationXML>
            <emma:emma xmlns:emma="http://www.w3.org/2003/04/emma" version="1.0">
              <emma:interpretation id="{A812BAF4-79B4-477B-BC2F-C6965A7F15CB}" emma:medium="tactile" emma:mode="ink">
                <msink:context xmlns:msink="http://schemas.microsoft.com/ink/2010/main" type="inkWord" rotatedBoundingBox="2561,10673 7402,10917 7367,11619 2525,11376">
                  <msink:destinationLink direction="with" ref="{C61D0BB4-FDAB-4CF9-AC5E-85087E0F4ACE}"/>
                </msink:context>
              </emma:interpretation>
              <emma:one-of disjunction-type="recognition" id="oneOf3">
                <emma:interpretation id="interp12" emma:lang="en-IN" emma:confidence="0">
                  <emma:literal>Hornbeams</emma:literal>
                </emma:interpretation>
                <emma:interpretation id="interp13" emma:lang="en-IN" emma:confidence="0">
                  <emma:literal>Hornbeam</emma:literal>
                </emma:interpretation>
                <emma:interpretation id="interp14" emma:lang="en-IN" emma:confidence="0">
                  <emma:literal>foremen</emma:literal>
                </emma:interpretation>
                <emma:interpretation id="interp15" emma:lang="en-IN" emma:confidence="0">
                  <emma:literal>Armenians</emma:literal>
                </emma:interpretation>
                <emma:interpretation id="interp16" emma:lang="en-IN" emma:confidence="0">
                  <emma:literal>farmwoman</emma:literal>
                </emma:interpretation>
              </emma:one-of>
            </emma:emma>
          </inkml:annotationXML>
          <inkml:trace contextRef="#ctx0" brushRef="#br0" timeOffset="-23863.7798">150 74 39,'0'0'56,"0"0"-22,0 0 38,0 0-3,0 0-22,0 0-15,0 0-2,-3 0 4,3 0-12,0 0-4,0 0 1,0 0-6,0 0-7,0 3-3,0-2-3,0-1 0,0 0-2,0 3-3,10-3-10,18 3 15,12-3 3,13 0 8,7 0-4,-5 0-7,-3 0 1,-11 0 0,-6-3 0,-4 0-1,-11 2 0,-2 1 0,-11-3 0,-4 3-1,-3 0-1,0 0 2,0-3 1,0 3-1,0 0 1,0 0 3,0 0 0,0 0 2,0 0 6,0-3 7,0 3-4,0 0-4,0 0 6,0 0-13,0 0-4,0 0-8,0 0-4,0 3 0,7 10 12,-1 5-1,2 3 2,6 0-1,-4-3 0,4 0 0,-1-1 0,2-2-1,-2 2-2,1-7-8,1-2-9,-5-1 3,0-4 1,0-3-6,-7 0 15,0 0 4,2 0 3,3-10 5,-2-5 0,-2-2 3,-1-1 0,0 0 9,4-2 4,-4-1 1,0 3 10,1 3 12,-4 2-30,3 2 3,-2 7-3,1 1-3,-2 3-11,0 0 0,6 0-10,0 4-11,8 13 17,-1 4 2,2 4-2,2 0 4,-4 0 0,-3-1 2,2-6-1,-2-1-1,0-7-3,-7-2 1,1-5 0,2-2-3,-6-1-10,4 0 9,-1 0 6,1-4 16,7-14-13,-1-3 0,-3 0 2,3-3-4,-4-2 1,3-1 0,1 6 1,-3 3 1,-4 7-3,0 4 0,1 7-1,-4 0-2,6 0-5,2 3-5,6 9 6,3 9 3,0-3 0,1 3 3,-1 0 0,-4 0 0,6-4 0,-6-2 0,-3-5 0,-2-4-2,3-1 0,-8-5-7,0 0 0,1 0 9,-1 0 1,0-5-1,1-5 3,-4-1-3,0 4 0,0-2-7,0 1 2,0 5 5,0-1 2,0 4-2,0 0-5,6-3-9,12 3 4,13-4 9,7 3 0,4-2 2,3-3 1,-5 2-2,2-3 1,-3 0-2,-4 3 2,-5-3-1,-5 3 1,-5 1-1,-8 0 2,-5 0 0,-4 3-2,0 0-1,-3 0-5,0 0-79,-3 3-144</inkml:trace>
          <inkml:trace contextRef="#ctx0" brushRef="#br0" timeOffset="-20503.2228">1500 232 38,'0'0'43,"0"0"5,0 0 20,0 0-2,0 0-22,0 0-4,0 0 2,0 0 4,0 0-8,0 0-9,0 0-17,0 0-1,0 0 0,0 0 2,0 0-8,3 0-5,2 0-2,9 0-6,13 0 8,18 0 0,18 0 4,16-3-1,5-5-3,-1-1 0,-4 2-2,-11 4-9,-10-2-2,-18 5-13,-12 0 7,-15 0 4,-6 0 9,-6 0-1,-1 0 3,0 0-1,0 0 3,0 0 2,0 0 4,0 0-1,0 0 1,0 0-2,0 0 2,0 0 3,0 0 3,0 0-4,0 0 0,0 0-6,0 0 0,0 0-4,5 8-3,5 8 7,-1 2 5,8 0 1,-2 3 3,-1-3-5,2 0-2,-6-1 1,2-2-2,-2-1-1,-3-7 1,-1 2 0,-2-4-1,-4-5 1,3 3 1,-3-3 0,0 0 1,0 0 8,0 0 6,0 0 34,0-14-14,1-4-35,2-3-2,1 0 3,4 0-2,-2 0 7,1 3 2,3 1-8,-4 7-2,2-1 0,-2 7 0,2 4-2,-4 0-1,6 0-8,0 0 0,3 13 4,5 5 3,-1 0 4,1 3 0,3-3 1,-8 0-1,0-1 1,-1-6-1,-2-4 0,-3 1 0,-4-8 0,0 0-5,-3 0-2,4 0 7,-4 0 8,0 0 6,3-8-3,-2-10-10,5-6-1,2 0 1,-1 1-1,0 2 3,3 3-1,-7 5 4,4 5 1,-7 5 2,0 0-2,1 3-7,1 0-4,1 0-11,6 11 0,4 7 13,4 3 1,2 0 1,-3 0 2,1-4-1,1 1-1,-4-5 0,-1-2 0,-5-4 1,0-2-1,-2-2 0,1-3 0,-7 0-1,0 0 1,0 0 6,0 0 9,3-14-4,3-4-10,-2-3 0,-1 0-1,4-3-1,-3 6 1,3 3 0,0 4 0,-3 5-4,-1 6 1,0 0-1,1 0-3,-1 0-7,4 0 4,4 14 5,3 4 2,-1 3-3,0-4 5,-3 1 1,3-5 0,0-1 1,-3-3 0,0-4-1,0 1 2,-2-5 1,-1-1 0,-4 0 2,4 0-2,-4 0 1,-3 0-1,0 0 4,0 0 0,0 0 3,4 0-1,5 0-1,14 0-6,10-7-2,12-4-2,10 0 1,6 1-1,0-1 0,-2 1 2,-3-1-9,-4 4-1,-8-1 5,-5 2 0,-16 2 5,-4 1-2,-13 0 2,-2 3 0,-4 0 2,0 0 3,0 0 7,0 0-7,0 0-5,0 0-13,0 0-38,0 0-52,-10 0-66</inkml:trace>
          <inkml:trace contextRef="#ctx0" brushRef="#br0" timeOffset="-10672.1122">2741-218 1,'0'0'37,"0"0"6,0 0-10,0 0 8,0 0 9,0 0 2,0 0-5,0-60 6,0 49 6,0 5-8,0 5-4,0-3 13,0 4-27,0 0-33,0 0-1,0 0-9,0 4-4,0 10 1,-7 11 13,-4 0 4,-2 7-3,0-5-1,-5-2-1,7-4 1,-2-3-6,3-1-1,1-3-6,4-7-3,4-2-1,1-2 5,0 0 2,0-3 5,0 0 1,0 4 0,0-4-10,0 6 5,15 2 8,5-1 2,4 4 2,7-4-2,1 3-1,-2-3-2,-2 0-6,-3 4-14,-1-4-14,-7 3-4,-2-6-5,-5 3-2,0-3-7,-4-1 5,1-3 27,-3 0 1,3 0-11,-2-3-7,-2-8 15,-3 1 11,0 2 13,0-2 19,-8-1 22,0 0 11,2 5 10,-1 2-1,1-2-25,2 4 20,1-1-4,3 3-11,0 0-2,0 0-18,0 0-21,0 0-8,0 18 0,0 10 7,0 4 2,0 6 4,0 1-5,-3 7-1,-4-10-96,-2-5-137</inkml:trace>
          <inkml:trace contextRef="#ctx0" brushRef="#br0" timeOffset="-8482.2473">3351 363 9,'0'0'10,"0"0"-10,0 0 0,0 0 0,0 0 1,0 0 2,-10 0 18,10 0 32,0 0-13,0 0-4,-3 0 8,-1-3-22,-1 0-7,-1-2 7,2 2-9,-6 3 2,0-3-5,0 3 1,-4 0 4,6-1 19,1 1-4,4 0 11,3 0-12,0 0-20,0 0-9,0 0-11,20 0-14,19 0 25,9 0 12,14 0-10,5 0 3,3-6-4,3-2-1,-8 2 3,-7-2-3,-13 5-3,-13 2-10,-12 1 7,-13 0-1,-4 0 2,-3 0-7,0 0 11,0 0 1,0-3 12,0 0 8,0-1-15,-5 1 2,1-1 5,3 4 2,-2 0 9,3 0 5,0 0-17,0 0-11,0 0-9,0 0-8,0 8 10,10 9 7,0-3 3,2 6-3,-6-5 1,4-1-1,-3-4 1,1-2-1,-3-1 0,1-4-3,-6 0-3,3-3-9,-3 0 8,3 0 7,1-3 13,2-10-2,-2-5-10,2 0 4,-3-3 0,2 0-1,0 3 2,0 1-1,-1 6 15,3 7-7,-7 1-6,3 3-7,0 0-3,7 0-10,5 10 13,6 8 0,-5 3 2,2 4-2,3-4 1,-8 0 0,0-6-1,-1-2-1,-5-2 0,-4-7-5,1-1-7,-1-3 0,-3 0 13,3 0 9,1-13-2,-1-5-5,1-8-2,2-1 1,-2 2 1,4-4 0,2 2-2,-3 6-1,-1 3 0,-1 10 2,-2 2 2,2 6-3,4 0-13,1 6 0,7 9 12,-3 6-2,4 3 3,-5-2 1,-2-1 1,3-3-2,-4-5 3,0 1-3,0-7 0,-6-2-2,0-2-3,-1 0-11,-1-3-7,-2 0 23,0 0 1,0 0 8,0 0-6,0-3-3,0-2 0,0-1 6,0 3-5,4-1-1,8 1-7,1 0-8,16-2 8,7-1 7,16 2 2,9-4-2,4-1 3,-3 1 0,5 1-2,-12 0-1,-3 0 0,-10 3 6,-12 1-5,-5 0-1,-9 3 3,-9 0-3,-6 0-4,-1 0-9,0 0-28,-4 10-31,-20 7 11,-11 1-148</inkml:trace>
        </inkml:traceGroup>
      </inkml:traceGroup>
    </inkml:traceGroup>
    <inkml:traceGroup>
      <inkml:annotationXML>
        <emma:emma xmlns:emma="http://www.w3.org/2003/04/emma" version="1.0">
          <emma:interpretation id="{ED7C8EE6-4DFD-4C99-9270-3341640C17C1}" emma:medium="tactile" emma:mode="ink">
            <msink:context xmlns:msink="http://schemas.microsoft.com/ink/2010/main" type="paragraph" rotatedBoundingBox="6603,11786 7473,11724 7498,12082 6628,12144" alignmentLevel="4"/>
          </emma:interpretation>
        </emma:emma>
      </inkml:annotationXML>
      <inkml:traceGroup>
        <inkml:annotationXML>
          <emma:emma xmlns:emma="http://www.w3.org/2003/04/emma" version="1.0">
            <emma:interpretation id="{46313E6D-10E6-439E-BCFA-F58B223B57D7}" emma:medium="tactile" emma:mode="ink">
              <msink:context xmlns:msink="http://schemas.microsoft.com/ink/2010/main" type="line" rotatedBoundingBox="6603,11786 7473,11724 7498,12082 6628,12144">
                <msink:destinationLink direction="with" ref="{C61D0BB4-FDAB-4CF9-AC5E-85087E0F4ACE}"/>
              </msink:context>
            </emma:interpretation>
          </emma:emma>
        </inkml:annotationXML>
        <inkml:traceGroup>
          <inkml:annotationXML>
            <emma:emma xmlns:emma="http://www.w3.org/2003/04/emma" version="1.0">
              <emma:interpretation id="{3B523D8E-3700-4FEA-8309-0B78BE5D70AE}" emma:medium="tactile" emma:mode="ink">
                <msink:context xmlns:msink="http://schemas.microsoft.com/ink/2010/main" type="inkWord" rotatedBoundingBox="6603,11786 7473,11724 7498,12082 6628,12144"/>
              </emma:interpretation>
              <emma:one-of disjunction-type="recognition" id="oneOf4">
                <emma:interpretation id="interp17" emma:lang="en-IN" emma:confidence="0">
                  <emma:literal>1.5</emma:literal>
                </emma:interpretation>
                <emma:interpretation id="interp18" emma:lang="en-IN" emma:confidence="0">
                  <emma:literal>Ir 5</emma:literal>
                </emma:interpretation>
                <emma:interpretation id="interp19" emma:lang="en-IN" emma:confidence="0">
                  <emma:literal>It 5</emma:literal>
                </emma:interpretation>
                <emma:interpretation id="interp20" emma:lang="en-IN" emma:confidence="0">
                  <emma:literal>it 5</emma:literal>
                </emma:interpretation>
                <emma:interpretation id="interp21" emma:lang="en-IN" emma:confidence="0">
                  <emma:literal>hr 5</emma:literal>
                </emma:interpretation>
              </emma:one-of>
            </emma:emma>
          </inkml:annotationXML>
          <inkml:trace contextRef="#ctx0" brushRef="#br0" timeOffset="-7664.6649">4425 849 485,'0'0'18,"0"0"67,0 0-20,0 0-24,0 0-34,0 0-7,7-14-12,-7 14-10,3 14 13,-3 4 8,0-4 1,3-3 2,-3-1 2,0-6-2,4-4-2,-4 0 1,0 0 5,3 0 1,-3 0 8,3 0 8,-1-11 21,0-3-34,-1 0-9,1 0 3,-1 4-3,-1 5-1,2 2-14,-2 3-9,4 0-29,4 0-59,2 0-70,7 0 1</inkml:trace>
          <inkml:trace contextRef="#ctx0" brushRef="#br0" timeOffset="-7231.3575">4782 691 336,'0'0'149,"0"0"-143,0 0-5,0 0-1,0 0-1,0 0-2,-38 36 3,24-12 1,4-6 2,-1 2-4,6-8 1,2-2-2,3-1 1,0-4-1,0-2-1,3 1 3,16-1 4,1-3-2,2 0 7,4 3-1,-3 1-6,0-3-2,-7 8 0,3-2 0,-6 4 0,-2 0 0,-4-1-2,1 1-1,-5-1-1,-3 2 1,0 2 2,0-1 0,-3-2 0,-15-1 1,0 1-2,-9-4 2,2 1-6,-5-5-6,2 0-15,3-3-3,-2 0-61,5 0-50</inkml:trace>
          <inkml:trace contextRef="#ctx0" brushRef="#br0" timeOffset="-6959.9392">4782 722 498,'0'0'36,"0"0"6,0 0 39,0 0-48,0 0-22,0 0-5,69-13 3,-31 5 1,3-2-4,1-1-5,-3 4-2,-9 1-47,-5-2-66,-12 4-79,-6-2-161</inkml:trace>
          <inkml:trace contextRef="#ctx0" brushRef="#br0" timeOffset="-8024.9198">4217 722 154,'0'0'37,"0"0"54,0 0 11,0 0-4,0 0-27,0 0-30,0-39-8,0 39-21,0 0-7,0 0-5,0 5-14,0 15 13,8 5 1,1 7 13,1 2-5,-3-1 4,-3-1-3,2-5-7,-3-1-1,-3-5 3,1 0-4,4-3-13,-5-5-72,0 1-45,0-7-58</inkml:trace>
        </inkml:traceGroup>
      </inkml:traceGroup>
    </inkml:traceGroup>
  </inkml:traceGroup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1-02-09T06:52:30.587"/>
    </inkml:context>
    <inkml:brush xml:id="br0">
      <inkml:brushProperty name="width" value="0.04667" units="cm"/>
      <inkml:brushProperty name="height" value="0.04667" units="cm"/>
      <inkml:brushProperty name="fitToCurve" value="1"/>
    </inkml:brush>
  </inkml:definitions>
  <inkml:traceGroup>
    <inkml:annotationXML>
      <emma:emma xmlns:emma="http://www.w3.org/2003/04/emma" version="1.0">
        <emma:interpretation id="{0BA63159-C3B6-4133-AF57-88BA60EB50A9}" emma:medium="tactile" emma:mode="ink">
          <msink:context xmlns:msink="http://schemas.microsoft.com/ink/2010/main" type="writingRegion" rotatedBoundingBox="16226,9516 24580,9477 24584,10421 16230,10461"/>
        </emma:interpretation>
      </emma:emma>
    </inkml:annotationXML>
    <inkml:traceGroup>
      <inkml:annotationXML>
        <emma:emma xmlns:emma="http://www.w3.org/2003/04/emma" version="1.0">
          <emma:interpretation id="{4E997E98-F083-4327-B158-950CC66DFA01}" emma:medium="tactile" emma:mode="ink">
            <msink:context xmlns:msink="http://schemas.microsoft.com/ink/2010/main" type="paragraph" rotatedBoundingBox="16226,9516 24580,9477 24584,10421 16230,1046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F25F4C28-A038-443C-B9AE-5BDAB20ED5DC}" emma:medium="tactile" emma:mode="ink">
              <msink:context xmlns:msink="http://schemas.microsoft.com/ink/2010/main" type="line" rotatedBoundingBox="16226,9516 24580,9477 24584,10421 16230,10461"/>
            </emma:interpretation>
          </emma:emma>
        </inkml:annotationXML>
        <inkml:traceGroup>
          <inkml:annotationXML>
            <emma:emma xmlns:emma="http://www.w3.org/2003/04/emma" version="1.0">
              <emma:interpretation id="{F1296A6F-986F-4AA7-8EFE-B4DD9077B2D4}" emma:medium="tactile" emma:mode="ink">
                <msink:context xmlns:msink="http://schemas.microsoft.com/ink/2010/main" type="inkWord" rotatedBoundingBox="16226,9516 17406,9511 17411,10455 16230,10461"/>
              </emma:interpretation>
              <emma:one-of disjunction-type="recognition" id="oneOf0">
                <emma:interpretation id="interp0" emma:lang="en-IN" emma:confidence="0">
                  <emma:literal>fat</emma:literal>
                </emma:interpretation>
                <emma:interpretation id="interp1" emma:lang="en-IN" emma:confidence="0">
                  <emma:literal>fast</emma:literal>
                </emma:interpretation>
                <emma:interpretation id="interp2" emma:lang="en-IN" emma:confidence="0">
                  <emma:literal>Cat</emma:literal>
                </emma:interpretation>
                <emma:interpretation id="interp3" emma:lang="en-IN" emma:confidence="0">
                  <emma:literal>Cast</emma:literal>
                </emma:interpretation>
                <emma:interpretation id="interp4" emma:lang="en-IN" emma:confidence="0">
                  <emma:literal>(at</emma:literal>
                </emma:interpretation>
              </emma:one-of>
            </emma:emma>
          </inkml:annotationXML>
          <inkml:trace contextRef="#ctx0" brushRef="#br0">-3-284 302,'0'0'5,"0"0"38,0 0 35,0 0-34,0 0-29,0 0-10,-73 3-4,34 21 20,-10 12 9,-5 6-7,4 7 19,5 8 5,10 10-26,10 10-14,13 7 1,12 4-7,10-2-1,30 1-3,24-9-6,24-4-52,25-18-50,17-20-73</inkml:trace>
          <inkml:trace contextRef="#ctx0" brushRef="#br0" timeOffset="-2802.4511">107 127 9,'0'0'22,"0"0"-10,0 0-1,0 0-8,0 0 3,0 0 4,0 0 18,0 0-5,0 0 6,0 0 6,0 0-3,0-3-20,0 0-7,0 3 25,0-5-15,0 2 24,2 0-17,0-1-2,-1 1 13,1 0 6,-1-2-13,-1 2-17,2 0 16,-1-4 4,2 2 1,-2-4-18,1 2 32,1-4-24,1 1-1,-3-4 1,2 3 5,1 0-9,-4 1 5,0-2-4,0 2-7,0 2-4,0-1-1,0 2 5,0 4 5,0 3-11,0 0-4,0 0-1,0 0-10,0 3-10,-14 21-15,-6 11 36,-6 8-2,-1 5 2,0-4-10,6-5-6,2-7-7,6-8 7,3-6 5,3-5 6,4-2-4,0-8-6,3 0 2,0-3 13,0 0 6,0 0 6,0 0-1,0 0 0,0 0-1,0 0-7,0 0-3,3 0-2,10 0-7,7 0-3,9 0 7,4 1-5,2 9-15,0-3-11,-2 1-8,-4-1 5,-6 0 8,-6-3-2,-4-1 2,-2-3 16,-3 0 14,1 0 1,-3 0 1,-1-11 0,0 1 3,-4-5 4,-1-2 15,0 3 7,0-4-1,0 8 11,-1-1 14,-4 7 2,4 1-26,-2 0 9,3 3-22,0 0-17,-1 3-13,-2 15-10,0 10 22,-3 4 0,0 6 1,1-2-24,2-2-43,3 1-55,0-13-40</inkml:trace>
          <inkml:trace contextRef="#ctx0" brushRef="#br0" timeOffset="-4310.6637">0 0 17,'0'0'0</inkml:trace>
          <inkml:trace contextRef="#ctx0" brushRef="#br0" timeOffset="-2381.2903">523 216 365,'0'0'24,"0"0"22,0 0 35,0 0-35,0 0-36,0 0-10,84-26 3,-60 23-1,-3 3 0,2 0-1,2 0-1,-1 0 0,-2 0 0,-2 0-3,-6 0 2,-6 0-13,-3 0-28,-3 0-11,-2 0-36,0 0 5,0 0-24,-14-3-78</inkml:trace>
          <inkml:trace contextRef="#ctx0" brushRef="#br0" timeOffset="-2151.7439">701 53 163,'0'0'111,"0"0"-33,0 0 50,0 0-40,0 0-52,0 0-36,-1-21 0,1 39-18,-2 9 18,0 6 20,0 2-2,1 4 8,1 0-13,0-1-7,0-3-3,0-6-2,0-1-2,11-4-14,1-6-76,4-4-21,0-10-69</inkml:trace>
        </inkml:traceGroup>
        <inkml:traceGroup>
          <inkml:annotationXML>
            <emma:emma xmlns:emma="http://www.w3.org/2003/04/emma" version="1.0">
              <emma:interpretation id="{F1F1950D-C24B-4876-AFA8-148086BD00E4}" emma:medium="tactile" emma:mode="ink">
                <msink:context xmlns:msink="http://schemas.microsoft.com/ink/2010/main" type="inkWord" rotatedBoundingBox="17614,9602 18767,9596 18770,10333 17617,10339"/>
              </emma:interpretation>
              <emma:one-of disjunction-type="recognition" id="oneOf1">
                <emma:interpretation id="interp5" emma:lang="en-IN" emma:confidence="0">
                  <emma:literal>1.5)</emma:literal>
                </emma:interpretation>
                <emma:interpretation id="interp6" emma:lang="en-IN" emma:confidence="0">
                  <emma:literal>15)</emma:literal>
                </emma:interpretation>
                <emma:interpretation id="interp7" emma:lang="en-IN" emma:confidence="0">
                  <emma:literal>1-5)</emma:literal>
                </emma:interpretation>
                <emma:interpretation id="interp8" emma:lang="en-IN" emma:confidence="0">
                  <emma:literal>"-5)</emma:literal>
                </emma:interpretation>
                <emma:interpretation id="interp9" emma:lang="en-IN" emma:confidence="0">
                  <emma:literal>"5)</emma:literal>
                </emma:interpretation>
              </emma:one-of>
            </emma:emma>
          </inkml:annotationXML>
          <inkml:trace contextRef="#ctx0" brushRef="#br0" timeOffset="-1807.5004">1001 0 432,'0'0'18,"0"0"28,0 0 80,0 0-33,0 0-86,0 0-7,3-10-13,-3 31 4,0 8 9,0 5 9,0 5-3,0 0-4,0 0 2,0-4-2,0 0-2,0-7 0,0 0-37,0-9-79,3-2-45,7-13-84</inkml:trace>
          <inkml:trace contextRef="#ctx0" brushRef="#br0" timeOffset="-1481.638">1245 180 320,'0'0'209,"0"0"-204,0 0 14,0 0-12,0 0-7,0 0-9,3 10 9,-3 1 1,0-4-1,0 1 1,0-5-1,0-3 0,0 0 1,0 0 6,0 0 9,0 0 42,0 0 17,2-11-32,1-2-41,-1 2 7,0-3 0,-2 7-9,0-1 0,0 8-2,1-3-19,1 3-45,5 0-55,3 0-73,2 0-18</inkml:trace>
          <inkml:trace contextRef="#ctx0" brushRef="#br0" timeOffset="-1041.7404">1571 5 430,'0'0'16,"0"0"77,0 0 17,0 0-88,0 0-22,0 0-25,-15 17 15,-8 7 10,-3-2 5,6-1-4,7-4 0,6-2-1,4-5-4,3-3 1,0 0 3,0-4-1,9 1 1,9-1 3,5 2 4,4-2-2,0 0-5,-4 1 3,-1 3-1,-3 0-2,-5 0-4,3 4 3,-5 0 0,0 2-3,-4 1 3,-5-4 0,-1 1-1,-2 3-1,0-7 1,-2 4-5,-11-4 1,-9 0-3,-5 0 6,-5-3-32,1-1 5,-1-3-17,0 0-7,4 0-21,1 0-13,7-14-24</inkml:trace>
          <inkml:trace contextRef="#ctx0" brushRef="#br0" timeOffset="-739.5248">1604-39 285,'0'0'3,"0"0"22,0 0 45,0 0-45,93-10-12,-80 10 1,-4 0-8,-5 0-5,0 0-1,-1 0 0,2 0-2,-1 0-66,-3 0-97</inkml:trace>
          <inkml:trace contextRef="#ctx0" brushRef="#br0" timeOffset="998.4528">1837-180 194,'0'0'38,"0"0"29,0 0 10,0 0-19,0 0-18,0 0-7,54-21-22,-31 21-2,9 0 2,5 12 0,4 12 1,5 12-4,-8 12-7,-9 9-1,-15 14-3,-10-2 3,-4-1 1,-5-8-1,-17-7-3,-8-8 3,-2-3-3,-3-6-1,0-4-5,4-4 8,3-8 1,11-8 3,2-1 0,11-5-3,2-3 0,2-2-6,0 2-36,0-3-60,0 0-38,5 0-124</inkml:trace>
        </inkml:traceGroup>
        <inkml:traceGroup>
          <inkml:annotationXML>
            <emma:emma xmlns:emma="http://www.w3.org/2003/04/emma" version="1.0">
              <emma:interpretation id="{821B161B-B1CB-4596-9D04-F6FB31C1985E}" emma:medium="tactile" emma:mode="ink">
                <msink:context xmlns:msink="http://schemas.microsoft.com/ink/2010/main" type="inkWord" rotatedBoundingBox="19116,9610 20317,9604 20320,10164 19119,10170"/>
              </emma:interpretation>
              <emma:one-of disjunction-type="recognition" id="oneOf2">
                <emma:interpretation id="interp10" emma:lang="en-IN" emma:confidence="0">
                  <emma:literal>115</emma:literal>
                </emma:interpretation>
                <emma:interpretation id="interp11" emma:lang="en-IN" emma:confidence="0">
                  <emma:literal>15</emma:literal>
                </emma:interpretation>
                <emma:interpretation id="interp12" emma:lang="en-IN" emma:confidence="0">
                  <emma:literal>155</emma:literal>
                </emma:interpretation>
                <emma:interpretation id="interp13" emma:lang="en-IN" emma:confidence="0">
                  <emma:literal>515</emma:literal>
                </emma:interpretation>
                <emma:interpretation id="interp14" emma:lang="en-IN" emma:confidence="0">
                  <emma:literal>MI5</emma:literal>
                </emma:interpretation>
              </emma:one-of>
            </emma:emma>
          </inkml:annotationXML>
          <inkml:trace contextRef="#ctx0" brushRef="#br0" timeOffset="1516.4738">2503-176 313,'0'0'30,"0"0"57,0 0 19,0 0-32,0 0-49,0 0-25,0-10-4,0 13-17,0 18 8,0 4 13,2 10 21,3 7 16,4 4-6,-3 0-6,2-1-4,-1-2-15,-2-4-4,-2-3-1,-2-2-1,2-2 4,-3-7-3,0 0 2,2-7-3,-2-5-1,0 1-29,1-7-54,-1 1-28,0-8-54,2 0-67</inkml:trace>
          <inkml:trace contextRef="#ctx0" brushRef="#br0" timeOffset="1840.7041">2782-158 498,'0'0'5,"0"0"7,0 0 58,0 0-38,0 0-32,0 0-18,18 25 18,-14 9 7,5 5 4,-2 11 7,-1 0-9,-1-1 4,0 0-4,0-10-6,2-3 1,0-5-4,-3-7 1,2-3-1,-2-3-12,3-4-64,0-6-77,5-8-79</inkml:trace>
          <inkml:trace contextRef="#ctx0" brushRef="#br0" timeOffset="2378.977">3263-84 552,'0'0'0,"0"0"27,0 0 56,0 0-37,0 0-46,0 0-2,0 0-15,8-4-10,-13 25 14,-3 4 13,-2 4 0,3-2 6,2-9-6,1-3 0,4-4-10,0-5 2,0-2-6,0-4 5,0 0 5,0 0 4,0 0 4,6 0 2,7 0 3,6 0 5,3 0 1,2 0-9,5 0-5,4 0 0,1 0-2,1 0 1,-2 14-1,-1-1-5,-6 5 6,-6-1-3,-7 1-4,-5-3 3,-3 3-1,-5-4 3,0-4-3,0 1 1,-3-1-6,-17 1 7,-12-4 3,-7 2 16,-9-4-16,-2 1 0,-1-5-10,6 2-48,5-3-23,6 0-37,8 0-61</inkml:trace>
          <inkml:trace contextRef="#ctx0" brushRef="#br0" timeOffset="2888.6356">3286-147 41,'0'0'165,"0"0"-149,0 0 82,0 0-16,0 0-28,0 0-8,6-8 10,-5 8-4,-1 0-4,0 0-6,0 0-6,0 0-4,0 0-7,3-3-12,4 2 0,8-2-3,11 0-9,10-1-1,14-3 1,5 4-1,1-1 0,-6 1 0,-8 0-1,-10 1 2,-10-1 1,-9 3-1,-9 0 0,-4 0 2,0 0 1,0 0-1,0 0-3,0 0-16,-14 15-114,-14-4-108</inkml:trace>
        </inkml:traceGroup>
        <inkml:traceGroup>
          <inkml:annotationXML>
            <emma:emma xmlns:emma="http://www.w3.org/2003/04/emma" version="1.0">
              <emma:interpretation id="{E24E80F0-595B-4641-8229-DE82136D006D}" emma:medium="tactile" emma:mode="ink">
                <msink:context xmlns:msink="http://schemas.microsoft.com/ink/2010/main" type="inkWord" rotatedBoundingBox="20928,9793 21182,9792 21183,10039 20930,10040"/>
              </emma:interpretation>
              <emma:one-of disjunction-type="recognition" id="oneOf3">
                <emma:interpretation id="interp15" emma:lang="en-IN" emma:confidence="0">
                  <emma:literal>=</emma:literal>
                </emma:interpretation>
                <emma:interpretation id="interp16" emma:lang="en-IN" emma:confidence="0">
                  <emma:literal>#</emma:literal>
                </emma:interpretation>
                <emma:interpretation id="interp17" emma:lang="en-IN" emma:confidence="0">
                  <emma:literal>¥</emma:literal>
                </emma:interpretation>
                <emma:interpretation id="interp18" emma:lang="en-IN" emma:confidence="0">
                  <emma:literal>c</emma:literal>
                </emma:interpretation>
                <emma:interpretation id="interp19" emma:lang="en-IN" emma:confidence="0">
                  <emma:literal>E</emma:literal>
                </emma:interpretation>
              </emma:one-of>
            </emma:emma>
          </inkml:annotationXML>
          <inkml:trace contextRef="#ctx0" brushRef="#br0" timeOffset="48495.6595">4319 40 182,'0'0'36,"0"0"60,0 0 4,0 0-33,0 0-29,0 0 8,0 0-4,0 0-3,0 0-7,-4-11 5,4 8 0,0 3-5,0 0-7,0 0-4,0-1-9,0 1-4,0 0-4,0-3-4,17-4-8,8 3 4,7 1 4,1-1 0,-1 0 0,-5 1-2,-5 2 2,-6-1-12,-2 2-5,-6 0-29,0 0-12,-4 0-41,-4 6-54,0 8-15,-7 1-18</inkml:trace>
          <inkml:trace contextRef="#ctx0" brushRef="#br0" timeOffset="48705.1645">4322 205 63,'0'0'112,"0"0"-108,0 0 77,0 0-2,0 0-49,0 0 14,20 18 34,2-18-17,4 3-17,6-3-24,1 3-14,-1-3-6,-5 5-5,-2-2-93,-6 0-59,-7-3-101</inkml:trace>
        </inkml:traceGroup>
        <inkml:traceGroup>
          <inkml:annotationXML>
            <emma:emma xmlns:emma="http://www.w3.org/2003/04/emma" version="1.0">
              <emma:interpretation id="{8A3E08A0-814A-44C2-B3B2-5A7089DAC5F7}" emma:medium="tactile" emma:mode="ink">
                <msink:context xmlns:msink="http://schemas.microsoft.com/ink/2010/main" type="inkWord" rotatedBoundingBox="21775,9716 24581,9703 24583,10272 21777,10286"/>
              </emma:interpretation>
              <emma:one-of disjunction-type="recognition" id="oneOf4">
                <emma:interpretation id="interp20" emma:lang="en-IN" emma:confidence="0">
                  <emma:literal>2.6192</emma:literal>
                </emma:interpretation>
                <emma:interpretation id="interp21" emma:lang="en-IN" emma:confidence="0">
                  <emma:literal>2.6194</emma:literal>
                </emma:interpretation>
                <emma:interpretation id="interp22" emma:lang="en-IN" emma:confidence="0">
                  <emma:literal>26192</emma:literal>
                </emma:interpretation>
                <emma:interpretation id="interp23" emma:lang="en-IN" emma:confidence="0">
                  <emma:literal>266192</emma:literal>
                </emma:interpretation>
                <emma:interpretation id="interp24" emma:lang="en-IN" emma:confidence="0">
                  <emma:literal>2.619</emma:literal>
                </emma:interpretation>
              </emma:one-of>
            </emma:emma>
          </inkml:annotationXML>
          <inkml:trace contextRef="#ctx0" brushRef="#br0" timeOffset="51317.5568">5162 74 153,'0'0'65,"0"0"-40,0 0 71,0 0-46,0 0-16,0 0 23,0 0-12,0 0 5,8-6-3,-6 5 4,0-5-10,1 1-18,2-4 5,0 2-9,1-4-7,4 0 2,2 1-5,1-1-4,3 1-5,3-1 3,4 1-3,0 5-2,0-1 1,-1 5-3,-6 1 1,-2 0-6,-2 1-4,0 13-10,-2 10-10,-5 5-5,-5 5-6,0 2-4,-22 3 0,-9 0 8,-10-4-6,-2-3 16,2-5-11,8-9 31,10-7 10,8-4 2,8-4 3,6-3-3,1 0 1,0 0 13,0 0 9,10 0 2,16 0 12,13 0 1,7 0-27,6 0-10,-1 0-5,1 0 2,-4 0-61,-3 0-89,-6 0-103</inkml:trace>
          <inkml:trace contextRef="#ctx0" brushRef="#br0" timeOffset="51672.7243">5785 213 508,'0'0'3,"0"0"117,0 0-5,0 0-52,0 0-35,0 0-22,7-15-6,-7 15-8,0 0-5,0 0-3,0 3 2,0 4 3,-1 1 9,-2-1 2,0-4 0,3 0-1,-3-3-2,3 0 1,0 0 2,0 0 7,0 0 7,0 0 10,0-3 23,0-10-9,0 1-35,0-5-2,0 6-1,0 4 0,0 1-19,0 1-38,4 2-42,2 0-73,5-1-103</inkml:trace>
          <inkml:trace contextRef="#ctx0" brushRef="#br0" timeOffset="52195.8148">6241-81 470,'0'0'15,"0"0"36,0 0 50,0 0-51,0 0-49,0 0-1,-39-6-4,7 20-8,-4 4 11,1 6-7,0 4 7,2 7-1,6 1 2,6-1 0,5-4-2,6 1 2,6-3 0,4-5 1,0-3-1,0-3 0,10-1-10,6-6 9,1-1 1,5-6 7,7-1 2,3-3-2,3 0 0,-3 0-4,-2 0 4,-7-7-6,-9-7 7,-5 0-2,-6 1 1,-3-5-7,0 3-2,-16-2-12,-9 7 12,-5 2-3,-6 5 4,0 3-5,4 0-19,6 7-23,7 7-5,6 4-26,7 2-2,6-2-19,0-4-8</inkml:trace>
          <inkml:trace contextRef="#ctx0" brushRef="#br0" timeOffset="52554.5322">6454-70 489,'0'0'30,"0"0"3,0 0 112,0 0-53,0 0-65,0 0-27,8-17-2,-8 31-11,0 10-5,0 12 18,0 6 3,0 6 3,0-4-4,0-2-2,0-4 3,0-5-2,0-6-1,0-2-19,0 0-64,0-11-59,0-3-62,10-8-111</inkml:trace>
          <inkml:trace contextRef="#ctx0" brushRef="#br0" timeOffset="53191.9859">6927 22 264,'0'0'218,"0"0"-202,0 0 55,0 0-1,0 0-37,0 0-17,10-79-16,-22 73-6,-8 3 2,-6 2 4,-6 1-8,2 0 8,0 7-7,2 11 0,3 3-4,5 5 5,6-2 5,4 3-2,5-6 2,5-3-3,0-4-5,0-2 3,1-6 6,13 1 2,6-3-1,10-4-1,3 0-2,1 0-5,-5-8-6,-6-6 0,-7 1 4,-2-2 8,-4-5 0,-5 2 2,-4 4 6,1 3 12,-2 1 28,0 3 0,0 7-2,0 0-12,0 0-29,0 0-4,0 0-13,0 7-10,0 21 0,0 6 23,0 9 0,-2 3 2,-4 1-2,2-5 1,1 0-1,3-7 2,0-4-1,0-5 0,0-5-1,0-1 19,2-9-7,3 3-4,-3-7-5,-2 0-3,0-3-2,0-1-68,0 0-91,0-3-139</inkml:trace>
          <inkml:trace contextRef="#ctx0" brushRef="#br0" timeOffset="54077.5855">7203 142 345,'0'0'21,"0"0"61,0 0 28,0 0-45,0 0-26,0 0 9,-3-11-12,3 11-5,0 0-6,0 0-7,0 0-10,0 0-2,0 0-6,2 0-4,9 0 3,11 0 1,8 0 0,7 0 4,3 0-4,-7 0-2,-4 0 1,-9 0 0,-8 0 1,-7 0 0,-4 0 2,-1 0-2,0 0 6,0 0-4,0 0-2,0-4 0,0-7-18,-1-2 7,-2-2 11,3-2 0,0-1 0,0-3 0,3 4 1,8-1-1,3 3 1,1 2-4,2-1 6,-2 7-5,-2 4 2,-4 1-4,4 2-2,2 0-8,2 2 5,3 11-14,0 5-6,-1 6-6,-5 1 12,-2 0 11,-5-1-5,-4 2 8,-3-2-13,0 0 10,0-3 4,-6 0-5,-10-3 1,0-3 3,4-1 9,1-4 0,7-7 0,2 2 0,2-2-2,0-3-5,3 3-10,23 0 17,12-2 13,11-1-6,5 0-7,-2 0 2,-7 0-2,-8 0 0,-8 0 5,-9 0-5,-12 0-12,-8 0-109,-29 0-286</inkml:trace>
        </inkml:traceGroup>
      </inkml:traceGroup>
    </inkml:traceGroup>
  </inkml:traceGroup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44.20712" units="1/cm"/>
          <inkml:channelProperty channel="Y" name="resolution" value="44.39306" units="1/cm"/>
        </inkml:channelProperties>
      </inkml:inkSource>
      <inkml:timestamp xml:id="ts0" timeString="2021-02-09T06:47:25.274"/>
    </inkml:context>
    <inkml:brush xml:id="br0">
      <inkml:brushProperty name="width" value="0.04667" units="cm"/>
      <inkml:brushProperty name="height" value="0.04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54D6EAF8-1CB7-4683-BEF3-456D5F3A3EF4}" emma:medium="tactile" emma:mode="ink">
          <msink:context xmlns:msink="http://schemas.microsoft.com/ink/2010/main" type="inkDrawing" rotatedBoundingBox="10530,5662 10545,5662 10545,5677 10530,5677" shapeName="Other"/>
        </emma:interpretation>
      </emma:emma>
    </inkml:annotationXML>
    <inkml:trace contextRef="#ctx0" brushRef="#br0">2941-981</inkml:trace>
  </inkml:traceGroup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1-02-09T06:47:54.261"/>
    </inkml:context>
    <inkml:brush xml:id="br0">
      <inkml:brushProperty name="width" value="0.04667" units="cm"/>
      <inkml:brushProperty name="height" value="0.04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1A758E32-F6F6-4A1C-8EB1-3D8DC87728AE}" emma:medium="tactile" emma:mode="ink">
          <msink:context xmlns:msink="http://schemas.microsoft.com/ink/2010/main" type="inkDrawing" rotatedBoundingBox="9844,8088 9931,6684 10387,6712 10300,8117" semanticType="verticalRange" shapeName="Other">
            <msink:sourceLink direction="with" ref="{4CC4CAF5-25A0-42A4-B229-AC40F51112A7}"/>
          </msink:context>
        </emma:interpretation>
      </emma:emma>
    </inkml:annotationXML>
    <inkml:trace contextRef="#ctx0" brushRef="#br0">6964 114 62,'0'0'12,"0"0"43,0 0 22,0 0-36,0 0-18,0 0-1,0 0-1,0 0-2,0 0-1,0 0-2,0 0-10,0 0-6,-1 0-2,-9 0 0,0 2-1,-6-1 0,4 4 0,2-2 3,3 0 0,-3 0 0,-1 0 0,-3-2 0,3 5 0,-5-1 0,2 1 1,3-3-1,5-2 0,5-1 2,1 0-2,0 0 0,0 0-3,11 0 0,13 0 3,6-3 16,3-4-9,1-1-2,-4 2 1,-1 2 0,-12 1 1,-4 3 7,-5 0-8,-8 0-3,4 0 1,-4 0 1,0 0-4,0 0 2,0 0-3,0 0-2,0 0 2,3 0 4,4 10 4,-4 1-2,5 2 5,0 8-2,-1 5-4,2 1-5,-2 8 3,-7-2-1,0 6-2,0 3 1,0 3 5,0 5-6,0 1 1,-7 2 1,-4-2-2,3-1 3,-2-2 1,4-2 25,-1 0-21,-3-4-8,5 1 20,-1-5-14,3-2-3,-1-2 4,3-3-5,1-2 1,0-4-3,0 4 2,0-5-1,0 3-1,0-5 3,0 3-3,0 0 0,0 2 0,0 2 0,0-2 1,0-5-1,0 3 0,0-7 0,0-3 0,0-3 0,0-3 1,0-3 0,-2-2-1,1-1 1,-1-3 2,1 0-2,-2 0 1,2 3 1,-2-3-3,-7 5 4,-1-2 0,-2 0-4,-1 3 0,-3-2 1,-5 4-1,5-2 0,-1-2 0,-2 0 1,3 0 0,-4-1 2,7 0-1,-3-3 0,0 0-1,2 0 3,-1 0-4,0 0 5,0 0-1,-1 0-1,-1 0-3,1 0 0,-3-3-2,-1-8-31,4-10-111,-5-10-217</inkml:trace>
  </inkml:traceGroup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1-02-09T06:53:45.130"/>
    </inkml:context>
    <inkml:brush xml:id="br0">
      <inkml:brushProperty name="width" value="0.04667" units="cm"/>
      <inkml:brushProperty name="height" value="0.04667" units="cm"/>
      <inkml:brushProperty name="fitToCurve" value="1"/>
    </inkml:brush>
  </inkml:definitions>
  <inkml:traceGroup>
    <inkml:annotationXML>
      <emma:emma xmlns:emma="http://www.w3.org/2003/04/emma" version="1.0">
        <emma:interpretation id="{737DADF4-BB85-4146-A789-BABD40C78797}" emma:medium="tactile" emma:mode="ink">
          <msink:context xmlns:msink="http://schemas.microsoft.com/ink/2010/main" type="inkDrawing" rotatedBoundingBox="19494,12300 21366,11331 21851,12268 19979,13237" semanticType="callout" shapeName="Other">
            <msink:sourceLink direction="with" ref="{2C9D88DE-EA7B-4335-841B-B24093DB25A1}"/>
            <msink:sourceLink direction="with" ref="{2388654D-3681-4737-B47A-24BA7B28B85B}"/>
            <msink:sourceLink direction="with" ref="{1209E655-CD2C-4CAE-B986-9BC1262CE996}"/>
            <msink:sourceLink direction="with" ref="{EEF65450-970B-419A-AAC6-DA4C2F669E63}"/>
          </msink:context>
        </emma:interpretation>
      </emma:emma>
    </inkml:annotationXML>
    <inkml:trace contextRef="#ctx0" brushRef="#br0">1670-1 210,'0'0'71,"0"0"-38,0 0 72,0 0-23,0 0-34,0 0-7,-1 0-17,1 0-9,0 3-15,0 1-4,0 7-4,3 10 8,2 7 12,-2 7 1,-3 7-4,0 8 3,0 3 5,0 2-3,-10 2-5,3 1-2,0 0 8,4-4-7,-1-1-3,2-5 2,1-5 0,-1-4-5,-2 0 2,3-1-4,-1 1 0,-1 0 0,1 0 2,-3 3-2,-4-3 0,0-1 1,1-5-1,-1-3 0,5-8 3,-2-4-5,3-1 4,3-3-2,0-2 0,0-3 0,0-2 0,0 1 0,-2-2 1,0 1-1,0-2 0,-2 4-2,-3-1 0,-3 2-3,-2 1 4,0-4-7,2 1-1,0-5 2,-1 1 3,1-1 0,-2 0-1,-1 0-2,-4-3 7,-4 0-7,-2 0 3,-3 0 4,-4 0 2,-2 0 0,-2 0-2,0 0 0,-4 0 0,-2 0-2,-1 0-6,0 0 4,1 0 1,1 0 2,1 0-3,-4 0 2,0 2 2,0 4 1,-1-3-1,1 1-1,3-1 0,3 0 1,2-3 2,6 5-1,4-5-1,6 3 2,3-3-4,2 3 1,0-2 1,2 2-1,-4 0 2,-2 0-2,-1-1 0,-5 1 1,-1 3 0,-4-5 0,-1 5 0,-1-2-1,0-3 1,-2 2 0,-3-3 0,2 0-5,-1 0 5,9 0 0,7 0 4,2 0-1,9 0 2,1 0-3,1 0-2,1 0 1,0 0-1,-2 0-2,-1 0 1,-2 0 0,-1 0 1,-2 0-2,1 0 2,1 3 0,0 0-9,-1 1-105,4-4-144</inkml:trace>
  </inkml:traceGroup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1-02-09T06:51:00.854"/>
    </inkml:context>
    <inkml:brush xml:id="br0">
      <inkml:brushProperty name="width" value="0.04667" units="cm"/>
      <inkml:brushProperty name="height" value="0.04667" units="cm"/>
      <inkml:brushProperty name="fitToCurve" value="1"/>
    </inkml:brush>
    <inkml:brush xml:id="br1">
      <inkml:brushProperty name="width" value="0.04667" units="cm"/>
      <inkml:brushProperty name="height" value="0.04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8760A85E-5654-4FEC-BAE3-B033D5BECF93}" emma:medium="tactile" emma:mode="ink">
          <msink:context xmlns:msink="http://schemas.microsoft.com/ink/2010/main" type="writingRegion" rotatedBoundingBox="9434,9707 13076,9511 13100,9959 9458,10155"/>
        </emma:interpretation>
      </emma:emma>
    </inkml:annotationXML>
    <inkml:traceGroup>
      <inkml:annotationXML>
        <emma:emma xmlns:emma="http://www.w3.org/2003/04/emma" version="1.0">
          <emma:interpretation id="{C568866C-20C8-44BB-BCB4-44C2D7AFE414}" emma:medium="tactile" emma:mode="ink">
            <msink:context xmlns:msink="http://schemas.microsoft.com/ink/2010/main" type="paragraph" rotatedBoundingBox="9434,9707 13076,9511 13100,9959 9458,10155" alignmentLevel="1"/>
          </emma:interpretation>
        </emma:emma>
      </inkml:annotationXML>
      <inkml:traceGroup>
        <inkml:annotationXML>
          <emma:emma xmlns:emma="http://www.w3.org/2003/04/emma" version="1.0">
            <emma:interpretation id="{2710021B-C341-49B0-BA0F-77FDEEBD46ED}" emma:medium="tactile" emma:mode="ink">
              <msink:context xmlns:msink="http://schemas.microsoft.com/ink/2010/main" type="line" rotatedBoundingBox="9434,9707 13076,9511 13100,9959 9458,10155"/>
            </emma:interpretation>
          </emma:emma>
        </inkml:annotationXML>
        <inkml:traceGroup>
          <inkml:annotationXML>
            <emma:emma xmlns:emma="http://www.w3.org/2003/04/emma" version="1.0">
              <emma:interpretation id="{D5D4D318-66C6-43C7-93CD-31E1115EE566}" emma:medium="tactile" emma:mode="ink">
                <msink:context xmlns:msink="http://schemas.microsoft.com/ink/2010/main" type="inkWord" rotatedBoundingBox="9434,9707 13076,9511 13100,9959 9458,10155"/>
              </emma:interpretation>
              <emma:one-of disjunction-type="recognition" id="oneOf0">
                <emma:interpretation id="interp0" emma:lang="en-IN" emma:confidence="0">
                  <emma:literal>3-1-50</emma:literal>
                </emma:interpretation>
                <emma:interpretation id="interp1" emma:lang="en-IN" emma:confidence="0">
                  <emma:literal>3-1.50</emma:literal>
                </emma:interpretation>
                <emma:interpretation id="interp2" emma:lang="en-IN" emma:confidence="0">
                  <emma:literal>31-50</emma:literal>
                </emma:interpretation>
                <emma:interpretation id="interp3" emma:lang="en-IN" emma:confidence="0">
                  <emma:literal>321-50</emma:literal>
                </emma:interpretation>
                <emma:interpretation id="interp4" emma:lang="en-IN" emma:confidence="0">
                  <emma:literal>321.50</emma:literal>
                </emma:interpretation>
              </emma:one-of>
            </emma:emma>
          </inkml:annotationXML>
          <inkml:trace contextRef="#ctx0" brushRef="#br0">-1029-2973 298,'0'0'19,"0"0"-12,0 0-7,0 0 29,0 0-3,122 18-20,-77-15-3,4 2-6,-4-5 3,-6 0-125</inkml:trace>
          <inkml:trace contextRef="#ctx0" brushRef="#br0" timeOffset="-200.2825">-990-3116 103,'0'0'76,"0"0"-70,0 0 51,0 0 26,0 0-26,0 0-20,0 0-6,0 0-1,0 0-2,0 0-12,2 0-11,12 0 5,4 0-5,3-1-4,3-6-1,0 4 0,1 2 0,-7 1-1,2 0-3,-3 0-14,-7 0-36,-3 0-51,-7 8-60</inkml:trace>
          <inkml:trace contextRef="#ctx0" brushRef="#br0" timeOffset="563.6386">-304-3233 364,'0'0'8,"0"0"-6,0 0 20,0 0-21,0 0-1,0 0 0,-30 37 0,17-19 0,1-5 0,4 0 1,5 1-1,0-4 0,3-2 0,0-4 0,0 3 0,0-4-1,0 1 2,6 0-1,8-4 4,0 0 7,7 3-10,-5-3 8,4 0-9,0 3 4,2 0-1,3 2-1,0 1-2,6-2 2,-3 4 1,2 2-3,-1-1-3,-8 2 1,0-4 2,-11 7-5,0-7 1,-6 4-4,-2 0 8,-2-4 0,0-1-1,-10 6 1,-15-3 5,-8-1 0,-9 2-2,-2-2-2,2-4-1,7-1 2,4 0-2,5-3-4,6 0-16,4 0-59,0-3-37</inkml:trace>
          <inkml:trace contextRef="#ctx0" brushRef="#br0" timeOffset="1004.8255">-260-3266 41,'0'0'178,"0"0"-161,0 0 55,0 0 3,0 0-32,0 0-23,0 0 2,0 0-9,10 0-11,7 0 6,8 0-5,7 0 1,2 0 1,4 0-3,-3 0-4,-5 0 4,-7 0-1,-6 0-1,-9 0 0,-4 0 0,-4 0-3,0 0-9,0 0 6,0 3-42,-6 5-46,-4 2-35</inkml:trace>
          <inkml:trace contextRef="#ctx0" brushRef="#br0" timeOffset="1778.8703">149-3149 130,'0'0'230,"0"0"-230,0 0 5,0 0 32,0 0-23,0 0-6,38 5 2,-6-1 1,-2-4 0,5 0-11,0 0 3,-5 0-3,-1 0 1,-12 0 1,-3 0-2,-3 0 1,-11 0 2,0 0-3,0 0 4,0 0 2,0 0 16,0 0-5,0 0-7,0 0-1,0 0 5,0 0-2,0-9-7,-4-2 2,4 1 7,0-5-10,0-6 5,0 3 3,7-3-7,3 0 0,3 1 5,3 2-10,0 0 6,2 5-6,-1 2-3,1 4 3,-1 4-4,0 3 4,0 0-3,-1 0-2,0 9-1,0 6-1,-1 3-7,-1 0 1,-4 2 8,-6-2-9,-1-2 2,-3 2 1,0 0 0,-4 0 4,-9-2 6,-8-4-1,5 1 2,0-2 1,3-1-1,5-3 0,5-6 0,1 2 0,2-3-4,0 0-6,19 0 7,13 0 3,9 0 0,5 0-2,2 0 2,-3-3-3,-7-1 1,-3-3 0,-4 0 4,-10 3-2,0-3 10,-11 5 8,-2-3-4,-2 2-3,-4 0-4,-2-2-7,0 3-29,-12-6-132</inkml:trace>
          <inkml:trace contextRef="#ctx0" brushRef="#br1" timeOffset="-164604.1623">-2668-3130 286,'0'0'72,"0"0"9,0 0-12,0 0-3,0 0-37,0 0-19,88-66 7,-61 55 6,4 1-2,1 2-3,-2 5-9,-2 3-1,-3 0-7,-4 0-1,-7 11-13,-4 4 13,-5 4-2,-5-1-1,0 2 1,-8 5-3,-13-4-2,-7-3-2,4 3 9,-2-8 2,13-5-1,7-1 0,2-7 0,4 0-2,0 0 0,0 0-9,0 0-15,7 0 10,11 0 14,6 3 2,3 2 9,4 4-10,-4-2 0,1 7 0,-8 1-2,-4 3-6,-3 3 4,-12 0 3,-1 3-1,0 1 2,-11-4 0,-10 0 1,-3-4 4,-4-6-3,4 0 3,-8-5 2,6-3-4,-3-3 15,0 0-14,3-6 5,1-12-6,4 0-3,2-6-6,0 3 6,9 0-27,3 3-15,4 0-23,3 2-11,0-2-92</inkml:trace>
          <inkml:trace contextRef="#ctx0" brushRef="#br1" timeOffset="-105995.8061">-2098-2990 160,'0'0'57,"0"0"-11,0 0 25,0 0-29,0 0 1,0 0-22,-8-4 5,7 4-4,-3 0-3,2 0 14,-1 0 0,3 0-9,0 0-6,0 0-18,0 0-1,0 0-10,13 0 2,8 0 9,7 0 0,3 0-6,-3 0-14,-7 0 8,-8 0-9,-2 0 0,-7 0 10,-1 0 8,-3 0 3,0 0 0,0 0-1,0 0 0,0 0 1,-7 0 0,4-9-3,-6-2 3,4 1 3,0-5-3,2-3 1,1-2 3,1-1 1,1 3 7,0-3-6,0 6 0,0-1 4,3 3-4,7 0-6,2 5 0,5 3-2,-1 0 1,6 3-4,-2 2 5,6 0-4,-10 0-3,-3 10-8,-2 0 1,-3 6-4,-1-1-3,-4 1-1,0 0-15,-3-1 10,0 2 7,0-2 7,-3 1 5,-7-4 6,1-1 2,0-1 2,5-4 0,2-1 2,2-2-4,0 0-2,0 0 2,15-2 6,11-1 1,6 0-3,-3 0-2,7 0 0,-7 0-2,0 0 1,0-1-1,-8-2 2,-1 0 1,1 0 0,-10 1-3,-1-1 0,1 3-22,-8-3-95</inkml:trace>
        </inkml:traceGroup>
      </inkml:traceGroup>
    </inkml:traceGroup>
  </inkml:traceGroup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1-02-09T06:52:04.002"/>
    </inkml:context>
    <inkml:brush xml:id="br0">
      <inkml:brushProperty name="width" value="0.04667" units="cm"/>
      <inkml:brushProperty name="height" value="0.04667" units="cm"/>
      <inkml:brushProperty name="fitToCurve" value="1"/>
    </inkml:brush>
  </inkml:definitions>
  <inkml:traceGroup>
    <inkml:annotationXML>
      <emma:emma xmlns:emma="http://www.w3.org/2003/04/emma" version="1.0">
        <emma:interpretation id="{BEA8B8C1-D758-44D0-8BDF-C98611238F4D}" emma:medium="tactile" emma:mode="ink">
          <msink:context xmlns:msink="http://schemas.microsoft.com/ink/2010/main" type="writingRegion" rotatedBoundingBox="10656,11484 10750,11484 10750,12569 10656,12569"/>
        </emma:interpretation>
      </emma:emma>
    </inkml:annotationXML>
    <inkml:traceGroup>
      <inkml:annotationXML>
        <emma:emma xmlns:emma="http://www.w3.org/2003/04/emma" version="1.0">
          <emma:interpretation id="{B1B175D3-355F-45D7-A4D5-F33BE708ECB7}" emma:medium="tactile" emma:mode="ink">
            <msink:context xmlns:msink="http://schemas.microsoft.com/ink/2010/main" type="paragraph" rotatedBoundingBox="10656,11484 10750,11484 10750,12569 10656,12569" alignmentLevel="1"/>
          </emma:interpretation>
        </emma:emma>
      </inkml:annotationXML>
      <inkml:traceGroup>
        <inkml:annotationXML>
          <emma:emma xmlns:emma="http://www.w3.org/2003/04/emma" version="1.0">
            <emma:interpretation id="{C769D616-2415-4B0E-BE32-47E38F412430}" emma:medium="tactile" emma:mode="ink">
              <msink:context xmlns:msink="http://schemas.microsoft.com/ink/2010/main" type="line" rotatedBoundingBox="10656,11484 10750,11484 10750,12569 10656,12569"/>
            </emma:interpretation>
          </emma:emma>
        </inkml:annotationXML>
        <inkml:traceGroup>
          <inkml:annotationXML>
            <emma:emma xmlns:emma="http://www.w3.org/2003/04/emma" version="1.0">
              <emma:interpretation id="{1E5EA606-6ED6-422D-BD90-645CE1CF0672}" emma:medium="tactile" emma:mode="ink">
                <msink:context xmlns:msink="http://schemas.microsoft.com/ink/2010/main" type="inkWord" rotatedBoundingBox="10705,11483 10750,12568 10674,12572 10629,11486"/>
              </emma:interpretation>
              <emma:one-of disjunction-type="recognition" id="oneOf0">
                <emma:interpretation id="interp0" emma:lang="en-IN" emma:confidence="0">
                  <emma:literal>\</emma:literal>
                </emma:interpretation>
                <emma:interpretation id="interp1" emma:lang="en-IN" emma:confidence="0">
                  <emma:literal>|</emma:literal>
                </emma:interpretation>
                <emma:interpretation id="interp2" emma:lang="en-IN" emma:confidence="0">
                  <emma:literal>I</emma:literal>
                </emma:interpretation>
                <emma:interpretation id="interp3" emma:lang="en-IN" emma:confidence="0">
                  <emma:literal>l</emma:literal>
                </emma:interpretation>
                <emma:interpretation id="interp4" emma:lang="en-IN" emma:confidence="0">
                  <emma:literal>1</emma:literal>
                </emma:interpretation>
              </emma:one-of>
            </emma:emma>
          </inkml:annotationXML>
          <inkml:trace contextRef="#ctx0" brushRef="#br0">7416 4967 31,'0'0'56,"0"0"0,0 0 23,0 0-7,0 0-17,0 0 9,0-18-11,0 11 17,0 3-20,1-2-4,1-2-3,0 1-7,-2-1-9,4 2-9,-4 3 4,3-1 2,-3 4-9,0-3 8,0 3-9,0 0-12,0 0-2,0 0-8,0 0-5,0 10-6,0 14 9,0 12 9,0 7 2,0 6 1,-11 4-1,1 3 0,0 1 0,6 3-1,-3 2 0,4-5-1,3-4 2,0-7-2,0-5 1,3-5 0,8-4 1,5-4-1,-4 1 0,1-2-1,-6-5 1,-1 6 0,-1-4 0,-2 4 0,-3 1-1,0-1 2,0 0-1,0-6 0,0-2 0,2-5 0,-1-5 1,3 1-1,-2-5 0,-1-2 0,3 0 0,-4-1 0,4-2 0,-4-1 0,0 0 1,0 3 1,0-3 1,0 0 0,0 0-3,0 0-10,0 0-28,0 0-53,-11-18-166</inkml:trace>
        </inkml:traceGroup>
      </inkml:traceGroup>
    </inkml:traceGroup>
  </inkml:traceGroup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1-02-09T06:52:00.465"/>
    </inkml:context>
    <inkml:brush xml:id="br0">
      <inkml:brushProperty name="width" value="0.04667" units="cm"/>
      <inkml:brushProperty name="height" value="0.04667" units="cm"/>
      <inkml:brushProperty name="fitToCurve" value="1"/>
    </inkml:brush>
  </inkml:definitions>
  <inkml:traceGroup>
    <inkml:annotationXML>
      <emma:emma xmlns:emma="http://www.w3.org/2003/04/emma" version="1.0">
        <emma:interpretation id="{06D7C742-F254-4A5D-ABD8-9FDE9CB2BEE6}" emma:medium="tactile" emma:mode="ink">
          <msink:context xmlns:msink="http://schemas.microsoft.com/ink/2010/main" type="writingRegion" rotatedBoundingBox="9433,10638 19576,10750 19564,11808 9422,11696"/>
        </emma:interpretation>
      </emma:emma>
    </inkml:annotationXML>
    <inkml:traceGroup>
      <inkml:annotationXML>
        <emma:emma xmlns:emma="http://www.w3.org/2003/04/emma" version="1.0">
          <emma:interpretation id="{7688F9C3-16E3-470D-BB3B-C45086CDFD6C}" emma:medium="tactile" emma:mode="ink">
            <msink:context xmlns:msink="http://schemas.microsoft.com/ink/2010/main" type="paragraph" rotatedBoundingBox="9433,10638 19576,10750 19564,11808 9422,11696" alignmentLevel="1"/>
          </emma:interpretation>
        </emma:emma>
      </inkml:annotationXML>
      <inkml:traceGroup>
        <inkml:annotationXML>
          <emma:emma xmlns:emma="http://www.w3.org/2003/04/emma" version="1.0">
            <emma:interpretation id="{7968121B-E66C-44F0-8F9A-EBDD7CC1C66C}" emma:medium="tactile" emma:mode="ink">
              <msink:context xmlns:msink="http://schemas.microsoft.com/ink/2010/main" type="line" rotatedBoundingBox="9433,10638 19576,10750 19564,11808 9422,11696"/>
            </emma:interpretation>
          </emma:emma>
        </inkml:annotationXML>
        <inkml:traceGroup>
          <inkml:annotationXML>
            <emma:emma xmlns:emma="http://www.w3.org/2003/04/emma" version="1.0">
              <emma:interpretation id="{4ECCA4BB-3D61-472E-9C2B-1697A80577F1}" emma:medium="tactile" emma:mode="ink">
                <msink:context xmlns:msink="http://schemas.microsoft.com/ink/2010/main" type="inkWord" rotatedBoundingBox="9414,11021 10808,10975 10824,11464 9431,11510"/>
              </emma:interpretation>
              <emma:one-of disjunction-type="recognition" id="oneOf0">
                <emma:interpretation id="interp0" emma:lang="en-IN" emma:confidence="0">
                  <emma:literal>me</emma:literal>
                </emma:interpretation>
                <emma:interpretation id="interp1" emma:lang="en-IN" emma:confidence="0">
                  <emma:literal>we</emma:literal>
                </emma:interpretation>
                <emma:interpretation id="interp2" emma:lang="en-IN" emma:confidence="0">
                  <emma:literal>men</emma:literal>
                </emma:interpretation>
                <emma:interpretation id="interp3" emma:lang="en-IN" emma:confidence="0">
                  <emma:literal>m,</emma:literal>
                </emma:interpretation>
                <emma:interpretation id="interp4" emma:lang="en-IN" emma:confidence="0">
                  <emma:literal>ms</emma:literal>
                </emma:interpretation>
              </emma:one-of>
            </emma:emma>
          </inkml:annotationXML>
          <inkml:trace contextRef="#ctx0" brushRef="#br0">-2681-1567 12,'0'0'38,"0"0"16,0 0-2,0 0 10,0 0-14,0 0-12,0-12 13,0 9 6,0 3 2,0-3-7,0 3-9,0-3 11,0 3-14,0 0-8,3 0-17,-3 0-13,7 0-9,0 6-6,4 9 14,3 2 1,-1 1-2,-3 3 2,0-3 0,0 0 0,-1-4 2,-2-1-2,-1-2 1,-6-7-2,3-1 1,-3-3-6,0 0-12,0 0 10,0 0 8,0 0 4,4 0 7,-3-10-1,2-4-10,0-4 0,1-3 0,1-3 0,4 3 0,-2 3 2,-1 6 1,1 3 7,-6 4 1,1 2-3,-1 3-8,2 0-1,3 0-9,4 3-3,6 12 11,0 2-1,1 1 3,1 3 0,0-3 0,0 0 2,-2-4-2,-5-1 0,-1-5 0,-3-2 0,-4-5-5,2 2-22,-5-3 5,3 0 17,0 0 5,4-10 0,1-5-6,4-5 6,-2-1 0,-2-1 0,2-3 2,0 4-2,-2 3 4,-1 5 1,-2 5 5,1 5-4,-6 0 5,3 3-11,0 0-6,7 0-10,0 14 16,4 7-3,4 0 2,-5 3 1,-2-3 1,3-3-1,-3 0 1,-1-4-1,-3-4 0,0-2 0,0-5-1,-2 1 1,1-4-4,-6 0-3,3 0 3,-3 0-1,3 0 5,-3 0 0,3-7 0,-3 2 3,0-1-2,0-1-1,0 4 5,0 0-3,0 1 11,4-1-4,2-3-8,8 5-1,11-5-9,17 2 4,13 0 4,11 1-5,10 3 6,-1-3 0,-1-1-6,-12 4-2,-7-4 5,-6 4 3,-4 0 0,-6-3-1,-10 2 1,0 1 2,-9 0-2,-1 0-1,-9 0 1,-4 0 0,-3 0 0,-1 0 0,-2 0 0,0 0 0,0 0-13,0 0-84,0 0-118</inkml:trace>
          <inkml:trace contextRef="#ctx0" brushRef="#br0" timeOffset="7240.3829">-2279-1892 86,'0'0'32,"0"0"-11,0 0 54,0 0-15,0 0-28,0 0-4,0 0 10,0 0 4,0 0-6,0 0-13,0 0-11,0 0 1,0 0-2,0 0-1,0 0 0,3 0 3,-3 0 5,0 0-2,0 0 7,0 0-5,4 0 0,2 0-4,1 0-10,5-6-4,1-1 2,1 2-2,3-1-2,0 3 2,0 2-4,0 1 4,-2 0-4,-2 0 2,0 0 1,3 1-3,-6 10 0,3-1 1,-2 4 0,0-1-3,-1 2-1,-3 2-6,-7-2-6,0-1-8,0-1 9,-4-1-2,-14 2 4,-4-4 6,-4 1-12,5-4 21,5-4 1,1 0 1,9-3 1,5 0 1,1 0 1,0 0 0,0 0-2,0 0-2,1 0-2,13 0 2,7 0 4,7 0 5,2 5-2,5 1-5,-8 4-2,2 5 2,-5-1-2,-7 0-2,-10-3 2,-1 3-2,-5-3-1,-1-1-2,0 1 2,-10-1 3,-11 1 0,-4-4 4,-6-1-4,3-3 7,0-1 2,1-2-1,3 0-2,3 0 0,-1 0-2,5 0-2,4-5-4,-1 2-8,6 0-13,1 3-8,4 0-56,1 0-37,2 0-86</inkml:trace>
        </inkml:traceGroup>
        <inkml:traceGroup>
          <inkml:annotationXML>
            <emma:emma xmlns:emma="http://www.w3.org/2003/04/emma" version="1.0">
              <emma:interpretation id="{45FFD7EB-AD3D-443E-B8FE-96FE0179A1F6}" emma:medium="tactile" emma:mode="ink">
                <msink:context xmlns:msink="http://schemas.microsoft.com/ink/2010/main" type="inkWord" rotatedBoundingBox="10585,11026 13199,10469 13445,11623 10830,12180"/>
              </emma:interpretation>
              <emma:one-of disjunction-type="recognition" id="oneOf1">
                <emma:interpretation id="interp5" emma:lang="en-IN" emma:confidence="0">
                  <emma:literal>fine'?</emma:literal>
                </emma:interpretation>
                <emma:interpretation id="interp6" emma:lang="en-IN" emma:confidence="0">
                  <emma:literal>fire'?</emma:literal>
                </emma:interpretation>
                <emma:interpretation id="interp7" emma:lang="en-IN" emma:confidence="0">
                  <emma:literal>free'?</emma:literal>
                </emma:interpretation>
                <emma:interpretation id="interp8" emma:lang="en-IN" emma:confidence="0">
                  <emma:literal>mine'?</emma:literal>
                </emma:interpretation>
                <emma:interpretation id="interp9" emma:lang="en-IN" emma:confidence="0">
                  <emma:literal>mime'?</emma:literal>
                </emma:interpretation>
              </emma:one-of>
            </emma:emma>
          </inkml:annotationXML>
          <inkml:trace contextRef="#ctx0" brushRef="#br0" timeOffset="8388.2682">-388-2139 216,'0'0'129,"0"0"-73,0 0 18,0 0-34,0 0-40,0 0-3,3 5-7,-3 19 10,-10 8 3,-10 4-1,-5-2 3,1 1-3,-1-6 2,5-4-3,1-5-2,7-8 2,8-6 0,1-2 0,3-4-1,0 3 1,0-3-1,0 0-3,0 3 3,10-3 0,15 0 0,4 2 2,7 1-2,2 0 0,4 1 0,-3 2 1,-6-1-1,0 1-3,-6 1-11,-5 0-16,-7-3 13,-5-1-12,-7-3 2,-3 3 0,0-3 22,0 0 5,0 0 0,0 0 2,-5-10 0,-3-7 3,-4 2 19,1-2 3,0-1 23,1 3 9,5 2-3,0 6 14,4 3-9,-1 4-18,2 0-41,0 0-2,0 0-17,0 18-7,0 9 23,8 9 1,0 7 1,3 3-1,2 2-22,-3-1-97,1-9-113</inkml:trace>
          <inkml:trace contextRef="#ctx0" brushRef="#br0" timeOffset="9678.2392">818-2205 161,'0'0'83,"0"0"-7,0 0 8,0 0-5,0 0-36,0 0-28,1-24-14,-1 24-1,0 10-13,0 15 13,0 3 3,2 4 25,-1 3-12,3-1 12,1-1-11,0-1 4,0-4-17,2 0-2,1-4-1,-4-3 0,2-3-1,-4-3-23,0-5-50,-2 1-33,0-8-55,0-3-117</inkml:trace>
          <inkml:trace contextRef="#ctx0" brushRef="#br0" timeOffset="10283.6696">863-2107 229,'0'0'82,"0"0"-24,0 0 35,0 0-7,0 0-19,34-81-45,-19 67 11,-2 7-9,1-4-19,7 2-3,-3 1 1,6 4-3,0 1-1,4 3 1,-5 0-3,-2 0 2,0 7-4,-8 10-1,-2 1 2,-3 3-7,-8 2-18,0 1 1,0-3 7,-22 3-21,-5-3 1,-5-3-2,-2-4-9,3-7 29,4 1 7,9-5 9,4-3 7,9 0 5,5 0-3,0 0 2,0 0-1,0 0 2,7 0 6,12 0-5,-2 0-6,8 0 1,-1 0-1,4 3 0,-5 4 0,2 7-1,-4 1 1,0 3 1,-8 3 4,-5 0-2,-3-1-3,-5-2 0,0-3 1,-3-2 1,-10-2 5,-5-4 2,1 1 17,-3-5 0,1 0-8,2-3 15,1 0-6,-3 0-25,3 0-2,-6 0-1,-2-6-79,-3-9-365</inkml:trace>
          <inkml:trace contextRef="#ctx0" brushRef="#br0" timeOffset="9191.8959">763-1433 269,'0'0'69,"0"0"66,0 0-34,0 0-30,0 0-21,0 0-27,3 0-23,-3 0 0,0 0-8,0 6-6,-10 12 10,-9 7 4,3 6 0,-2 1-3,8-1 3,6-2 0,4-8-2,0 0-3,1-9 5,17-2 0,-1-3 2,10-7-2,4 0-4,4 0 3,-4-7-4,1-7-7,-1-3 6,-12-1-1,-4 0 3,-7-3 2,-8-3 3,0 1-2,-9-4 0,-14 6-5,-9 0-21,-14 3-47,-4 4-90,-3 2-12</inkml:trace>
          <inkml:trace contextRef="#ctx0" brushRef="#br0" timeOffset="5861.4874">-1409-1419 56,'0'0'58,"0"0"-10,0 0-12,0 0-14,0 0-1,0 0-2,0 0 1,0 0-6,0 0 3,0 0-1,0 0-1,-4 0-5,4 0 8,0 0 2,-2 0-6,0 0 4,1 0 0,-1 0 1,2 0-4,0 0 4,0 0-1,0 0-9,0 0-2,0 0-7,14 0-8,19 0 2,16-3 6,15-2 7,8 2 0,8 0-7,3-1 1,-1 1 0,-4 0-1,-15 3 3,-12-2-3,-13 2 0,-15 0-1,-9 0 1,-6 0 3,-5 0-3,-3 0 0,0 0 0,0 0 4,0 0-2,0 0-2,0 0 1,0 0 2,0 0 2,0 0 20,0 0 2,0 0-8,0 0-7,0 0-6,0 0-6,4 0-8,3 0-7,3 8 15,4 7 0,3 1-4,-3 7 3,0-2 1,0 0 0,-4-1 3,-3-8-3,-1-2-5,-2-4-2,-3-3-5,1-1 4,-2-2 8,1 0 0,1 0 11,2-11 0,0-7-10,7-3-1,-4 0 5,0-3-3,3 1 2,-1 2 1,-1 3 3,0 2-1,-2 8 2,1 2 7,-3 2-14,3 4-2,2 0-9,6 0 7,2 7 0,0 10-5,4 5 4,-3 2 3,-2-3 2,-1 1-1,-4-4-1,-5-5-10,1-2 3,-4-7-9,0-4-4,0 0 11,-2 0 9,2 0 6,8-7-2,-4-11-4,4-3 0,-2-1 0,1 1 2,-1 0 1,0 3 3,-1 2-3,-1 4 10,-2 6 2,-1 2-5,-3 4-10,4 0-7,7 0-11,-2 11 15,8 6 2,3 4 1,-5 0 0,4 0 2,-1-3-2,-1-4 0,3-3 2,-7-1-1,3-3 1,-5-2-1,0-2-1,-6-3 0,1 0 1,0 0 0,-4 0-1,0 0 0,-2-5-1,2-4 1,-2 2 0,1-1 1,-1 2 1,7 2-2,2-4-2,10 2-11,12-2 4,9 2 0,18 2 9,7 1 0,10-2-4,4 2-1,-3-1-6,-7 1-2,-9-3 12,-9 4-6,-12-1 5,-8 0 2,-15 0 7,-6 3-7,-11 0-1,0 0-7,-6 0-73,-26-1-171</inkml:trace>
        </inkml:traceGroup>
        <inkml:traceGroup>
          <inkml:annotationXML>
            <emma:emma xmlns:emma="http://www.w3.org/2003/04/emma" version="1.0">
              <emma:interpretation id="{690CE406-EB42-4642-A018-F58A64A8A669}" emma:medium="tactile" emma:mode="ink">
                <msink:context xmlns:msink="http://schemas.microsoft.com/ink/2010/main" type="inkWord" rotatedBoundingBox="15087,10769 19575,10819 19566,11642 15078,11592"/>
              </emma:interpretation>
              <emma:one-of disjunction-type="recognition" id="oneOf2">
                <emma:interpretation id="interp10" emma:lang="en-IN" emma:confidence="0">
                  <emma:literal>Atom</emma:literal>
                </emma:interpretation>
                <emma:interpretation id="interp11" emma:lang="en-IN" emma:confidence="0">
                  <emma:literal>Atomiser</emma:literal>
                </emma:interpretation>
                <emma:interpretation id="interp12" emma:lang="en-IN" emma:confidence="0">
                  <emma:literal>Atomism</emma:literal>
                </emma:interpretation>
                <emma:interpretation id="interp13" emma:lang="en-IN" emma:confidence="0">
                  <emma:literal>Apothem</emma:literal>
                </emma:interpretation>
                <emma:interpretation id="interp14" emma:lang="en-IN" emma:confidence="0">
                  <emma:literal>Anonym</emma:literal>
                </emma:interpretation>
              </emma:one-of>
            </emma:emma>
          </inkml:annotationXML>
          <inkml:trace contextRef="#ctx0" brushRef="#br0" timeOffset="93201.4203">5412-1487 161,'0'0'7,"0"0"47,0 0 5,0 0-16,0 0-18,0 0 3,0 0-2,-1-3-19,1 3-7,3 0-15,20 0 15,16 0 14,18 0 10,12 0-8,7 0-6,3 0-9,-5 0-1,-16 0 1,-18 0-3,-14 0 2,-13 0-11,-10 0 11,-2 0 1,-1 0-1,0 0 1,0 0 1,0 0-2,0 0 6,0 0-4,0 0-1,0 0 1,0 0 7,0 0 11,0 0 4,0 0 5,0 0 2,0 0-8,0 0-6,0 0-5,5 0-12,-1 0-18,3 4 8,5 13 10,-1-2 0,3 2 0,-4-2 0,0-2 0,0 2 0,-2-4 1,-2-1-1,0 0 0,-3-6 0,0-4-1,0 3-7,-2-3-2,-1 0 10,3 0 0,3-6 15,0-9-6,4-3-4,0-3 1,0-3 4,0 0-8,0 1 6,-1-1 3,-2 6 3,-1 1-2,-1 10-1,-1-1 8,-3 8-6,1-3-13,-1 3-2,2 0-10,6 0-5,4 14 8,4 4 6,0 6 1,-1-2 0,-2 0 1,-3-1 2,-1 0-2,-1-5 1,-2-5 0,2 0 0,-8-7-6,2-1-8,-3-3-4,2 0-6,-2 0 18,0 0 6,4 0 8,2-11-1,1-10-6,-1 0 2,2 0-2,1-3 0,0-1-1,-1 4 6,-2 4 3,1 5 18,-2 1-10,-1 5-1,-3 6-6,1 0-8,1 0-2,4 0-12,5 11-5,5 10 14,2 3-1,0 5 2,-1-1 0,-1-1 2,-3-4 3,-3-2-3,-1-1 0,-4-9 0,-1-1 2,-1-6-2,-4-1 0,2-3 3,-2 0 1,0 0 9,1 0 1,3-7 0,2-10-14,6-4-5,2-8 3,-1 1-6,0-4-5,-1 1 6,-1 2-3,0 5 10,-3 3 2,-2 10 3,-2 4 5,-1 4-5,-1 3-5,3 0-12,2 0-6,4 13 6,2 8 6,-2 5-1,2-2 4,-4 1-1,0-3 4,1-6 0,-4-5-1,1-4-3,-1 1 0,-2-8 4,0 3 2,2-3 0,0 0 1,1 0 0,2-5-3,-3-5-1,-2-1-1,-3-2-2,-1-1-9,0 4-6,0-1 19,0 4 2,0 0 1,0 6 1,0-2 13,0 3-8,5 0-9,15-6 0,12 5-3,14-6 3,15 4 1,1 2 1,3-2-2,-4 0 0,-4 3 0,-5 0 1,-6 0-1,-9 0 0,-7 0 1,-9 0 0,-8 0 0,-7 0 10,-4 0 6,-2 0 6,0 0 6,0 0-14,0 0-12,0 0-3,0 0-41,-12-3-132,-14-5-299</inkml:trace>
          <inkml:trace contextRef="#ctx0" brushRef="#br0" timeOffset="110134.6055">3029-1684 219,'0'0'126,"0"0"-69,0 0 46,0 0-1,0 0-30,0 0-70,7-39-2,-7 51-23,0 16 23,-3 7 1,-8 3 7,-1-2-1,-2-5-6,4-2 2,4-11-2,2-8-1,1-3 1,3-3 0,0-4 0,0 0 10,0 0 3,3-18-6,8-7-8,6-6 0,4-2 0,-4-4 0,2-3 1,0-5-1,1 2 0,2 4 2,-4 1-2,2 9 5,-2 8 11,1 3-13,-6 8-1,-4 4 1,-2 6-3,0 0-1,3 16-9,6 13 5,0 6 4,1 1 1,2 3 3,-3-2-2,0-1 1,-5-4-2,-1-5 1,-3-4-1,-3-7-5,-4-1-30,0-4-34,0-1-28,-15-3-37,-8-3-74</inkml:trace>
          <inkml:trace contextRef="#ctx0" brushRef="#br0" timeOffset="110306.726">3132-1561 406,'0'0'56,"0"0"-45,0 0 55,0 0-13,95-10-17,-33-1-23,6 4-13,9-2-9,-2-2-87,-5-4-115</inkml:trace>
          <inkml:trace contextRef="#ctx0" brushRef="#br0" timeOffset="109557.194">3603-1448 247,'0'0'45,"0"0"21,0 0 18,0 0-1,0 0-4,0 0-28,14-24-28,-14 24-11,0 0-12,0 0-9,0 0-5,-3 17 3,-6 1 11,-1 3 1,5 0 0,4 0 0,1-3-1,0-4 1,0-4-1,10-5 3,8-2-3,2-3 4,6 0 4,-2-8-6,3-8-2,-7-2-2,-5 0-1,-4 1 0,-11 2 3,0-2-5,-15 2 3,-16 2-17,-16 5-32,-14 5-16,-8 3-54,-8 0-40</inkml:trace>
          <inkml:trace contextRef="#ctx0" brushRef="#br0" timeOffset="89768.8945">3687-1496 7,'0'0'167,"0"0"-149,0 0 58,0 0-5,0 0-29,0 0-13,0 0 0,0 0-2,-42 0 1,34 0 4,-1-1-12,3-2 8,1 3-7,2 0 0,-1 0 5,2 0-6,2 0-11,0 0-9,0 0-1,13 0-30,18 0 29,19 0 2,14-4 8,9 4-8,6-4-10,-4 1-9,-6 0 0,-17 3 8,-12-3 2,-19 2-6,-8 1 15,-7 0 1,-6 0 2,0 0-2,0 0 2,0 0 0,0 0-3,0 0-1,0 0-1,0 0-1,0 0 3,0 0 1,0 0 1,0 0 5,0-3 4,0-1 12,0 0-9,0 1-10,0 0 18,0 0 1,0 2 0,0 1-11,0 0-12,0 0-1,0 0-17,5 0-7,6 10 23,2 8 2,1 6 0,4-1-1,-4 1 1,-1 0 1,1-3-1,0-3 0,-6-4-3,1-4 3,-3-2-5,1-5-13,0-2-15,5-1 8,1 0 21,1-4 4,5-13-9,-4-1 6,0-6 3,-5 1 4,1-4-3,-5 2 0,1 0 11,-1 4-6,-1 3 20,-2 5-1,0 2 17,0 7-23,-3 4-7,1 0-12,1 0 0,7 0-19,-1 7-6,5 11 24,0 3 1,1 7-1,0-3 1,-1 2 1,0-4-1,-1 1 1,-1-9 1,1 2-2,-2-10-5,-2 0-14,0 0-6,-4-7-3,3 0-4,2 0 32,1-3 5,-3-11-5,4-4 0,-7-3 0,2 0 1,-1-5-1,0 2 0,2-1 2,0 1 0,2 6 0,0 1 26,-4 6-11,1 7 3,-3 1-7,0 3-13,1 0-4,3 0-4,3 10-1,4 11 5,-1 4 1,0 0 1,3-1 2,-6 2 0,0-2 0,0-6 0,-3 0 0,4-5 1,-6-2 0,0-4 0,0 0-1,-2-4-7,0-3-8,3 0 7,0 0-2,4 0 8,4-14-9,-1-3-21,-1 2-11,-2-3 2,-1 2 21,-3 1 19,-2-2 2,-1 5 0,-2 2 6,-1 0 14,2 6 12,-2 1 5,1 3-12,2 0-25,0 0-1,7 0-23,10 0 23,13 0 1,14 0 2,8 0-1,7 0 6,0 0-4,-4 0 1,-6 0 4,-8 0 2,-7-3 7,-9-1-13,-9 0 4,-9 4-2,-9-3-7,-1 3 0,0 0-19,-11 0-86,-20 0-92</inkml:trace>
          <inkml:trace contextRef="#ctx0" brushRef="#br0" timeOffset="90721.1492">4569-2137 332,'0'0'50,"0"0"-15,0 0 40,0 0-42,0 0-33,0 0-13,0 10-3,0 11 16,-10 7 3,-4 0 0,0-2 0,-3 4-2,1-5-1,-3 3 2,2-7-1,7-6-1,-1-8 0,8-4-3,3 0-3,0-3-1,0 0 0,0 0 6,3 0-1,15 0 2,6 0 3,7 0-2,4 0-1,-4 0-2,3 11 2,-2-1-6,-4 5-8,-3-1-9,-6 0-13,-5-7 5,-4 0 3,-1-3 7,-2 0-1,-2-4 13,0 0 9,-2 0 0,-1 0 3,-2-8 1,0-2 12,0-4 5,0-1 11,-5-1 14,-3 1-17,-1 0 23,5 1-6,-2 8 4,4 2 15,2 4-23,0 0-41,0 0-1,0 7-29,0 17 14,0 12 15,0 6 0,8 11 1,2 0-1,0 0-110,0-8-140</inkml:trace>
        </inkml:traceGroup>
      </inkml:traceGroup>
    </inkml:traceGroup>
  </inkml:traceGroup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1-02-09T06:53:34.693"/>
    </inkml:context>
    <inkml:brush xml:id="br0">
      <inkml:brushProperty name="width" value="0.04667" units="cm"/>
      <inkml:brushProperty name="height" value="0.04667" units="cm"/>
      <inkml:brushProperty name="fitToCurve" value="1"/>
    </inkml:brush>
  </inkml:definitions>
  <inkml:traceGroup>
    <inkml:annotationXML>
      <emma:emma xmlns:emma="http://www.w3.org/2003/04/emma" version="1.0">
        <emma:interpretation id="{3FE0376E-BEAE-4769-AD42-E1C288B014FE}" emma:medium="tactile" emma:mode="ink">
          <msink:context xmlns:msink="http://schemas.microsoft.com/ink/2010/main" type="writingRegion" rotatedBoundingBox="17035,11496 23946,10341 24218,11968 17307,13124"/>
        </emma:interpretation>
      </emma:emma>
    </inkml:annotationXML>
    <inkml:traceGroup>
      <inkml:annotationXML>
        <emma:emma xmlns:emma="http://www.w3.org/2003/04/emma" version="1.0">
          <emma:interpretation id="{201C5BFB-E713-4C0A-AF62-2FA83BE28713}" emma:medium="tactile" emma:mode="ink">
            <msink:context xmlns:msink="http://schemas.microsoft.com/ink/2010/main" type="paragraph" rotatedBoundingBox="18146,11310 23946,10341 24140,11497 18339,12467" alignmentLevel="2"/>
          </emma:interpretation>
        </emma:emma>
      </inkml:annotationXML>
      <inkml:traceGroup>
        <inkml:annotationXML>
          <emma:emma xmlns:emma="http://www.w3.org/2003/04/emma" version="1.0">
            <emma:interpretation id="{4A454479-B2CD-4BD3-9BCE-DF0049321360}" emma:medium="tactile" emma:mode="ink">
              <msink:context xmlns:msink="http://schemas.microsoft.com/ink/2010/main" type="line" rotatedBoundingBox="18146,11310 23946,10341 24140,11497 18339,12467"/>
            </emma:interpretation>
          </emma:emma>
        </inkml:annotationXML>
        <inkml:traceGroup>
          <inkml:annotationXML>
            <emma:emma xmlns:emma="http://www.w3.org/2003/04/emma" version="1.0">
              <emma:interpretation id="{2C9D88DE-EA7B-4335-841B-B24093DB25A1}" emma:medium="tactile" emma:mode="ink">
                <msink:context xmlns:msink="http://schemas.microsoft.com/ink/2010/main" type="inkWord" rotatedBoundingBox="18267,11777 19646,11741 19656,12131 18277,12167">
                  <msink:destinationLink direction="with" ref="{737DADF4-BB85-4146-A789-BABD40C78797}"/>
                </msink:context>
              </emma:interpretation>
              <emma:one-of disjunction-type="recognition" id="oneOf0">
                <emma:interpretation id="interp0" emma:lang="en-IN" emma:confidence="0">
                  <emma:literal>2.619</emma:literal>
                </emma:interpretation>
                <emma:interpretation id="interp1" emma:lang="en-IN" emma:confidence="0">
                  <emma:literal>2619</emma:literal>
                </emma:interpretation>
                <emma:interpretation id="interp2" emma:lang="en-IN" emma:confidence="0">
                  <emma:literal>299</emma:literal>
                </emma:interpretation>
                <emma:interpretation id="interp3" emma:lang="en-IN" emma:confidence="0">
                  <emma:literal>269</emma:literal>
                </emma:interpretation>
                <emma:interpretation id="interp4" emma:lang="en-IN" emma:confidence="0">
                  <emma:literal>2.69</emma:literal>
                </emma:interpretation>
              </emma:one-of>
            </emma:emma>
          </inkml:annotationXML>
          <inkml:trace contextRef="#ctx0" brushRef="#br0">6163-1046 337,'0'0'48,"0"0"-30,0 0 72,0 0-45,0 0-31,0 0 3,104-74-9,-76 71-6,0 2-2,-5 1 0,-5 0-2,-3 0-1,-3 12-6,-5 5 2,-4 4-6,-3 4-8,0-1 4,-10 5 11,-14-2-1,-6-2 0,-6 0-5,-2-3 12,4-1 0,7-4 1,9-7-1,6-5 2,9-2 0,3-3-2,0 3-4,1-3-3,21 0 7,12 0 24,9 0 1,8 0-21,-2 0-4,0-8-2,-4 2-17,-5-1-53,-5 1-93</inkml:trace>
          <inkml:trace contextRef="#ctx0" brushRef="#br0" timeOffset="347.6007">6683-968 391,'0'0'10,"0"0"89,0 0 10,0 0-25,0 0-58,0 0-26,4-15-9,-4 15-11,0 8 2,0 5 18,-1-2 0,-5 0 2,5-4 2,-1-4-4,2-3 2,0 0 2,0 0 5,0 0 10,0 0 17,0-3 18,0-11-35,0 3-7,0-3 1,2 3-13,-1 1 0,-1 2-4,3 5-9,-3 3-29,3 0-41,1 0-93,5 0-56,2 8-25</inkml:trace>
          <inkml:trace contextRef="#ctx0" brushRef="#br0" timeOffset="802.4023">7026-1169 463,'0'0'10,"0"0"80,0 0 31,0 0-74,0 0-47,0 0 0,-10 4-12,-11 13 12,-4 8-1,-2 10 0,3 0 1,3 4 1,4-3-1,6-6-1,6-1 1,3-8-1,2 0-4,0-6 3,0-2 2,4-5 2,3-2-2,6-2 3,0-4-1,2 0 0,0 0 4,0 0 0,-4-3-6,-3-4 2,-5-1 2,-3-2-4,0-1-2,0 1-7,-6-4 7,-10 7-9,1-1 7,-2 2-2,2 2-16,1 4-22,3 0-3,1 0-49,2 0-21,4 0-31,4 0-80</inkml:trace>
          <inkml:trace contextRef="#ctx0" brushRef="#br0" timeOffset="1209.782">7133-1154 324,'0'0'38,"0"0"40,0 0 67,0 0-34,0 0-75,0 0-28,6-8-8,-6 26-18,4 9 18,-3 9 11,2 2-3,0-2-7,1-1 4,0-3-5,0-7 0,2-1-31,0-6-36,4-7-41,7-4-36,6-4-29</inkml:trace>
          <inkml:trace contextRef="#ctx0" brushRef="#br0" timeOffset="1643.7387">7499-1032 167,'0'0'207,"0"0"-172,0 0 74,0 0-31,0 0-58,0 0-20,-54-67-7,29 71 2,-2 14 2,3 3 1,5 3 0,3-3-3,7 1 2,4-5-1,3-2 2,2-2-1,0-5-7,0-2-13,7-5 1,9-1 11,8 0-2,3-4-6,1-11-24,-1-2 23,-4 3 15,-4-3 5,-3-1 10,-3 4 35,-4-1 17,-2 9 2,-4 3 6,-3 3-6,0 0-44,0 0-20,1 9-12,2 12-13,0 8 25,-2 6 0,-1-6 6,0 6 1,0-3-7,0-4-6,0 0-97,3-14-132</inkml:trace>
        </inkml:traceGroup>
        <inkml:traceGroup>
          <inkml:annotationXML>
            <emma:emma xmlns:emma="http://www.w3.org/2003/04/emma" version="1.0">
              <emma:interpretation id="{2388654D-3681-4737-B47A-24BA7B28B85B}" emma:medium="tactile" emma:mode="ink">
                <msink:context xmlns:msink="http://schemas.microsoft.com/ink/2010/main" type="inkWord" rotatedBoundingBox="19582,10865 21361,11353 21133,12181 19355,11693">
                  <msink:destinationLink direction="with" ref="{737DADF4-BB85-4146-A789-BABD40C78797}"/>
                </msink:context>
              </emma:interpretation>
              <emma:one-of disjunction-type="recognition" id="oneOf1">
                <emma:interpretation id="interp5" emma:lang="en-IN" emma:confidence="0">
                  <emma:literal>for</emma:literal>
                </emma:interpretation>
                <emma:interpretation id="interp6" emma:lang="en-IN" emma:confidence="0">
                  <emma:literal>for,</emma:literal>
                </emma:interpretation>
                <emma:interpretation id="interp7" emma:lang="en-IN" emma:confidence="0">
                  <emma:literal>for.</emma:literal>
                </emma:interpretation>
                <emma:interpretation id="interp8" emma:lang="en-IN" emma:confidence="0">
                  <emma:literal>fon,</emma:literal>
                </emma:interpretation>
                <emma:interpretation id="interp9" emma:lang="en-IN" emma:confidence="0">
                  <emma:literal>fm,</emma:literal>
                </emma:interpretation>
              </emma:one-of>
            </emma:emma>
          </inkml:annotationXML>
          <inkml:trace contextRef="#ctx0" brushRef="#br0" timeOffset="3813.4523">7327-1508 91,'0'0'29,"0"0"51,0 0-10,0 0-35,0 0-2,0 0 14,0 0-3,0-9-3,0 9-5,0 0-3,0 0-6,0 0-1,1 0-7,2 0-12,7 0-4,11 0-3,15 0 4,18 0 2,12 0-1,3 0-2,4 0-3,-4-1 2,-7-2-1,-8 3-1,-9-4 0,-12 4-1,-8 0-1,-11 0 4,-5 0-2,-5-3 0,-2 3 0,-2 0 1,0 0 6,0 0-1,0 0 6,0 0 0,0 0-5,4 0-7,2 0-2,4 3-10,7 11 3,2 4 6,-1 0-1,-1 3 3,-4 0 1,0-4 0,-3 1 0,0-8 1,-1 1-1,-5-7 0,0-1-1,-2-3-11,-1 0 3,-1 0 9,0 0 7,3-4 10,3-10-8,-1-7-7,0-3 8,0-1-3,-1-3 22,0 0-14,2-1-5,-2 5-8,2 6 24,-3 8-11,0 5 2,-1 2-8,-1 3-9,2 0-4,0 0-12,5 11-10,2 7 18,3 6 3,1-3 2,-3 1 3,1-2 0,-2-5 1,-2-1-1,0-7-2,-4-1-11,-2-4-4,-1-2-3,2 0 12,-2 0 8,4-5 15,0-11-7,4-2-2,-2-7-6,2 3 4,0-2-2,-1 0 5,0 6 0,-1 4-6,-3 7 3,0 4-4,-4 3 0,2 0-3,2 0-12,4 6-9,5 12 13,2 9 7,1 2-1,0-1 3,-1-3 1,-2 3 1,-3-7 1,0-3 0,-3-8-1,-2-2-2,-4-8-11,2 0-1,-3 0 14,4 0 6,6-8-6,4-10-10,1 0-7,-2-3 12,1 0-29,-1 1 4,-2 6 23,-2 3 7,-2 4 3,-4 0 14,-3 4 16,1 3-14,-1 0 1,0 0-9,3 0-11,6 0-12,11 0-3,15 0 15,13 0 1,12 0 3,7 0-4,1 0 1,-4 0 2,-7 0-3,-9-1 1,-4-5 3,-9 1 20,-7 2 3,-7 0 8,-11 2-19,-6-2-6,-1 3-10,-3 0-2,0 0-32,0 4-99,-24 10-65,-10 1 5</inkml:trace>
          <inkml:trace contextRef="#ctx0" brushRef="#br0" timeOffset="4668.7699">8541-1138 366,'0'0'36,"0"0"35,0 0 39,0 0-36,0 0-25,0 0-24,32-55 0,-15 47-14,2 2-2,6 2-5,-2 0-3,1 4 1,2 0-2,-3 0-3,-2 0 0,-4 14-10,-5 0-2,-3 7-18,-8 1-16,-1 2 4,-4 1 4,-21 0 4,-7-4-20,-1-4-21,1-5 44,8-6 25,7-3 9,9-2 2,6 2 0,2-3 3,0 0 4,3 0 3,13 0-5,3-4-6,5 4-1,0 0 3,0 0 3,4 0 4,-5 0 3,0 12-9,-4 1-4,-4 1 0,-7 0 0,-3-3 0,-5 3 1,0-3 1,0 2 7,-9-2 4,-14-4 5,-6 1 28,-6-5-22,2 0 4,-2-2-10,0-1 13,2 0-27,2 0-4,1 0-11,5-4-90,2-17-171</inkml:trace>
        </inkml:traceGroup>
        <inkml:traceGroup>
          <inkml:annotationXML>
            <emma:emma xmlns:emma="http://www.w3.org/2003/04/emma" version="1.0">
              <emma:interpretation id="{1209E655-CD2C-4CAE-B986-9BC1262CE996}" emma:medium="tactile" emma:mode="ink">
                <msink:context xmlns:msink="http://schemas.microsoft.com/ink/2010/main" type="inkWord" rotatedBoundingBox="21107,10715 24009,10494 24079,11410 21177,11631">
                  <msink:destinationLink direction="with" ref="{737DADF4-BB85-4146-A789-BABD40C78797}"/>
                </msink:context>
              </emma:interpretation>
              <emma:one-of disjunction-type="recognition" id="oneOf2">
                <emma:interpretation id="interp10" emma:lang="en-IN" emma:confidence="0">
                  <emma:literal>winos</emma:literal>
                </emma:interpretation>
                <emma:interpretation id="interp11" emma:lang="en-IN" emma:confidence="0">
                  <emma:literal>mirrors</emma:literal>
                </emma:interpretation>
                <emma:interpretation id="interp12" emma:lang="en-IN" emma:confidence="0">
                  <emma:literal>minors</emma:literal>
                </emma:interpretation>
                <emma:interpretation id="interp13" emma:lang="en-IN" emma:confidence="0">
                  <emma:literal>tarots</emma:literal>
                </emma:interpretation>
                <emma:interpretation id="interp14" emma:lang="en-IN" emma:confidence="0">
                  <emma:literal>rimo3</emma:literal>
                </emma:interpretation>
              </emma:one-of>
            </emma:emma>
          </inkml:annotationXML>
          <inkml:trace contextRef="#ctx0" brushRef="#br0" timeOffset="17932.3754">11625-2095 229,'0'0'220,"0"0"-173,0 0 53,0 0 8,0 0-45,0 0-35,12-39-28,-12 39 0,0 7-12,0 17 4,0 8 8,0 7 1,0-1 7,0 1 1,0 0-6,0-1-1,0-2 2,0-8-2,0-3 0,0-4-2,0-6-1,0-2-19,0-2-33,0-5-54,0-2-30,-9-4-50,-3 0-40</inkml:trace>
          <inkml:trace contextRef="#ctx0" brushRef="#br0" timeOffset="18560.8795">11584-2008 328,'0'0'17,"0"0"94,0 0-6,0 0-18,0 0-42,0 0-42,96-73 20,-70 68-18,1-1-3,2 6-4,0 0 2,-3 0-3,-1 0 0,1 6-1,-4 6 0,-5 5 3,-3-2-6,-2 1 0,-10 5-14,-2-3-3,-2 3-5,-20-3-6,-5 0 4,-5-4 11,-1-3-3,3-1-1,3-4 10,9-4 14,6-2 0,9 0 0,3 0 5,0 0 1,0 0 7,0 0 1,0 0 3,10 0-8,6 0-9,3 0 0,3 0 1,-1 9 0,3 0-1,1 4 0,-3 4 0,0 1 0,-5 3 0,-2-3-1,-8 0 0,-4 2-1,-3-5 0,0-2 2,-16-2 0,-7-4 2,-11-4 1,-4-1 3,3-2-4,3 0 2,3 0 13,6 0 16,4-8 2,3 4-20,4-2 8,2 1 10,7 2 2,-2 3-15,5-3-17,-3 3-3,-1 0-33,-1 0-251</inkml:trace>
          <inkml:trace contextRef="#ctx0" brushRef="#br0" timeOffset="12794.8473">9056-1486 48,'0'0'47,"0"0"-18,0 0 1,0 0-16,0 0-2,0 0 15,0 0-9,10-18 24,-8 14-3,-2 1-20,1 0 0,2 0-1,-2 2-2,3-6-3,-4 4 10,0 2-8,0 1-1,0-3 13,0 3 11,0 0-11,0 0-15,0 0 3,0 0 5,0 0 8,0 0 1,0 0 4,0 0-6,0 0-16,3 0-7,7 0-4,8-3 0,14-1 0,20 0-2,16 1 1,16-1 1,10 4 1,3-3-1,2 3 0,-4-3-1,-8 3 0,-12 0 0,-17 0 1,-20 0-3,-12 0-6,-15 0 2,-6 0 3,-5 0 2,0 0-2,0 0 3,0 0 1,0 0-5,0 0 5,0 0 0,0 0 1,0 0 1,0 0 3,0 0 2,0 0 4,0 0 6,0 0-1,0 0-1,0 0 0,0 0-5,0 0-3,0 0-2,0 0-5,0 0-5,1 3-4,5 4-6,1 4 12,2 3 2,1-1 1,-1 2 1,-1-1-1,1-4 0,-3 1 0,-1-4 1,-2-1-2,0-1 1,-1-5 0,-1 0-3,2 0 0,-3 0 3,3 0 7,3-3 6,3-9-4,2-8-9,3-1 4,0-1-4,0-6 0,2 6 0,-4 1 3,-1 4-2,-2 7 2,-5 7 5,0 1-6,-2 2 2,-1 0-4,4 0-8,5 5-9,4 13 17,2 1-3,0 4-1,-1-2 3,-2 0 1,-3-4 1,-2-2-1,-2-5 0,0-4-8,-3-4-5,-1 1-6,-2-3 8,2 0 11,0 0 4,4-3 10,2-12-9,4-3-5,4-3 0,-5 0 0,2-4 1,0 7 2,-2-3-3,-3 11 0,-1 2 5,-4 5 5,-1 3-10,-1 0-2,8 0-11,2 11 4,7 7 7,2 3-1,2 3 2,-5 1 1,3 0 1,-2-1-1,-2-3 0,-1-6-1,-3-5 1,-3-2-1,-3-5-1,-5 0-4,3-3 2,1 0 4,2 0-2,0-14-1,2-4-6,-5 2-7,-1-6-9,-1 4 12,1 1 8,2-1 2,1 4 0,8 3 2,7-2 0,10 2 0,13 4 1,9-4 3,9 4 4,5 1-4,-12 1 6,-13 2 6,-10 0-14,-10 3 1,1-4 17,-3 1-2,-5 3 8,-7 0 0,-5-4-10,-1 4-8,-2 0-6,0 0-1,0 0-1,0 0-7,3 0-29,-2 4-95,-1 2-109</inkml:trace>
          <inkml:trace contextRef="#ctx0" brushRef="#br0" timeOffset="14055.6791">10101-2292 391,'0'0'26,"0"0"17,0 0 45,0 0-70,0 0-18,0 0-17,0 0 16,-36 80 1,13-47 0,0 1 1,1-5 2,2-2-3,3-6 0,2-6 0,5-1 2,5-11-2,1 0 0,4-3 6,0 0 3,0 0 1,0 0 0,0 0 1,0 0-7,4 0 3,9 0-4,6 0-3,6 0 0,4 0-3,1 4 2,-1 4-1,1-2-10,-2 4-16,-4-5 11,-2 1-8,-3-2 4,-6-1-9,-3 1 4,-3-4 3,-2 0 13,-2 0 10,-1 0 1,-2-11-1,0 0 2,0-2 1,0 2 9,-2-2 7,-3 2 15,1 4 4,0-1-4,-1 2-6,4 5 24,1-2 3,0 3-25,0 0-16,0 0-14,0 0-13,0 18-8,0 10 20,0 11 1,1 6 4,4 5 1,-1 3-5,-4 0-33,0-8-115,0-9-88</inkml:trace>
          <inkml:trace contextRef="#ctx0" brushRef="#br0" timeOffset="17532.6843">11234-1582 138,'0'0'21,"0"0"64,0 0-2,0 0-13,0 0-17,0 0-7,33-37-7,-28 32-22,0-1 16,-3 5 6,1-2 9,-3 3-4,0 0-20,0 0-23,0 0-1,-5 0-11,-12 3 7,-5 9-1,1 4 5,2-1 0,4 2 1,5-2-1,5-5-3,3 4 3,2-7-2,0 1-1,0 1-3,16-5-2,4 0 2,6-4-2,2 0-23,-2 0 6,-1 0 16,-5-8 9,-6-2 2,-8-4 11,-6 0 22,0-1-20,0-3-15,-12 2-1,-6-2-10,-5 4 4,-2 7-63,2 0-65,2 3-76</inkml:trace>
        </inkml:traceGroup>
      </inkml:traceGroup>
    </inkml:traceGroup>
    <inkml:traceGroup>
      <inkml:annotationXML>
        <emma:emma xmlns:emma="http://www.w3.org/2003/04/emma" version="1.0">
          <emma:interpretation id="{64F1F5CF-EF61-4B4B-86BC-765CDB4B3AD3}" emma:medium="tactile" emma:mode="ink">
            <msink:context xmlns:msink="http://schemas.microsoft.com/ink/2010/main" type="paragraph" rotatedBoundingBox="17395,11496 20280,11987 20068,13231 17183,12740" alignmentLevel="1"/>
          </emma:interpretation>
        </emma:emma>
      </inkml:annotationXML>
      <inkml:traceGroup>
        <inkml:annotationXML>
          <emma:emma xmlns:emma="http://www.w3.org/2003/04/emma" version="1.0">
            <emma:interpretation id="{BA43A1F3-53B9-4231-8B47-DEA83674E8D8}" emma:medium="tactile" emma:mode="ink">
              <msink:context xmlns:msink="http://schemas.microsoft.com/ink/2010/main" type="line" rotatedBoundingBox="17395,11496 20280,11987 20068,13231 17183,12740">
                <msink:destinationLink direction="with" ref="{ACD946C3-8F15-40B0-911F-EF95E8B027FC}"/>
              </msink:context>
            </emma:interpretation>
          </emma:emma>
        </inkml:annotationXML>
        <inkml:traceGroup>
          <inkml:annotationXML>
            <emma:emma xmlns:emma="http://www.w3.org/2003/04/emma" version="1.0">
              <emma:interpretation id="{EEF65450-970B-419A-AAC6-DA4C2F669E63}" emma:medium="tactile" emma:mode="ink">
                <msink:context xmlns:msink="http://schemas.microsoft.com/ink/2010/main" type="inkWord" rotatedBoundingBox="17395,11496 20280,11987 20068,13231 17183,12740">
                  <msink:destinationLink direction="with" ref="{737DADF4-BB85-4146-A789-BABD40C78797}"/>
                </msink:context>
              </emma:interpretation>
              <emma:one-of disjunction-type="recognition" id="oneOf3">
                <emma:interpretation id="interp15" emma:lang="en-IN" emma:confidence="0">
                  <emma:literal>Lim</emma:literal>
                </emma:interpretation>
                <emma:interpretation id="interp16" emma:lang="en-IN" emma:confidence="0">
                  <emma:literal>Lum</emma:literal>
                </emma:interpretation>
                <emma:interpretation id="interp17" emma:lang="en-IN" emma:confidence="0">
                  <emma:literal>Lam</emma:literal>
                </emma:interpretation>
                <emma:interpretation id="interp18" emma:lang="en-IN" emma:confidence="0">
                  <emma:literal>Lars</emma:literal>
                </emma:interpretation>
                <emma:interpretation id="interp19" emma:lang="en-IN" emma:confidence="0">
                  <emma:literal>Lams</emma:literal>
                </emma:interpretation>
              </emma:one-of>
            </emma:emma>
          </inkml:annotationXML>
          <inkml:trace contextRef="#ctx0" brushRef="#br0" timeOffset="7383.0537">5287-1419 281,'0'0'7,"0"0"36,0 0 16,0 0-8,0 0-12,0 0-28,0 0-11,5-8-4,-2 13 4,4 16 1,-4 10 14,-1 9 8,-2 8 2,0 5-6,-2 4-15,-6-2 5,-1-2 3,1-3-4,1-4 6,-1-4 8,-2 4-2,-2-4 10,0 0-15,1-3-9,1 3 3,0 0-3,5 1-5,0-4 2,2 3-2,-3-6-1,4-1 2,1-1-1,-2-2-1,-3 0 1,3-1 1,-1-1-2,-2-3 0,2-1 1,-2-2-1,3-7-1,3 1 1,-1-8-2,1 1 5,-3-7-3,3 2 1,0-6-1,0 3 0,0-3 0,0 0 1,0 0 2,0 0 1,0 0-1,-1 0 1,1 0-1,0 0 1,0 0-3,0 0 0,0 0-1,0 0 0,0 0-6,0 0-2,5 0 1,17 0-3,10 0 6,16-6 2,14 3-4,15-1 3,6-4-1,11 5 3,-4-3-1,-3 5-3,-8-2-20,-15 3-13,-10 0 20,-12 0 6,-9-4 0,-8 1 8,-8 2 2,-6 1-4,-6-3 6,1 3 2,-6 0-2,0 0 0,3 0 0,5-3 0,7 0-6,6 2-15,4-3 0,1 1 6,-3 0 3,-4 2 11,-6-2 0,-6 3 2,-2 0 4,-4-3-2,1 3 4,-2 0 10,2 0 4,0-3-12,-1 2-4,4-3 5,-1 1 11,0-1 9,-1 1 13,-3 0-18,0 0-16,0 3 10,0-2-1,0 2-9,0 0-2,0 0-2,0-3-2,0 3 3,0 0-4,0 0 4,0 0-5,0 0-1,0 0-5,0 0-6,4 8-6,1 13 6,2 3 11,3 5 2,-1 2-2,-2-2 1,3 2-1,-2-6 1,-1-4-1,-1-8 0,1-2-2,-3-7-11,2-4-2,1 0 6,9-3 9,4-12 2,5-12-2,-2-5-2,-1-1 2,-3-6 2,-1-3-1,-3 1 5,1 2-1,-2 8 16,-1 5-10,-2 8 0,-4 9 3,-1 8-6,-2 1-6,2 0-2,8 0-12,1 18 3,3 6-2,4 4 7,-7 4 4,0 0 0,-2-4 0,-2-4-4,-3-6-3,-2-3 2,-3-4-2,1-5-6,-1-6 0,-1 0-3,-1 0 16,8-3 7,0-15-7,1-3 2,1-7-2,-1 0 5,0-1-5,1 2 5,-1 5 0,0 1-3,-3 10 2,0 4 1,-4 4-2,3 3-3,3 0-8,1 10-3,3 11 1,1 8 3,1-1 6,-2 4 1,0-4 0,-2 0 0,3-6-1,-3-2 0,-1-10-13,-3-2-3,-1-5-1,-1-3-10,-2 0 6,4 0 8,1-6 13,1-9-25,-2-6 1,2 0 12,-2 0 8,-1-1-3,1 5 8,-2 3 8,-1 6 6,-1 5 2,1 0 5,5 3-4,8 0-8,12 0-8,16 0-1,14 0 0,17 0 0,12 0 1,3 0-2,3 0 0,-4 0-12,-5 0 10,-5 0-1,-12 0 4,-10 0 0,-16-3 2,-15 2 1,-14 1-1,-11 0-2,-2 0-6,-5 0-34,-28 0-34,-16 12-39,-15-2-229</inkml:trace>
        </inkml:traceGroup>
      </inkml:traceGroup>
    </inkml:traceGroup>
  </inkml:traceGroup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1-02-09T06:53:42.684"/>
    </inkml:context>
    <inkml:brush xml:id="br0">
      <inkml:brushProperty name="width" value="0.04667" units="cm"/>
      <inkml:brushProperty name="height" value="0.04667" units="cm"/>
      <inkml:brushProperty name="fitToCurve" value="1"/>
    </inkml:brush>
  </inkml:definitions>
  <inkml:traceGroup>
    <inkml:annotationXML>
      <emma:emma xmlns:emma="http://www.w3.org/2003/04/emma" version="1.0">
        <emma:interpretation id="{BA428801-8E7A-4010-834F-A61952A1F3A0}" emma:medium="tactile" emma:mode="ink">
          <msink:context xmlns:msink="http://schemas.microsoft.com/ink/2010/main" type="writingRegion" rotatedBoundingBox="9404,12725 21508,12909 21493,13917 9388,13733"/>
        </emma:interpretation>
      </emma:emma>
    </inkml:annotationXML>
    <inkml:traceGroup>
      <inkml:annotationXML>
        <emma:emma xmlns:emma="http://www.w3.org/2003/04/emma" version="1.0">
          <emma:interpretation id="{08FC94B0-E906-49EA-BDD7-D79DBC0A3561}" emma:medium="tactile" emma:mode="ink">
            <msink:context xmlns:msink="http://schemas.microsoft.com/ink/2010/main" type="paragraph" rotatedBoundingBox="18870,12981 20299,12775 20346,13100 18917,13306" alignmentLevel="2"/>
          </emma:interpretation>
        </emma:emma>
      </inkml:annotationXML>
      <inkml:traceGroup>
        <inkml:annotationXML>
          <emma:emma xmlns:emma="http://www.w3.org/2003/04/emma" version="1.0">
            <emma:interpretation id="{5A6D5724-189C-43CC-ADE3-283227733953}" emma:medium="tactile" emma:mode="ink">
              <msink:context xmlns:msink="http://schemas.microsoft.com/ink/2010/main" type="line" rotatedBoundingBox="18870,12981 20299,12775 20346,13100 18917,13306"/>
            </emma:interpretation>
          </emma:emma>
        </inkml:annotationXML>
        <inkml:traceGroup>
          <inkml:annotationXML>
            <emma:emma xmlns:emma="http://www.w3.org/2003/04/emma" version="1.0">
              <emma:interpretation id="{3336005F-66CE-4E51-AC66-D34F0F46B4AF}" emma:medium="tactile" emma:mode="ink">
                <msink:context xmlns:msink="http://schemas.microsoft.com/ink/2010/main" type="inkWord" rotatedBoundingBox="18870,12981 20299,12775 20346,13100 18917,13306"/>
              </emma:interpretation>
              <emma:one-of disjunction-type="recognition" id="oneOf0">
                <emma:interpretation id="interp0" emma:lang="en-IN" emma:confidence="0">
                  <emma:literal>sin</emma:literal>
                </emma:interpretation>
                <emma:interpretation id="interp1" emma:lang="en-IN" emma:confidence="0">
                  <emma:literal>5.n</emma:literal>
                </emma:interpretation>
                <emma:interpretation id="interp2" emma:lang="en-IN" emma:confidence="0">
                  <emma:literal>son</emma:literal>
                </emma:interpretation>
                <emma:interpretation id="interp3" emma:lang="en-IN" emma:confidence="0">
                  <emma:literal>5_n</emma:literal>
                </emma:interpretation>
                <emma:interpretation id="interp4" emma:lang="en-IN" emma:confidence="0">
                  <emma:literal>5n</emma:literal>
                </emma:interpretation>
              </emma:one-of>
            </emma:emma>
          </inkml:annotationXML>
          <inkml:trace contextRef="#ctx0" brushRef="#br0">6791 142 249,'0'0'95,"0"0"-16,0 0 71,0 0-12,0 0-80,0 0-44,42-53-14,-42 53-2,0 0-14,0 11-1,0 7 6,-8 9 11,1-2 4,1-4-3,3-4-1,3-6 0,0-7-2,0-1 0,6 0-3,7-3 3,5 0 2,3 0 1,3 0 0,4 0 3,-1 0-3,2 0-1,5 0 0,-4 1 0,-1 9 0,-5-3-5,-7 1-4,-3 2 0,-8 1-10,-6-1 3,0 1-2,0-1 0,-12 1 18,-11-1 0,-6 1 5,-3-4-4,-4 1 0,3-2-1,-1-3-3,2-3-23,5 0 8,4 0-21,1-14-51,8-4-74,1-9-65</inkml:trace>
          <inkml:trace contextRef="#ctx0" brushRef="#br0" timeOffset="195.3612">6791 142 261,'124'-95'181,"-109"87"-173,8 1 40,5 1 28,3 6-64,-3 0-12,-3 0-1,-2 0-38,-6 0-49,-3 3-109</inkml:trace>
          <inkml:trace contextRef="#ctx0" brushRef="#br0" timeOffset="113.4721">6791 142 261</inkml:trace>
          <inkml:trace contextRef="#ctx0" brushRef="#br0" timeOffset="779.1818">7191 116 553,'0'0'6,"0"0"15,0 0 40,0 0-45,0 0-14,117 0 1,-72 0-2,0 0-1,-5 2 0,-5 1 0,-6 3 0,-9 1-1,-5-2-2,-8 2-1,-3-1-6,-4-1-3,0 4-3,0-2 3,-10 7 10,-4-7 2,-2-3-1,1-4-5,8 0 7,3 0 6,4-14 9,0-4-2,0-6-8,19-2-5,9-5 0,9-4 1,3 6-1,2 5-16,-7 6-5,-6 8 7,-8 2 12,-8 8 2,-4 0 3,-4 0-3,-2 0-8,1 12-3,-3 9 6,-1 3 5,0 0 0,0 2 3,0-5-2,-1-3 0,-1-1 1,2-10-2,0 1 0,0-5 3,22-3 21,10 0 8,10 0-15,7-8-7,9-2-10,-2-4 0,-1 4-7,-7 2-24,-7-2-34,-9 2-58,-9-6-213</inkml:trace>
        </inkml:traceGroup>
      </inkml:traceGroup>
    </inkml:traceGroup>
    <inkml:traceGroup>
      <inkml:annotationXML>
        <emma:emma xmlns:emma="http://www.w3.org/2003/04/emma" version="1.0">
          <emma:interpretation id="{490A2AB0-E1A3-42B0-94CC-2F4774B3AEFD}" emma:medium="tactile" emma:mode="ink">
            <msink:context xmlns:msink="http://schemas.microsoft.com/ink/2010/main" type="paragraph" rotatedBoundingBox="9403,12783 21507,12967 21493,13917 9388,13733" alignmentLevel="1"/>
          </emma:interpretation>
        </emma:emma>
      </inkml:annotationXML>
      <inkml:traceGroup>
        <inkml:annotationXML>
          <emma:emma xmlns:emma="http://www.w3.org/2003/04/emma" version="1.0">
            <emma:interpretation id="{8A007957-6611-4AF1-933C-2F2E8BACEB4F}" emma:medium="tactile" emma:mode="ink">
              <msink:context xmlns:msink="http://schemas.microsoft.com/ink/2010/main" type="line" rotatedBoundingBox="9403,12783 21507,12967 21493,13917 9388,13733"/>
            </emma:interpretation>
          </emma:emma>
        </inkml:annotationXML>
        <inkml:traceGroup>
          <inkml:annotationXML>
            <emma:emma xmlns:emma="http://www.w3.org/2003/04/emma" version="1.0">
              <emma:interpretation id="{BC4C5E4C-BDB6-44B1-A7E4-151A5F596A96}" emma:medium="tactile" emma:mode="ink">
                <msink:context xmlns:msink="http://schemas.microsoft.com/ink/2010/main" type="inkWord" rotatedBoundingBox="9403,12783 21507,12967 21493,13917 9388,13733">
                  <msink:destinationLink direction="with" ref="{F167BEB2-19FF-48DC-ADFD-8726608ADF5C}"/>
                </msink:context>
              </emma:interpretation>
              <emma:one-of disjunction-type="recognition" id="oneOf1">
                <emma:interpretation id="interp5" emma:lang="en-IN" emma:confidence="0">
                  <emma:literal>Arrears-orientalisation</emma:literal>
                </emma:interpretation>
                <emma:interpretation id="interp6" emma:lang="en-IN" emma:confidence="0">
                  <emma:literal>Amie incriminators 1RAB.10.66r</emma:literal>
                </emma:interpretation>
                <emma:interpretation id="interp7" emma:lang="en-IN" emma:confidence="0">
                  <emma:literal>Amite incriminators 1RAB.10.66r</emma:literal>
                </emma:interpretation>
                <emma:interpretation id="interp8" emma:lang="en-IN" emma:confidence="0">
                  <emma:literal>Amie incriminator 1RAB.10.66r</emma:literal>
                </emma:interpretation>
                <emma:interpretation id="interp9" emma:lang="en-IN" emma:confidence="0">
                  <emma:literal>Amie incriminators IRAB.10.66r</emma:literal>
                </emma:interpretation>
              </emma:one-of>
            </emma:emma>
          </inkml:annotationXML>
          <inkml:trace contextRef="#ctx0" brushRef="#br0" timeOffset="151005.2468">101 57 223,'0'0'29,"0"0"63,0 0-45,0 0-3,0 0-33,0 0 12,80-42 2,-66 38 1,-2-2-8,-3 6-4,1-3-5,-4 3-8,2 0-1,1 0-2,2 13 2,-4 1-9,-3 4 4,-4 3 3,0 6 2,0-1-4,-21-2-1,-3 1 1,-8-1-15,-4-6 14,0-1-4,-2-6-7,6-7 14,11-1 2,3-3 1,8 0 4,6 0-4,4 0 7,0-7 4,4-4-12,15 1-2,1 0 2,8 6 6,-1 4-2,1 0-3,-1 0 12,1 7-8,-4 7 8,2 4-8,-1 6 1,-3 2-6,-2 1-4,-1-2-43,-9-4-95,0-7-75</inkml:trace>
          <inkml:trace contextRef="#ctx0" brushRef="#br0" timeOffset="151358.8065">431 146 94,'0'0'323,"0"0"-308,0 0 54,0 0-36,0 0-33,0 0-6,3 27 6,-1-16 6,-2-1-1,0-5-3,0-2-2,0-3 5,0 0-4,0 0 4,0 0 8,0 0 22,0 0 10,0 0 10,0-3-7,0-5-10,0-2-33,4-1-5,-3 1 0,2 2-3,2 2-4,-1 2 1,0 1-39,7 3-40,0-2-35,5 2-49,2 0-112</inkml:trace>
          <inkml:trace contextRef="#ctx0" brushRef="#br0" timeOffset="151815.9263">776-45 362,'0'0'7,"0"0"63,0 0-2,0 0-54,0 0-1,0 0 13,-96 68 10,71-31-3,4 6-7,4 3-10,-1-4 5,11-4-18,3-9 4,4-5-5,0-2 0,0-1 0,10-7-2,6-4-6,-2-6 6,6-3-1,4-1 1,-3 0-5,0-1 4,-6-13 1,-6-3 2,-5 2 2,-2-6-4,-2 3-14,0 0 14,-13 5-1,-4 2-10,-4 4 3,4 4 3,0 3-1,2 0-11,-1 0-2,5 4-32,5 10-18,-3-4-23,9 1-43,0-5-33</inkml:trace>
          <inkml:trace contextRef="#ctx0" brushRef="#br0" timeOffset="152430.062">1046-49 385,'0'0'0,"0"0"6,0 0-3,0 0 39,-16 75-6,1-37-17,-6 1-4,4 0-9,-3-5-5,1-5 1,4-8 1,4-7-5,4-7 2,2-7-3,1 0-3,4 0-2,0 0 5,0 0 3,0 0-3,4 0 3,12 0 12,7 0-1,1 0-2,0 0-7,1 0 2,-5 0-4,2 0-2,-6 3 2,2 2-1,0-2 0,-4-3 0,2 3-3,-5-3 1,0 0 2,-7 0 1,2 0 2,-5-6 3,-1-5-5,0 1 1,0-4 7,0 2 2,0 2 11,0-4 11,-1 6-6,-6 2 15,4-1-9,-1 4-14,1 3 10,3 0 3,0 0-2,0 0-26,0 3-3,0 12-13,0 12 0,0 8 13,0 4 2,0-3 2,0 3-4,7-1 0,-4-4-5,1-1-69,2-5-63,-5-7-77</inkml:trace>
          <inkml:trace contextRef="#ctx0" brushRef="#br0" timeOffset="145251.5257">-2563 399 237,'0'0'101,"0"0"-62,0 0 64,0 0-14,0 0-9,0 0-21,-1-68-15,1 68-13,-2 0-27,1 0-4,-3 0-12,-5 22-10,-9 9 22,-2 8 1,2 3 1,-4-6 2,9-1-4,0-6 1,-1-8-1,7-8 0,2-5-9,2-5-9,1-3-5,2 0 18,0 0-5,3-17 3,11-5-17,3-9 9,0 0 13,-3-2 4,4-5 1,-4-1-1,1 3-1,1 1-1,-3 7 0,-5 10-6,1 4 12,-3 7-4,-1 7 0,2 0-2,-3 4-11,6 17 7,-3 11 0,0-1 4,0 4 1,-4 1 0,5-4 6,-5-4 0,-3 0-7,0-7 0,0-6-48,0-2-50,0-5-56,0-8-94</inkml:trace>
          <inkml:trace contextRef="#ctx0" brushRef="#br0" timeOffset="145425.6497">-2619 470 486,'0'0'16,"0"0"-2,0 0 40,0 0-54,0 0-2,0 0-8,110 10 10,-46-10-129,1 0-150</inkml:trace>
          <inkml:trace contextRef="#ctx0" brushRef="#br0" timeOffset="143701.4603">-2556 772 7,'0'0'12,"0"0"5,0 0-3,0 0-7,94-21 0,-77 11-4,-4-4 8,-3 2 15,-5 2 5,-2-1-10,-3 1 24,0-1-24,0 2 15,0 1-6,-4 1-9,-3 0-3,-3 0 0,4 3 2,-2-2 6,0 1-10,-1 2 1,2 0-7,-3 0-1,3 2 0,-1 1-8,4 0-1,-2 0 0,2 0-4,-3 0-77,4 0-112</inkml:trace>
          <inkml:trace contextRef="#ctx0" brushRef="#br0" timeOffset="144416.1583">-2472 685 153,'0'0'4,"0"0"34,109 3 21,-51-3-32,10 0-4,-7 0-22,-6 0 0,-6 0 1,-10 0-2,-13 0 6,-10 0-6,-10 0-1,-6 0 1,0 0-24,-16 0-27,-16 3-44</inkml:trace>
          <inkml:trace contextRef="#ctx0" brushRef="#br0" timeOffset="147225.9111">-2247 717 103,'0'0'134,"0"0"-92,0 0 61,0 0 1,0 0-72,0 0-10,20 0 6,8 0-21,10-5-6,10-1 4,4 2-3,8-2 0,-5 1 0,0 2-2,-3-1 0,-4 1 0,-9 0 0,-13 3-4,-4-4 0,-15 4-12,0 0 11,-7 0 5,0 0 2,0 0-2,0 0 2,0 0 10,0 0 0,0 0-5,0 0 9,0 0 3,0 0-10,0 0 2,0 0-1,0 0-6,0 0-4,0 0-13,0 10-6,0 8 19,3 3 4,-2 0-4,1 0 1,-1-3 0,3-3 1,-4-2-2,3-6 0,-1-3 0,-1-1 0,2-3-1,-2 0-4,1 0 2,-1 0 3,4 0 12,1-14-8,4-4-1,-3-3-2,-3-4 0,5-2 0,-5 3 3,5 1-4,0 6 4,-3 3 0,1 4 8,-3 6 5,2 4-16,-3 0-1,5 0-6,6 3-3,0 15 5,2 0 2,0 6 2,0 0 0,-3-1 3,-3 1-3,2-3 0,-2-3-2,-3-4 0,-6-7 2,2-1-2,-3-5-18,3-1-4,-3 0 15,3-1 9,3-12-1,1-9-20,2-4 13,-2-3 7,-1 0-2,2 1-2,1 3 5,-5 7 16,3 8 0,0 2 14,-3 5-16,-1 3-7,4 0-7,0 0-10,6 11 6,2 7 1,-2 0 3,-3 2 6,1-2-2,4 0-1,-6-5 0,1-2-3,-3-4 0,0-4-1,-4 1 1,-2-4-8,1 0 8,-2 0 3,0 0 6,0 0-6,0-7-3,0-6 0,5 2-2,6 4 2,3-1-10,12 2-1,15 2 8,12 1 2,10 3-1,5 0-5,-1-3-2,-4 1-15,-12 2 15,-9-3 4,-11 0 5,-7 3 0,-14-3 0,-6 2 0,-4-5 0,0-2-14,-14 1-112,-14-7-56</inkml:trace>
          <inkml:trace contextRef="#ctx0" brushRef="#br0" timeOffset="147977.1232">-1168 100 262,'0'0'50,"0"0"29,0 0 26,0 0-46,0 0-59,0 0 0,0 13-20,-1 16 20,-15 5 1,-4 6 3,-5-5 0,1 0-2,2-6-1,3-8-2,5-3 3,3-5-1,5-6-1,5-6 2,1 2-1,0-3-2,0 0 1,1 0-2,16 0 2,1 0 11,10 0-6,-4 0 0,3 3-5,-2 1 0,2 3 0,-4-4-1,3 4 1,-3-4-1,-1 2-7,-9-5 0,-2 0-4,-4 0 3,-2 0 9,-1 0 0,-3-5 5,-1-8-5,0-1-10,0-1 10,-7-2 0,-1-1 3,-1 0 4,-1 5 4,3-1 17,1 7 6,3 2 10,1 5 10,2 0-28,0 0-26,0 0 0,0 21-23,0 8 23,0 7 8,0 2-7,3 1 2,5 0-3,2 0 0,-3 3-79,-3-13-79,-1-8-192</inkml:trace>
          <inkml:trace contextRef="#ctx0" brushRef="#br0" timeOffset="150067.0375">-773 656 55,'0'0'33,"0"0"43,0 0-8,0 0-32,0 0-4,0 0-4,0 0 8,0 0-3,0 0 5,0 0-4,0 0-2,0 0-7,0 0-2,0 0 1,0 0-4,0 0-4,0 0-8,0 0-3,18 0-2,12 0 8,15 0-6,7-4-4,5 1-1,-2 3 1,1-3 1,-8 3-4,-9-3 2,-8 3-1,-7 0-6,-7 0-13,-3 0 4,-3 0 7,-5 0 2,1 0-2,-4 0 1,2 0 2,0 0 0,-2 0 4,-1 0 1,0 0 2,-2 0-1,0 0 3,0 0 3,0 0 5,0 0 0,0-1 0,0-9-10,-2 0 0,-3-2 6,2 1 1,0-7 8,0 2-6,2-2 4,-1 0-1,2 4 29,0 7-17,0 0 20,0 7-29,0 0-16,0 0-1,0 0-12,0 0 3,6 11-6,7 13 16,2 2 1,-2 4-1,-1-2 2,0 1-2,-5-4 0,1-3-8,-5-3 6,1-8-7,-1-1 2,0-8-6,-3 1-1,0-3-9,0 0 11,1 0 12,3 0 5,1-15-5,3-5 3,2-2-3,4-6 3,-4-5-3,3 2 0,-2 1 2,4 7-1,-5 3 3,-4 9 8,1 4-1,-3 3 11,0 4-22,1 0-3,4 1-8,2 16 4,4 8 2,0 6 4,2-3 2,-9 4-2,1-3 1,-5-5 0,0-3 0,-1-6-1,-3-5 1,2-7-3,-2 0-3,0-3-2,1 0 8,-1 0 1,8-3 5,-1-13-6,3-2-15,1-8 15,-1 2-2,4-2 0,-3 5 1,2 2 1,-1 4-5,0 4 5,-5 5-2,-3 6 2,3 0-2,0 0-8,-1 14-1,4 7 3,1-3 8,-4 3-3,1-4-4,0-3-17,0-3-2,-1-5-2,0-1-2,-3-2 16,-1-3 6,0 0 8,5 0 0,4 0 4,7-3-3,7-2 0,11-1-1,10 3 2,12 2-1,15 1-1,5 0 0,10 0-5,2 0-6,-12 0-16,-6-3-7,-10 3 23,-14-4 11,-8 1 1,-6 2 17,-12-2-4,-4 0 18,-6 3-11,-9-4-10,-2 4-5,-2-4-6,0-3-49,-24-4-217</inkml:trace>
          <inkml:trace contextRef="#ctx0" brushRef="#br0" timeOffset="154568.418">1020 617 112,'0'0'54,"0"0"-44,0 0 57,0 0-16,0 0-41,0 0-3,0 0 10,0 0 1,0 0 2,0 0 8,0 0 5,0 0-8,0 0-11,5 0-14,10 0 3,13 0 6,17 0 27,16 0-21,13 0-9,8 0-6,-1 0 4,-2 0-3,-5 0 0,-9 0-1,-11 0-1,-16 0 1,-9 0-6,-19 0 4,-4 0 1,-6 0 1,0 0 0,0 0 3,0 0 2,0 0 2,0 0-2,0 0-3,0 0-2,2 0 1,-2 0 6,0-3 2,0 3 9,0 0 3,0 0-13,0 0-8,2 0-6,1 0-9,4 9 13,-1 6 2,3 0 1,-2 2 3,-1-3-3,-1-4 2,1 1 0,0-4-1,-3-4-3,1 2 2,-3-5-1,1 0 1,-2 0 3,0 0 5,0 0 3,5-8 19,-1-5-18,2-8-13,2-4 2,2 0 0,0-4 0,1 8 0,-4 3 6,-1 5 16,-3 2 19,1 8-35,-1 0 12,-3 3-15,4 0-5,3 0-9,7 17-1,3 4 8,0 3 2,1 1-4,-3 1 10,-2-2-10,-3 0 6,1-9-2,-5-1 0,-2-7 0,-1-1-19,0-6-1,-2 0-6,2 0 15,1 0 11,3-10 0,3-8 0,4-6-4,-4-1 1,1-3 3,1-1 0,3 1 0,-5 1 0,1 5 2,-2 12 1,-4 2 2,-3 8 14,-2 0-14,1 0-5,7 0-13,-2 18-3,2 7 16,4 6 0,-4 1 5,2-4-2,1 1 1,-7-5-1,5-3-3,-2-7 2,-3-4 2,2-5-4,-3-2-2,0-3-3,3 0-4,0 0 9,2-8-1,4-5-6,-1-5-22,0-3 2,-7 1 0,-4 2-20,0 3 37,3 1 10,-3 4 9,4 2 12,3 5 0,6-1-14,11-2 1,13 6-6,12-3 1,15 3 5,8 0 3,1 0-10,-5 0 1,-8 0-1,-12 3-1,-7-3 0,-12 3 3,-11-3-3,-8 0 0,-5 0 4,-5 0-2,0 0 6,0 0-8,-10 0-55,-13-6-136,-12-6-152</inkml:trace>
          <inkml:trace contextRef="#ctx0" brushRef="#br0" timeOffset="155527.7465">2395-59 286,'0'0'21,"0"0"109,0 0-39,0 0-53,0 0-36,0 0-2,2-4-16,-2 15-1,0 13 17,-3 12 3,-10 6-3,-11 3 1,-1 5 1,-3-7 2,2-5 0,8-9-2,3-13-2,5-4 0,5-6-3,3-3-4,2-3 2,0 0-2,0 0 7,0 0 0,2 0 7,10-6 6,6-1-13,6 4 0,-1 3 0,2 0-2,3 0 0,3 0 2,-4 3-6,2 4-13,-4-1-1,-5 2 3,-7-7-13,-4 2 9,-4-3 6,-3 0 11,-2 0 4,0 0 4,0 0 12,0 0-16,0-12 0,-3 2-1,-1-1 1,-1 1 17,5 4 10,-1-5 3,1 4 10,-3 0-5,2 3-3,1 1 15,0 0 1,0 3-19,0 0-27,0 0-2,0 10-17,-2 15 6,-2 9 11,0 5 1,-2 0-1,3 4-2,-1-4-65,0-1-89,3-10-126</inkml:trace>
          <inkml:trace contextRef="#ctx0" brushRef="#br0" timeOffset="156112.165">2852 622 292,'0'0'10,"0"0"-6,0 0 32,0 0-14,0 0 6,0 0 0,-21 48-2,14-27-5,-4 0-2,7 0 0,2-3-12,2-2-6,0 0-1,8-6 0,14-5 7,8-5 0,3 0-7,6 0-16,-2-5 4,-6-5-11,-5-6 22,-8 3 1,-10-3 8,-6 1 29,-2-3 2,0 1 11,-15-1-27,-3 0 2,-4 4-25,3 4 0,5 2 0,0 0-26,6 3-78,3 0-100</inkml:trace>
          <inkml:trace contextRef="#ctx0" brushRef="#br0" timeOffset="156496.438">3113 142 426,'0'0'26,"0"0"108,0 0-19,0 0-49,0 0-35,0 0-27,-2-18-4,2 39-21,0 10 21,0 9 10,0 2-3,0-6 5,0 1-10,0-4 2,0-2-4,0-9-2,-1 2 2,-2-8-13,-3 0-43,2-1-51,-5-6-51,2-9-70</inkml:trace>
          <inkml:trace contextRef="#ctx0" brushRef="#br0" timeOffset="156997.7928">3119 184 376,'0'0'12,"0"0"91,0 0-17,0 0-60,91-45-23,-64 45-3,4 0 0,-7 0-5,0 10 4,-6 7 1,-3 1-7,-5 0-3,-6 6-6,-4-6-9,0 3-2,-9 0 4,-11-3-7,-2-4-5,-2-7 9,-1-1 8,8-4 14,1-2 4,8 0 3,1 0 12,7 0 40,0 0-4,0 0-20,15 0-25,11-2-6,3 2 4,5 0-4,1 0 2,-3 8-6,-1 6 6,-7 0-6,-5 4 3,-7 2 0,-9-2-13,-3-3 10,0 2 4,-19-2 4,-7-2 0,-9-5 0,-6-2 10,3-6-1,-4 0-4,4 0-9,3 0 6,8 0-6,2-10-62,5-1-123</inkml:trace>
          <inkml:trace contextRef="#ctx0" brushRef="#br0" timeOffset="157703.3319">4311 447 485,'0'0'22,"0"0"87,0 0-52,0 0-53,0 0-4,0 0-4,23 41 4,-14-3 17,0 7 9,-6 1-6,-2-3-19,3-4 2,-2-8-2,1-3 2,-2-3-6,1-7 2,-2-1-51,0-7-41,0-2-28,0-8-61</inkml:trace>
          <inkml:trace contextRef="#ctx0" brushRef="#br0" timeOffset="158181.1064">4324 473 433,'0'0'27,"0"0"24,0 0 30,0 0-29,107-63-27,-69 58-14,2 2 2,0 3-2,-3 0-11,-4 8 0,-6 5-2,-12 2-6,-5 4-14,-8 4-4,-2-2-3,-7 4 13,-20-1-6,-8-3-12,-3 0-17,-1-6 20,4-5-8,9-2 32,3-2-3,10-6 4,4 0 6,6 0 2,3 0 10,0 0 12,0 0 6,0 0-19,0 0 0,0 0 10,2 0-6,9 7-6,10 1 3,4 9-4,7 4-3,0 0 1,0 1-3,-4-2-1,-7-2-2,-5-5-5,-4-1 4,-9-4-4,-3-2-21,0-3 5,0 1-6,0-4-27,-3 0-15,-9 0-115</inkml:trace>
          <inkml:trace contextRef="#ctx0" brushRef="#br0" timeOffset="159436.0417">4861 667 142,'0'0'223,"0"0"-154,0 0 62,0 0-33,0 0-62,0 0-20,4-15-16,-4 19-18,-5 13 16,-8 6 2,-6 4 5,1-3-2,-1 1-3,1 0 0,2-7 5,1-4-2,5-3-4,6-5 1,1-3-2,1-3-24,2 0 21,0 0 5,0-10 0,8-7-11,8-8 11,1-3 3,2 0 5,1-4 4,2 1-7,-2-4 2,2 9-7,-4 2 1,-3 9-1,-3 8 6,-4 1 5,-5 6 1,4 0-4,0 0-8,1 10-5,1 8 3,-1 9 1,-3 5 1,-5 0 6,0-1-4,0 1-1,0-10-1,0-1 0,0-3-16,-2-4-27,-4 0-28,-2-7-40,1-4-44,-5-3-64</inkml:trace>
          <inkml:trace contextRef="#ctx0" brushRef="#br0" timeOffset="159616.9669">4731 790 289,'0'0'19,"0"0"38,0 0 24,0 0-67,0 0-12,0 0 3,46-1 4,-14 1-9,6 0-13,0-2-80,2-2-54</inkml:trace>
          <inkml:trace contextRef="#ctx0" brushRef="#br0" timeOffset="159878.0101">5181 581 1,'0'0'504,"0"0"-484,0 0 126,0 0-65,0 0-78,0 0-3,9 23 0,-9 4 28,4 2 2,-3-1-5,2-1-17,-1 2 0,-1-7-8,-1-1 3,0-1-6,0-5 2,0-4-46,0-1-33,0-4-74,-4-1-84</inkml:trace>
          <inkml:trace contextRef="#ctx0" brushRef="#br0" timeOffset="160409.9606">5198 652 407,'0'0'17,"0"0"93,0 0 6,0 0-57,0 0-20,99-84-9,-69 76-10,2-1-7,0 8-8,-4 1-5,-3 0 0,-6 0-3,-5 10-1,-5 5-9,-6 2-31,-3 1 7,0 3 1,-4 0-13,-21-3 2,1-4 2,-3-2 10,3-3 34,6-8 1,8 2 4,6-3-1,4 0 20,0 0 10,0 0-9,0 0-13,7 0-7,6 0 9,6 0-9,1 6-3,4 2-1,-4 2-2,1 4 0,-3 1-1,-5-2-4,-5 1 7,-6-2-11,-2-2 2,0-2 6,-7 1 3,-13-4 3,-5 1 1,-7-5 8,-3-1-8,-1 0-4,3 0 10,5 0-6,4 0 4,11-7-7,3-4-1,10-4-27,0-3-49,5-2-93,17-1-174</inkml:trace>
          <inkml:trace contextRef="#ctx0" brushRef="#br0" timeOffset="160599.8623">5754 660 542,'0'0'24,"0"0"24,0 0 49,0 0-87,0 0-10,0 0-5,100 0-48,-71 0-66,-5 0-93</inkml:trace>
          <inkml:trace contextRef="#ctx0" brushRef="#br0" timeOffset="160786.5294">5741 797 435,'0'0'6,"0"0"42,0 0 48,0 0-61,0 0 23,0 0 3,114 7-45,-60-7-16,6 0-18,6 0-116,-3-7-181</inkml:trace>
          <inkml:trace contextRef="#ctx0" brushRef="#br0" timeOffset="161407.4182">6692 539 239,'0'0'300,"0"0"-291,0 0 121,0 0-46,0 0-70,0 0-14,0 23 0,0 7 27,4 9 5,-1 0-20,2 0 6,-2-1-12,0-2-4,3-4-2,-1-4-2,0-4-31,3-6-66,2-4-80,1-11-117</inkml:trace>
          <inkml:trace contextRef="#ctx0" brushRef="#br0" timeOffset="161805.7017">7109 554 702,'0'0'2,"0"0"19,0 0 57,0 0-61,0 0-17,0 0-8,-62 38 8,34-7 1,-1 2 5,7-1-5,7-3 3,7-5-4,6-3 0,2-5 0,0-1-3,5-4 0,15-4-2,9 0 1,4-7 4,5 0-13,-8-7 10,-2-7-18,-8 0 12,-8-4 9,-8-3 0,-4-3-10,0-2 10,-6-5-8,-14 3-15,0 3-25,-1 4-43,7 7-4,2 10-8,4 1-37</inkml:trace>
          <inkml:trace contextRef="#ctx0" brushRef="#br0" timeOffset="162174.9671">7365 649 288,'0'0'288,"0"0"-285,0 0 127,0 0-43,0 0-70,0 0-17,4 15-3,-4-5-5,0 4 8,0 0 0,0-4 0,0 1 1,0-7 1,0-1-1,0-3 3,0 0 0,0 0 4,0 0 3,0 0 3,0 0 3,0-4 9,0-13-20,0 2-4,0 2-2,1-1-1,1 3 0,-2 4-5,1 4-22,-1 0-29,2 3-38,3 0-80,3 0-111</inkml:trace>
          <inkml:trace contextRef="#ctx0" brushRef="#br0" timeOffset="162659.3113">7840 447 518,'0'0'4,"0"0"137,0 0-62,0 0-45,0 0-26,-90-3-6,49 24 1,2 8 3,0 6-3,9-2 5,3 1-1,10 1-6,4-3 2,6-1-1,5-5-2,2-2-2,0-3 2,16-3 0,2-4-1,9-4-7,2-6 6,3-4-3,-2 0-13,-4 0 4,-4 0-1,-9-10 11,-3-4 2,-7-1-9,-3-6-7,0 3 9,-7 0-2,-9 5 2,0 5 9,0 5 0,0 3 0,-1 0-1,-2 3-3,1 12-2,0 3 4,5 2 0,4-2-37,6 0-51,3-4-23,0-7-35,15-7-134</inkml:trace>
          <inkml:trace contextRef="#ctx0" brushRef="#br0" timeOffset="163237.721">8142 417 595,'0'0'27,"0"0"6,0 0 23,0 0-56,0 0-8,0 0 8,-44 95 8,17-57-5,-4-2 1,0-2-1,4-5-1,4-5-2,3-6-2,8-7-8,2-4 3,7-4 3,3-3-7,0 0 2,0 0 2,0 0-1,18 0 8,5 0 10,7 0-6,4 0 1,2 0-5,-3 0-2,0 0 1,-1 3-9,-3 2-26,-4-2 5,-5-3-7,-5 0 13,-5 0 12,-5 0 10,-3 0-1,-2-11-5,0-2 9,0-5 6,0 1 2,0 2 6,0 1 21,-4 7 1,2-1 17,-1 5 1,3 3-1,0 0-24,-1 0-29,-6 11-13,-2 10 1,-3 8 12,1 5 0,1-2 1,4-1 1,2-5-2,2 1-37,2-9-61,0-3-38,0-9-114</inkml:trace>
          <inkml:trace contextRef="#ctx0" brushRef="#br0" timeOffset="163881.9293">8418 628 501,'0'0'76,"0"0"-66,0 0 52,0 0-49,0 0-10,0 0 1,93 3-4,-56 1 2,1-1-6,-6 1-3,-5-4-10,-7 0 12,-8 0 5,-3 0 1,-3 0 3,-5 0 3,2-7 0,-2-5-4,-1-1-3,0-4 4,0-5 4,2-2 0,1-5-3,2-2-2,3 0 19,3 1-9,5 3 0,3-1-2,-2 6 3,5 4-13,0 5-2,0 7 0,-1 4-3,1 2-8,2 0 7,0 15-24,-4 3 0,-6 6 3,-3 4-5,-8-3 14,-3-1 6,0 2 5,-2-2 5,-13-3 0,-2-3 0,0-1 1,1-2 0,7-5 2,8-4-2,1-1-1,5 1-10,27 1 11,16-4 4,11 2-4,8-2-16,0-3-14,-7 2 10,-8 3 3,-12-5 17,-12 3 0,-9-3-2,-10 0 4,-9 2-4,0-2-38,-23 0-200</inkml:trace>
          <inkml:trace contextRef="#ctx0" brushRef="#br0" timeOffset="164970.4265">4030 64 104,'0'0'228,"0"0"-184,0 0 39,0 0-16,0 0-23,0 0-44,0-38-7,0 41-8,0 18 12,3 15 3,-1 17 16,-2 10 26,0 6-8,-2 6 14,-11 2-16,2-2-18,-7-2-1,5-9-3,2-11-9,1-11 0,-1-7 0,4-11 0,1-5-1,2-5 2,1-8-2,2-5-31,-2-1-70,1 0-12,-2-4-26</inkml:trace>
        </inkml:traceGroup>
      </inkml:traceGroup>
    </inkml:traceGroup>
  </inkml:traceGroup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1-02-09T06:56:28.164"/>
    </inkml:context>
    <inkml:brush xml:id="br0">
      <inkml:brushProperty name="width" value="0.04667" units="cm"/>
      <inkml:brushProperty name="height" value="0.04667" units="cm"/>
      <inkml:brushProperty name="fitToCurve" value="1"/>
    </inkml:brush>
  </inkml:definitions>
  <inkml:traceGroup>
    <inkml:annotationXML>
      <emma:emma xmlns:emma="http://www.w3.org/2003/04/emma" version="1.0">
        <emma:interpretation id="{ACD946C3-8F15-40B0-911F-EF95E8B027FC}" emma:medium="tactile" emma:mode="ink">
          <msink:context xmlns:msink="http://schemas.microsoft.com/ink/2010/main" type="inkDrawing" rotatedBoundingBox="16299,13069 18563,13148 18562,13194 16297,13115" semanticType="underline" shapeName="Other">
            <msink:sourceLink direction="with" ref="{BA43A1F3-53B9-4231-8B47-DEA83674E8D8}"/>
          </msink:context>
        </emma:interpretation>
      </emma:emma>
    </inkml:annotationXML>
    <inkml:trace contextRef="#ctx0" brushRef="#br0">0 0 122,'0'0'88,"0"0"-84,0 0 2,0 0 40,0 0-11,103 36-16,-57-26-8,13-3-9,8-6 5,11-1-1,8 0-3,4 0-2,4 0 0,0 0 1,-4 0-2,1 0-1,-6 6 1,-1-3 0,-3 5 0,-2-4 0,-7 2 0,0 2-2,2-2 1,-1-2-14,3-1-1,-1 0 9,-3-3 3,-2 1-2,-5-1 1,-3 0-8,-7 0 6,-4 0-2,-6 0-2,-6 0 4,-8 0 5,-4 0 2,-3 0 0,-3 0 0,-4 0 1,-7 0-2,-6 0-17,-2 0-123</inkml:trace>
  </inkml:traceGroup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1-02-09T06:56:29.635"/>
    </inkml:context>
    <inkml:brush xml:id="br0">
      <inkml:brushProperty name="width" value="0.04667" units="cm"/>
      <inkml:brushProperty name="height" value="0.04667" units="cm"/>
      <inkml:brushProperty name="fitToCurve" value="1"/>
    </inkml:brush>
  </inkml:definitions>
  <inkml:traceGroup>
    <inkml:annotationXML>
      <emma:emma xmlns:emma="http://www.w3.org/2003/04/emma" version="1.0">
        <emma:interpretation id="{F167BEB2-19FF-48DC-ADFD-8726608ADF5C}" emma:medium="tactile" emma:mode="ink">
          <msink:context xmlns:msink="http://schemas.microsoft.com/ink/2010/main" type="inkDrawing" rotatedBoundingBox="17312,13258 21939,13028 21994,14131 17367,14361" semanticType="enclosure" shapeName="Other">
            <msink:sourceLink direction="with" ref="{BC4C5E4C-BDB6-44B1-A7E4-151A5F596A96}"/>
          </msink:context>
        </emma:interpretation>
      </emma:emma>
    </inkml:annotationXML>
    <inkml:trace contextRef="#ctx0" brushRef="#br0">1726 0 117,'0'0'3,"0"0"-1,0 0 33,116 3-6,-81-3 4,-1 0-22,4 1-4,-3 3 18,0-4-2,2 3-4,1-3-5,2 3 4,4-2 4,2 5-3,2-3-7,2-1 2,-2 4-11,3-3 8,-3-2-8,4 5-1,0-6-1,1 3-1,4 2 1,0-2 1,-2-3-2,-3 4 0,-2-1-2,-1 0 2,-3 5 0,2-5-1,0 1 1,2 2-1,2-1 0,-2-2 0,0 1-4,-1-1 0,1 0-2,0 1 5,2-4-4,2 1 3,0 2 1,1-3 0,-3 3-2,0-3 2,-3 3-3,0-3-10,2 0 0,-2 1 6,5 2 1,-1 1 2,-1 0-1,-3-1 3,-9 0-1,-3 0 2,-4 2 2,-2-2 1,-1 0 0,2 1 0,1-1 0,2 0-2,-2 2 2,-1-2-14,-3-3-8,-4 0 13,-5 0 2,-5 0 7,-5 0 4,-3 0 8,-4 0 33,-3 0-10,0 0 11,0 0-2,0 0-11,0 0-8,0 0-25,0 0-1,0 7-22,0 7 14,-3 4 9,-7 6 1,-3 4 3,-6 4-3,-1 7 0,-5 3-1,-4 4 4,-4-3-6,-5 5 4,2-4-4,4 1 1,9-7-22,11-2 4,7-4 18,3-4-8,-1-1 9,2 2 4,-3-5-4,2-2 1,1 3-3,-2-4 2,0 0-1,-3-3 1,2-5-2,-5 1 2,2-3 2,-3-1-2,-2-2-4,-4-5 2,-3 1 2,-2-1-3,-5-3 3,0 0-7,-9 0-11,-6 0 9,-5 0-4,-5 0-6,-4 0 9,-5 0 10,-9-3 0,-13-4 0,-13-4-22,-12-3-3,-11 1 4,0 1 10,2-2 11,10 1 3,12 2 0,1-3 2,1 4-2,5 1-1,3 3 3,4-5 7,0 4 20,-9 0-28,-8-3-2,-10 3 3,-7-4 2,-8 4-1,1-4 16,2 4-3,6 1 4,12-2 27,8 2 5,15 2-27,13 1 7,9-2-14,5 2-7,2 3-7,0-3-5,-2 3-1,-3 0 6,-5 0-7,-8 0-5,-9 0 5,-5 0-2,-5 0 2,5-3-6,7 3 6,7 0 0,10 0 3,11 0-3,10 0 0,13 0-1,8 0-1,6 3 1,2 0-4,0 0-23,-2 2 2,-1 1 6,-5 1 4,0-4-7,-6 2-24,4-2-33,-3-3-71</inkml:trace>
  </inkml:traceGroup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1-02-09T06:57:16.947"/>
    </inkml:context>
    <inkml:brush xml:id="br0">
      <inkml:brushProperty name="width" value="0.04667" units="cm"/>
      <inkml:brushProperty name="height" value="0.04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596BDE6B-B7B2-4349-8929-7DCF82FCDDCE}" emma:medium="tactile" emma:mode="ink">
          <msink:context xmlns:msink="http://schemas.microsoft.com/ink/2010/main" type="writingRegion" rotatedBoundingBox="2684,5921 3650,5747 3723,6151 2757,6326"/>
        </emma:interpretation>
      </emma:emma>
    </inkml:annotationXML>
    <inkml:traceGroup>
      <inkml:annotationXML>
        <emma:emma xmlns:emma="http://www.w3.org/2003/04/emma" version="1.0">
          <emma:interpretation id="{059C1151-93DA-4C47-AC60-029E26D43449}" emma:medium="tactile" emma:mode="ink">
            <msink:context xmlns:msink="http://schemas.microsoft.com/ink/2010/main" type="paragraph" rotatedBoundingBox="2684,5921 3650,5747 3723,6151 2757,6326" alignmentLevel="1"/>
          </emma:interpretation>
        </emma:emma>
      </inkml:annotationXML>
      <inkml:traceGroup>
        <inkml:annotationXML>
          <emma:emma xmlns:emma="http://www.w3.org/2003/04/emma" version="1.0">
            <emma:interpretation id="{9CF2099A-5D58-4356-83FE-F5DCA7941BE5}" emma:medium="tactile" emma:mode="ink">
              <msink:context xmlns:msink="http://schemas.microsoft.com/ink/2010/main" type="line" rotatedBoundingBox="2684,5921 3650,5747 3723,6151 2757,6326"/>
            </emma:interpretation>
          </emma:emma>
        </inkml:annotationXML>
        <inkml:traceGroup>
          <inkml:annotationXML>
            <emma:emma xmlns:emma="http://www.w3.org/2003/04/emma" version="1.0">
              <emma:interpretation id="{0C74B8E3-7037-4187-B2F4-59234A92DB36}" emma:medium="tactile" emma:mode="ink">
                <msink:context xmlns:msink="http://schemas.microsoft.com/ink/2010/main" type="inkWord" rotatedBoundingBox="2684,5921 3650,5747 3723,6151 2757,6326"/>
              </emma:interpretation>
              <emma:one-of disjunction-type="recognition" id="oneOf0">
                <emma:interpretation id="interp0" emma:lang="en-IN" emma:confidence="0">
                  <emma:literal>in</emma:literal>
                </emma:interpretation>
                <emma:interpretation id="interp1" emma:lang="en-IN" emma:confidence="0">
                  <emma:literal>Len</emma:literal>
                </emma:interpretation>
                <emma:interpretation id="interp2" emma:lang="en-IN" emma:confidence="0">
                  <emma:literal>is</emma:literal>
                </emma:interpretation>
                <emma:interpretation id="interp3" emma:lang="en-IN" emma:confidence="0">
                  <emma:literal>an</emma:literal>
                </emma:interpretation>
                <emma:interpretation id="interp4" emma:lang="en-IN" emma:confidence="0">
                  <emma:literal>Lin</emma:literal>
                </emma:interpretation>
              </emma:one-of>
            </emma:emma>
          </inkml:annotationXML>
          <inkml:trace contextRef="#ctx0" brushRef="#br0">139 117 0,'0'0'49,"0"0"27,0 0-13,0 0-19,0 0-12,0 0-8,0 0-1,0 0-3,0-4-4,0 4 7,0 0 2,0 0 0,0 0 0,0-2-4,0 2-6,0 0 10,0 0-4,0 0 1,0 0-8,0 0-3,0 0-4,0 0-3,0 0-1,0 0-1,0 0-2,0 0 0,0 0 0,0 0-2,0 0 1,0 0 1,0 0 0,0 0 0,0 0 0,0 0 0,0 0 0,0 0 3,0 0 0,0 0 0,0 0 2,0 0 1,0 0 12,0 0 5,0-4 4,0-7 8,7 1-26,3-4-4,-1 0 1,-3 0-5,1-1 0,-4 2 4,1 5-3,-1 1 3,-3 6 8,0-1 5,0 2-8,0 0-3,0 0-7,0 0-1,0 0-4,0 0-4,0 10-5,0 9-1,0 11 12,0 6 3,-7 3-3,4 0 3,-4-2-4,1-4-10,2-2 2,0-2-5,4-4-1,0-4 7,0-4 9,0 1-2,0-7 0,0-1-2,0-1 4,0-7-4,0 1 1,0 0-1,0-3 6,0 1 1,0-1 2,0 0-3,-8 0 1,-2 0-3,-6 0 3,-6 2-2,2-1 1,-2-1 0,2 3 1,3 2-1,3-2 2,10 0-1,0-3-2,4 0 1,0 0-6,0 0 2,12 0-1,15 0 5,8-3 3,-1-5-1,7 2-2,-5-1 3,-1-1-2,-5 1-1,-2 1 3,-11-2-3,-2 5 2,-8 0-2,-1 2-1,-6 1-17,0 0-143,0 0-198</inkml:trace>
          <inkml:trace contextRef="#ctx0" brushRef="#br0" timeOffset="4137.6518">348 266 39,'0'0'70,"0"0"-3,0 0-20,0 0-14,0 0-10,0 0-9,0 0-2,0 0-4,3-9 9,-3 9 4,0-1 0,0 1 9,0 0-3,0 0-1,0 0 0,0 0-2,0 0-2,0 0 0,0 0-4,0 0-4,0 0-12,0 0-2,3 0-6,8 0-5,-1 0 11,10 0 1,2 3 5,1 0-3,-1 0-3,2-2 3,-2 1-3,-2-1 1,-4-1-1,0 0 1,-10 0-1,1 0 0,-7 0-2,0 0 2,0 0 4,0 0 2,0 0 0,0 0-2,0 0 0,-4 0-1,-2 0 1,-1-7 2,-2-1-6,3-5 8,-1-1-3,1-4-4,2 1 6,-2-1 13,2 0-15,4 0 2,0 2 4,0 1-2,0 4 9,0 5-10,4-3-6,6 0-2,6 2-1,3 0-4,4 2 1,-1 3-6,1 1-1,-1 1-1,-5 0 2,-4 1-5,-3 9-3,-1 1-4,1 3 6,-7 4 3,-3 3 5,0 0 2,0 0-4,0-1 2,-3-4 2,-4-2 4,-1-1 2,4-2 0,1-4 0,-1-1 1,4-1 0,0-5-2,0 3 0,0-3 0,0 3-3,7-3-4,15 0 8,5 0 11,8 0-10,0 0 4,-4 0-5,3 0 1,-8-6 1,-3 6-2,-9-3 1,0 3 2,-7 0-1,-7 0-2,3 0-1,-3 0-12,0 0-104,-13 0-214</inkml:trace>
        </inkml:traceGroup>
      </inkml:traceGroup>
    </inkml:traceGroup>
  </inkml:traceGroup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</inkml:channelProperties>
      </inkml:inkSource>
      <inkml:timestamp xml:id="ts0" timeString="2021-02-09T06:57:21.711"/>
    </inkml:context>
    <inkml:brush xml:id="br0">
      <inkml:brushProperty name="width" value="0.04667" units="cm"/>
      <inkml:brushProperty name="height" value="0.04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1B0BFC2E-8CDD-46E6-AD75-1E03B9F35153}" emma:medium="tactile" emma:mode="ink">
          <msink:context xmlns:msink="http://schemas.microsoft.com/ink/2010/main" type="writingRegion" rotatedBoundingBox="4988,3995 5025,6289 4731,6293 4694,3999"/>
        </emma:interpretation>
      </emma:emma>
    </inkml:annotationXML>
    <inkml:traceGroup>
      <inkml:annotationXML>
        <emma:emma xmlns:emma="http://www.w3.org/2003/04/emma" version="1.0">
          <emma:interpretation id="{F0859CCD-E403-4DC6-816B-7B7C0161C1E6}" emma:medium="tactile" emma:mode="ink">
            <msink:context xmlns:msink="http://schemas.microsoft.com/ink/2010/main" type="paragraph" rotatedBoundingBox="4988,3995 5025,6289 4731,6293 4694,3999" alignmentLevel="1"/>
          </emma:interpretation>
        </emma:emma>
      </inkml:annotationXML>
      <inkml:traceGroup>
        <inkml:annotationXML>
          <emma:emma xmlns:emma="http://www.w3.org/2003/04/emma" version="1.0">
            <emma:interpretation id="{67D8E186-D31B-4F17-AB40-03E1A1B1B51F}" emma:medium="tactile" emma:mode="ink">
              <msink:context xmlns:msink="http://schemas.microsoft.com/ink/2010/main" type="line" rotatedBoundingBox="4988,3995 5025,6289 4731,6293 4694,3999"/>
            </emma:interpretation>
          </emma:emma>
        </inkml:annotationXML>
        <inkml:traceGroup>
          <inkml:annotationXML>
            <emma:emma xmlns:emma="http://www.w3.org/2003/04/emma" version="1.0">
              <emma:interpretation id="{927552A3-4EA1-4E79-9245-DCF0217EE36C}" emma:medium="tactile" emma:mode="ink">
                <msink:context xmlns:msink="http://schemas.microsoft.com/ink/2010/main" type="inkWord" rotatedBoundingBox="4988,3995 5025,6289 4731,6293 4694,3999"/>
              </emma:interpretation>
              <emma:one-of disjunction-type="recognition" id="oneOf0">
                <emma:interpretation id="interp0" emma:lang="en-IN" emma:confidence="0">
                  <emma:literal>:</emma:literal>
                </emma:interpretation>
                <emma:interpretation id="interp1" emma:lang="en-IN" emma:confidence="0">
                  <emma:literal>l</emma:literal>
                </emma:interpretation>
                <emma:interpretation id="interp2" emma:lang="en-IN" emma:confidence="0">
                  <emma:literal>€</emma:literal>
                </emma:interpretation>
                <emma:interpretation id="interp3" emma:lang="en-IN" emma:confidence="0">
                  <emma:literal>;</emma:literal>
                </emma:interpretation>
                <emma:interpretation id="interp4" emma:lang="en-IN" emma:confidence="0">
                  <emma:literal>|</emma:literal>
                </emma:interpretation>
              </emma:one-of>
            </emma:emma>
          </inkml:annotationXML>
          <inkml:trace contextRef="#ctx0" brushRef="#br0">2 57 163,'0'0'67,"0"0"27,0 0-50,0 0-3,0 0-7,0 0 4,0 0-4,0 2 3,0-2-3,0 0-6,0 0 4,0 0-1,0 0-2,0 0-3,0 0-2,0 0 3,0 0-9,0 0-6,0-2-6,0-5 3,0-1 2,0-1-2,0 0 0,0 0 4,0 1 1,0 1-4,0 6-1,0 1-2,0 0-7,0 0 0,1 0-5,4 0-4,-2 7-8,0 12 6,0 9 11,1 3-4,-4 2 4,0 2 2,0-5-2,0-3 0,0-3 2,0-6-1,0-4 0,0-2-2,0-6 2,0-1-2,0-4 2,0-1-1,0 0 0,0 0-2,0 0-61,0 0-97,0 0-149</inkml:trace>
          <inkml:trace contextRef="#ctx0" brushRef="#br0" timeOffset="3264.2327">-41 71 81,'0'0'43,"0"0"20,0 0 4,0 0-34,0 0-9,0 0-3,0 0 2,0 0-6,0 0 6,0 0-1,0 0 3,0 0 0,0 0-9,0 0-1,0 0 2,0 0 7,0 0-5,0 0-3,0 0-2,0 0 4,3 0 4,-3 0 1,7-3-5,-4-5-13,7-2 13,0-1-16,6-1-2,-7 3 2,-2 1 1,0 1 5,-4 0 3,0 0 2,1 3-4,-4 1-3,0 0 3,0 3 3,0 0-7,0 0-5,0 0 0,0 0-9,0 0-1,0 3-4,0 9 6,0 4 8,0 6-1,0 2 1,0 4 0,0 1 1,0 1-1,0 2 0,0-2 0,0 0 0,0-5-1,0-2-2,0-3-1,0-4-2,0-4-2,0-3-4,0-1 2,0-4-5,0 2 0,-4-1-3,-2-4 10,-1 1 8,-3-1 4,-4-1 3,3 0 4,-2 0-9,-4 0 5,2 0-5,-2 2-2,1-1 1,0-1-1,3 3 0,6-2 0,4-1 0,3 0 0,0 0-5,0 2-2,0-2-8,0 2 15,0-1-3,7 1 3,9-2 1,9 3 5,2-3-2,5 0-1,6 0 3,-3 0-4,2 0-2,-5 0-19,-11 0-19,-3 0-79,-12 0-86</inkml:trace>
          <inkml:trace contextRef="#ctx0" brushRef="#br0" timeOffset="1411.9215">21 2026 315,'0'0'11,"0"0"0,0 0 52,0 0 4,0 0-33,0 0-15,6-15 3,-6 9 2,4 5 4,-1-4-12,0-1 12,1-3-3,-1 1-3,-2 1-8,2-4 11,1-2-12,-2 2 2,3-3 4,-5 7-4,4 0-15,-4 4 9,0-1 1,0 3-3,0 1-3,0 0-4,0 0-4,0 0-7,0 15-9,0 10-11,0 9 28,0 2 3,0-1-11,0-6-9,0-1 14,0-4 2,0-3-6,0-3-4,0-1 1,0-2 1,0-4 6,0 0-3,0-2-1,0-1-2,0-4-12,0-1-4,-9 3 0,0-3 15,-2 2 13,-6-2-2,0 0 1,3-2-2,0 2 6,4 0 0,2-1 5,4-1 9,4 1-6,0-2 3,0 0-11,0 0-3,5 0 0,16 0-3,5 0 1,13 0 0,3 0-46,3-8-63,-7-5-87</inkml:trace>
        </inkml:traceGroup>
      </inkml:traceGroup>
    </inkml:traceGroup>
  </inkml:traceGroup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44.20712" units="1/cm"/>
          <inkml:channelProperty channel="Y" name="resolution" value="44.39306" units="1/cm"/>
        </inkml:channelProperties>
      </inkml:inkSource>
      <inkml:timestamp xml:id="ts0" timeString="2021-02-07T17:24:46.499"/>
    </inkml:context>
    <inkml:brush xml:id="br0">
      <inkml:brushProperty name="width" value="0.04667" units="cm"/>
      <inkml:brushProperty name="height" value="0.04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1063185F-E8A0-4C4B-9C5C-186B3A435948}" emma:medium="tactile" emma:mode="ink">
          <msink:context xmlns:msink="http://schemas.microsoft.com/ink/2010/main" type="inkDrawing" rotatedBoundingBox="3700,4256 3875,3984 4122,4142 3948,4414" semanticType="callout" shapeName="Other"/>
        </emma:interpretation>
      </emma:emma>
    </inkml:annotationXML>
    <inkml:trace contextRef="#ctx0" brushRef="#br0">21 0,'106'21,"-85"0,1-21,-22 21,21-21,-21 21,21-21,0 0,-21 22,21-22,-21 21,21-21,-21 21,-63 21,63-21,-21-21,21 22,-21-1,-1-21,22 21,-21-21,0 0,0 0,0 21,0-21,-1 0,1 0,21 21</inkml:trace>
  </inkml:traceGroup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44.20712" units="1/cm"/>
          <inkml:channelProperty channel="Y" name="resolution" value="44.39306" units="1/cm"/>
        </inkml:channelProperties>
      </inkml:inkSource>
      <inkml:timestamp xml:id="ts0" timeString="2021-02-07T17:24:52.519"/>
    </inkml:context>
    <inkml:brush xml:id="br0">
      <inkml:brushProperty name="width" value="0.04667" units="cm"/>
      <inkml:brushProperty name="height" value="0.04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96FF3A52-D9B5-4FC6-BC65-8998C3911D22}" emma:medium="tactile" emma:mode="ink">
          <msink:context xmlns:msink="http://schemas.microsoft.com/ink/2010/main" type="inkDrawing" rotatedBoundingBox="4815,4618 5128,4679 5094,4854 4781,4793" semanticType="callout" shapeName="Other">
            <msink:sourceLink direction="with" ref="{DAA80F02-66BB-45AA-9D3A-B2B07C44EB61}"/>
          </msink:context>
        </emma:interpretation>
      </emma:emma>
    </inkml:annotationXML>
    <inkml:trace contextRef="#ctx0" brushRef="#br0">0 0,'63'42,"-41"-42,-1 0,-21 21,21-21,0 0,0 0,0 22,-21-1,22-21,-22 21,21-21,-21 21,21 0,-21-42,0 0,0 0,0 0,21 21,-21-22,21 1,0 21,-21-21,0 0</inkml:trace>
  </inkml:traceGroup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44.20712" units="1/cm"/>
          <inkml:channelProperty channel="Y" name="resolution" value="44.39306" units="1/cm"/>
        </inkml:channelProperties>
      </inkml:inkSource>
      <inkml:timestamp xml:id="ts0" timeString="2021-02-07T17:25:15.240"/>
    </inkml:context>
    <inkml:brush xml:id="br0">
      <inkml:brushProperty name="width" value="0.04667" units="cm"/>
      <inkml:brushProperty name="height" value="0.04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8D901864-52A6-4337-914C-48BFDE0EE314}" emma:medium="tactile" emma:mode="ink">
          <msink:context xmlns:msink="http://schemas.microsoft.com/ink/2010/main" type="inkDrawing" rotatedBoundingBox="5587,4064 5880,4135 5821,4375 5528,4303" semanticType="callout" shapeName="Other">
            <msink:sourceLink direction="with" ref="{DAA80F02-66BB-45AA-9D3A-B2B07C44EB61}"/>
          </msink:context>
        </emma:interpretation>
      </emma:emma>
    </inkml:annotationXML>
    <inkml:trace contextRef="#ctx0" brushRef="#br0">0 0,'169'191,"-147"-191,-1 21,0-21,-21 21,21-21,-211 21,168-21,1 0,0 0</inkml:trace>
  </inkml:traceGroup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44.20712" units="1/cm"/>
          <inkml:channelProperty channel="Y" name="resolution" value="44.39306" units="1/cm"/>
        </inkml:channelProperties>
      </inkml:inkSource>
      <inkml:timestamp xml:id="ts0" timeString="2021-02-07T17:25:22.511"/>
    </inkml:context>
    <inkml:brush xml:id="br0">
      <inkml:brushProperty name="width" value="0.04667" units="cm"/>
      <inkml:brushProperty name="height" value="0.04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A120884B-A186-4363-9EB6-0C8A29B03BE7}" emma:medium="tactile" emma:mode="ink">
          <msink:context xmlns:msink="http://schemas.microsoft.com/ink/2010/main" type="inkDrawing" rotatedBoundingBox="6700,6497 7054,6567 7016,6758 6663,6688" semanticType="callout" shapeName="Other">
            <msink:sourceLink direction="with" ref="{DAA80F02-66BB-45AA-9D3A-B2B07C44EB61}"/>
          </msink:context>
        </emma:interpretation>
      </emma:emma>
    </inkml:annotationXML>
    <inkml:trace contextRef="#ctx0" brushRef="#br0">0 42,'0'-42,"63"63,-63 0,21-21,-21 21,22-21,-22 21,21-21,-21 22,0-1,21-21,-21 21,21-21,0 0,-21 21,21-21,1 0,-1 0,0 0,0 0,0 0,0-21,-21 0,0 0,0-1,0 1,0 0,0 0,0 0</inkml:trace>
  </inkml:traceGroup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44.20712" units="1/cm"/>
          <inkml:channelProperty channel="Y" name="resolution" value="44.39306" units="1/cm"/>
        </inkml:channelProperties>
      </inkml:inkSource>
      <inkml:timestamp xml:id="ts0" timeString="2021-02-07T17:25:35.285"/>
    </inkml:context>
    <inkml:brush xml:id="br0">
      <inkml:brushProperty name="width" value="0.04667" units="cm"/>
      <inkml:brushProperty name="height" value="0.04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BDD26362-57AA-4F5D-913D-613C6E49C405}" emma:medium="tactile" emma:mode="ink">
          <msink:context xmlns:msink="http://schemas.microsoft.com/ink/2010/main" type="writingRegion" rotatedBoundingBox="8614,4022 9651,4022 9651,4530 8614,4530"/>
        </emma:interpretation>
      </emma:emma>
    </inkml:annotationXML>
    <inkml:traceGroup>
      <inkml:annotationXML>
        <emma:emma xmlns:emma="http://www.w3.org/2003/04/emma" version="1.0">
          <emma:interpretation id="{355BEE0F-35CF-44B5-AA7B-B423576CB5CE}" emma:medium="tactile" emma:mode="ink">
            <msink:context xmlns:msink="http://schemas.microsoft.com/ink/2010/main" type="paragraph" rotatedBoundingBox="8614,4022 9651,4022 9651,4530 8614,4530" alignmentLevel="1"/>
          </emma:interpretation>
        </emma:emma>
      </inkml:annotationXML>
      <inkml:traceGroup>
        <inkml:annotationXML>
          <emma:emma xmlns:emma="http://www.w3.org/2003/04/emma" version="1.0">
            <emma:interpretation id="{FF0BD9CA-9613-4A89-AE15-51B37BE1A3C5}" emma:medium="tactile" emma:mode="ink">
              <msink:context xmlns:msink="http://schemas.microsoft.com/ink/2010/main" type="line" rotatedBoundingBox="8614,4022 9651,4022 9651,4530 8614,4530"/>
            </emma:interpretation>
          </emma:emma>
        </inkml:annotationXML>
        <inkml:traceGroup>
          <inkml:annotationXML>
            <emma:emma xmlns:emma="http://www.w3.org/2003/04/emma" version="1.0">
              <emma:interpretation id="{DAA80F02-66BB-45AA-9D3A-B2B07C44EB61}" emma:medium="tactile" emma:mode="ink">
                <msink:context xmlns:msink="http://schemas.microsoft.com/ink/2010/main" type="inkWord" rotatedBoundingBox="9355,4022 9651,4022 9651,4318 9355,4318">
                  <msink:destinationLink direction="with" ref="{8D901864-52A6-4337-914C-48BFDE0EE314}"/>
                  <msink:destinationLink direction="with" ref="{96FF3A52-D9B5-4FC6-BC65-8998C3911D22}"/>
                  <msink:destinationLink direction="with" ref="{A120884B-A186-4363-9EB6-0C8A29B03BE7}"/>
                </msink:context>
              </emma:interpretation>
              <emma:one-of disjunction-type="recognition" id="oneOf0">
                <emma:interpretation id="interp0" emma:lang="en-IN" emma:confidence="0">
                  <emma:literal>ns</emma:literal>
                </emma:interpretation>
                <emma:interpretation id="interp1" emma:lang="en-IN" emma:confidence="0">
                  <emma:literal>n s</emma:literal>
                </emma:interpretation>
                <emma:interpretation id="interp2" emma:lang="en-IN" emma:confidence="0">
                  <emma:literal>rs</emma:literal>
                </emma:interpretation>
                <emma:interpretation id="interp3" emma:lang="en-IN" emma:confidence="0">
                  <emma:literal>r s</emma:literal>
                </emma:interpretation>
                <emma:interpretation id="interp4" emma:lang="en-IN" emma:confidence="0">
                  <emma:literal>2 s</emma:literal>
                </emma:interpretation>
              </emma:one-of>
            </emma:emma>
          </inkml:annotationXML>
          <inkml:trace contextRef="#ctx0" brushRef="#br0">868-338,'84'84,"-84"-62,22-22,-1 21,-21 0,0 0,21-21,-21 21,21-21,-21 21,-21-21,0 0,0 0,-1 0,1 0,0 0,0 0,-85 85,85-85,0 0</inkml:trace>
          <inkml:trace contextRef="#ctx0" brushRef="#br0" timeOffset="-6955.5545">0 170,'85'-127,"-64"127,0 0,-21-21,21 21,-21-22,64 86,-64-43,21-21,-21 21,21-21,-21 21,21 1,-21-1</inkml:trace>
        </inkml:traceGroup>
      </inkml:traceGroup>
    </inkml:traceGroup>
  </inkml:traceGroup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93EF77-6788-4FB7-A876-98D0001E269E}" type="datetimeFigureOut">
              <a:rPr lang="en-IN" smtClean="0"/>
              <a:t>03-04-2022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12EE87-5D2D-4AB4-A32E-3704B49B3F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79396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8BCFB-1CED-4F33-8C8D-41E7BD9C8AD9}" type="datetime1">
              <a:rPr lang="en-US" smtClean="0"/>
              <a:t>4/3/2022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EEEE AY 2021-22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60540-66C9-4C70-9BB3-84A7AE275C79}" type="datetime1">
              <a:rPr lang="en-US" smtClean="0"/>
              <a:t>4/3/2022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EEEE AY 2021-22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E57AD-0E4A-4A56-A027-C742FFCEAA64}" type="datetime1">
              <a:rPr lang="en-US" smtClean="0"/>
              <a:t>4/3/2022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EEEE AY 2021-22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ED004-0CB4-414E-96A6-E78AA44DF59C}" type="datetime1">
              <a:rPr lang="en-US" smtClean="0"/>
              <a:t>4/3/2022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EEEE AY 2021-22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C5DDA-3527-48AF-9D4F-AD4878FAC644}" type="datetime1">
              <a:rPr lang="en-US" smtClean="0"/>
              <a:t>4/3/2022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EEEE AY 2021-22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0F9F1-0535-44F9-BAF1-7ADB87901C1B}" type="datetime1">
              <a:rPr lang="en-US" smtClean="0"/>
              <a:t>4/3/2022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EEEE AY 2021-22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E2AF9-C04D-4542-983A-5E78758B8CF0}" type="datetime1">
              <a:rPr lang="en-US" smtClean="0"/>
              <a:t>4/3/2022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EEEE AY 2021-22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F708B-E4B6-4C38-9326-509DD0CDAC3E}" type="datetime1">
              <a:rPr lang="en-US" smtClean="0"/>
              <a:t>4/3/2022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EEEE AY 2021-22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CCCE5-9A6D-4758-8B5A-DB7D1C52C867}" type="datetime1">
              <a:rPr lang="en-US" smtClean="0"/>
              <a:t>4/3/2022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EEEE AY 2021-22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EBA39-0F35-4343-9F92-CB7FF6204633}" type="datetime1">
              <a:rPr lang="en-US" smtClean="0"/>
              <a:t>4/3/2022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EEEE AY 2021-22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D9957-8419-4371-A844-602D3EF7F562}" type="datetime1">
              <a:rPr lang="en-US" smtClean="0"/>
              <a:t>4/3/2022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EEEE AY 2021-22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1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0E0AC-E548-451F-BA2A-CACFA89F77B4}" type="datetime1">
              <a:rPr lang="en-US" smtClean="0">
                <a:solidFill>
                  <a:srgbClr val="DBF5F9">
                    <a:shade val="90000"/>
                  </a:srgbClr>
                </a:solidFill>
              </a:rPr>
              <a:t>4/3/2022</a:t>
            </a:fld>
            <a:endParaRPr lang="en-IN">
              <a:solidFill>
                <a:srgbClr val="DBF5F9">
                  <a:shade val="9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>
                <a:solidFill>
                  <a:srgbClr val="DBF5F9">
                    <a:shade val="90000"/>
                  </a:srgbClr>
                </a:solidFill>
              </a:rPr>
              <a:t>EEEE AY 2021-22</a:t>
            </a:r>
            <a:endParaRPr lang="en-IN">
              <a:solidFill>
                <a:srgbClr val="DBF5F9">
                  <a:shade val="9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238DB-7230-45D0-89A2-1890D4DEDBDF}" type="slidenum">
              <a:rPr lang="en-IN" smtClean="0">
                <a:solidFill>
                  <a:srgbClr val="DBF5F9">
                    <a:shade val="90000"/>
                  </a:srgbClr>
                </a:solidFill>
              </a:rPr>
              <a:pPr/>
              <a:t>‹#›</a:t>
            </a:fld>
            <a:endParaRPr lang="en-IN">
              <a:solidFill>
                <a:srgbClr val="DBF5F9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31733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26C98-EAAB-4721-B49A-4D3973BA3FF3}" type="datetime1">
              <a:rPr lang="en-US" smtClean="0">
                <a:solidFill>
                  <a:srgbClr val="04617B">
                    <a:shade val="90000"/>
                  </a:srgbClr>
                </a:solidFill>
              </a:rPr>
              <a:t>4/3/2022</a:t>
            </a:fld>
            <a:endParaRPr lang="en-IN" dirty="0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>
                <a:solidFill>
                  <a:srgbClr val="04617B">
                    <a:shade val="90000"/>
                  </a:srgbClr>
                </a:solidFill>
              </a:rPr>
              <a:t>EEEE AY 2021-22</a:t>
            </a:r>
            <a:endParaRPr lang="en-IN" dirty="0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238DB-7230-45D0-89A2-1890D4DEDBDF}" type="slidenum">
              <a:rPr lang="en-IN" smtClean="0">
                <a:solidFill>
                  <a:srgbClr val="04617B">
                    <a:shade val="90000"/>
                  </a:srgbClr>
                </a:solidFill>
              </a:rPr>
              <a:pPr/>
              <a:t>‹#›</a:t>
            </a:fld>
            <a:endParaRPr lang="en-IN" dirty="0">
              <a:solidFill>
                <a:srgbClr val="04617B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87903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6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91850-0E9E-4788-8C91-7E70905DEC98}" type="datetime1">
              <a:rPr lang="en-US" smtClean="0">
                <a:solidFill>
                  <a:srgbClr val="DBF5F9">
                    <a:shade val="90000"/>
                  </a:srgbClr>
                </a:solidFill>
              </a:rPr>
              <a:t>4/3/2022</a:t>
            </a:fld>
            <a:endParaRPr lang="en-IN" dirty="0">
              <a:solidFill>
                <a:srgbClr val="DBF5F9">
                  <a:shade val="9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>
                <a:solidFill>
                  <a:srgbClr val="DBF5F9">
                    <a:shade val="90000"/>
                  </a:srgbClr>
                </a:solidFill>
              </a:rPr>
              <a:t>EEEE AY 2021-22</a:t>
            </a:r>
            <a:endParaRPr lang="en-IN" dirty="0">
              <a:solidFill>
                <a:srgbClr val="DBF5F9">
                  <a:shade val="9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238DB-7230-45D0-89A2-1890D4DEDBDF}" type="slidenum">
              <a:rPr lang="en-IN" smtClean="0">
                <a:solidFill>
                  <a:srgbClr val="DBF5F9">
                    <a:shade val="90000"/>
                  </a:srgbClr>
                </a:solidFill>
              </a:rPr>
              <a:pPr/>
              <a:t>‹#›</a:t>
            </a:fld>
            <a:endParaRPr lang="en-IN">
              <a:solidFill>
                <a:srgbClr val="DBF5F9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7231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AE204-BE71-4F78-96F8-52FD240643FB}" type="datetime1">
              <a:rPr lang="en-US" smtClean="0">
                <a:solidFill>
                  <a:srgbClr val="04617B">
                    <a:shade val="90000"/>
                  </a:srgbClr>
                </a:solidFill>
              </a:rPr>
              <a:t>4/3/2022</a:t>
            </a:fld>
            <a:endParaRPr lang="en-IN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>
                <a:solidFill>
                  <a:srgbClr val="04617B">
                    <a:shade val="90000"/>
                  </a:srgbClr>
                </a:solidFill>
              </a:rPr>
              <a:t>EEEE AY 2021-22</a:t>
            </a:r>
            <a:endParaRPr lang="en-IN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238DB-7230-45D0-89A2-1890D4DEDBDF}" type="slidenum">
              <a:rPr lang="en-IN" smtClean="0">
                <a:solidFill>
                  <a:srgbClr val="04617B">
                    <a:shade val="90000"/>
                  </a:srgbClr>
                </a:solidFill>
              </a:rPr>
              <a:pPr/>
              <a:t>‹#›</a:t>
            </a:fld>
            <a:endParaRPr lang="en-IN">
              <a:solidFill>
                <a:srgbClr val="04617B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76999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2" y="365128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F2820-5E42-427E-B90A-0A31EDE7DB39}" type="datetime1">
              <a:rPr lang="en-US" smtClean="0">
                <a:solidFill>
                  <a:srgbClr val="04617B">
                    <a:shade val="90000"/>
                  </a:srgbClr>
                </a:solidFill>
              </a:rPr>
              <a:t>4/3/2022</a:t>
            </a:fld>
            <a:endParaRPr lang="en-IN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>
                <a:solidFill>
                  <a:srgbClr val="04617B">
                    <a:shade val="90000"/>
                  </a:srgbClr>
                </a:solidFill>
              </a:rPr>
              <a:t>EEEE AY 2021-22</a:t>
            </a:r>
            <a:endParaRPr lang="en-IN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238DB-7230-45D0-89A2-1890D4DEDBDF}" type="slidenum">
              <a:rPr lang="en-IN" smtClean="0">
                <a:solidFill>
                  <a:srgbClr val="04617B">
                    <a:shade val="90000"/>
                  </a:srgbClr>
                </a:solidFill>
              </a:rPr>
              <a:pPr/>
              <a:t>‹#›</a:t>
            </a:fld>
            <a:endParaRPr lang="en-IN">
              <a:solidFill>
                <a:srgbClr val="04617B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67689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70B0B-9A0A-4313-9CF6-A89B6C33EDBA}" type="datetime1">
              <a:rPr lang="en-US" smtClean="0">
                <a:solidFill>
                  <a:srgbClr val="04617B">
                    <a:shade val="90000"/>
                  </a:srgbClr>
                </a:solidFill>
              </a:rPr>
              <a:t>4/3/2022</a:t>
            </a:fld>
            <a:endParaRPr lang="en-IN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>
                <a:solidFill>
                  <a:srgbClr val="04617B">
                    <a:shade val="90000"/>
                  </a:srgbClr>
                </a:solidFill>
              </a:rPr>
              <a:t>EEEE AY 2021-22</a:t>
            </a:r>
            <a:endParaRPr lang="en-IN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238DB-7230-45D0-89A2-1890D4DEDBDF}" type="slidenum">
              <a:rPr lang="en-IN" smtClean="0">
                <a:solidFill>
                  <a:srgbClr val="04617B">
                    <a:shade val="90000"/>
                  </a:srgbClr>
                </a:solidFill>
              </a:rPr>
              <a:pPr/>
              <a:t>‹#›</a:t>
            </a:fld>
            <a:endParaRPr lang="en-IN">
              <a:solidFill>
                <a:srgbClr val="04617B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19888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9259E-91D0-4D9D-AA55-BC2E647D047A}" type="datetime1">
              <a:rPr lang="en-US" smtClean="0">
                <a:solidFill>
                  <a:srgbClr val="04617B">
                    <a:shade val="90000"/>
                  </a:srgbClr>
                </a:solidFill>
              </a:rPr>
              <a:t>4/3/2022</a:t>
            </a:fld>
            <a:endParaRPr lang="en-IN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>
                <a:solidFill>
                  <a:srgbClr val="04617B">
                    <a:shade val="90000"/>
                  </a:srgbClr>
                </a:solidFill>
              </a:rPr>
              <a:t>EEEE AY 2021-22</a:t>
            </a:r>
            <a:endParaRPr lang="en-IN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238DB-7230-45D0-89A2-1890D4DEDBDF}" type="slidenum">
              <a:rPr lang="en-IN" smtClean="0">
                <a:solidFill>
                  <a:srgbClr val="04617B">
                    <a:shade val="90000"/>
                  </a:srgbClr>
                </a:solidFill>
              </a:rPr>
              <a:pPr/>
              <a:t>‹#›</a:t>
            </a:fld>
            <a:endParaRPr lang="en-IN">
              <a:solidFill>
                <a:srgbClr val="04617B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97665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2" y="987428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00C16-89DD-4A41-AC4B-3B24361F83B9}" type="datetime1">
              <a:rPr lang="en-US" smtClean="0">
                <a:solidFill>
                  <a:srgbClr val="04617B">
                    <a:shade val="90000"/>
                  </a:srgbClr>
                </a:solidFill>
              </a:rPr>
              <a:t>4/3/2022</a:t>
            </a:fld>
            <a:endParaRPr lang="en-IN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>
                <a:solidFill>
                  <a:srgbClr val="04617B">
                    <a:shade val="90000"/>
                  </a:srgbClr>
                </a:solidFill>
              </a:rPr>
              <a:t>EEEE AY 2021-22</a:t>
            </a:r>
            <a:endParaRPr lang="en-IN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238DB-7230-45D0-89A2-1890D4DEDBDF}" type="slidenum">
              <a:rPr lang="en-IN" smtClean="0">
                <a:solidFill>
                  <a:srgbClr val="04617B">
                    <a:shade val="90000"/>
                  </a:srgbClr>
                </a:solidFill>
              </a:rPr>
              <a:pPr/>
              <a:t>‹#›</a:t>
            </a:fld>
            <a:endParaRPr lang="en-IN">
              <a:solidFill>
                <a:srgbClr val="04617B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452676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2" y="987428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485B0-4E1E-4406-A630-92BEF5BF1F88}" type="datetime1">
              <a:rPr lang="en-US" smtClean="0">
                <a:solidFill>
                  <a:srgbClr val="04617B">
                    <a:shade val="90000"/>
                  </a:srgbClr>
                </a:solidFill>
              </a:rPr>
              <a:t>4/3/2022</a:t>
            </a:fld>
            <a:endParaRPr lang="en-IN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>
                <a:solidFill>
                  <a:srgbClr val="04617B">
                    <a:shade val="90000"/>
                  </a:srgbClr>
                </a:solidFill>
              </a:rPr>
              <a:t>EEEE AY 2021-22</a:t>
            </a:r>
            <a:endParaRPr lang="en-IN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238DB-7230-45D0-89A2-1890D4DEDBDF}" type="slidenum">
              <a:rPr lang="en-IN" smtClean="0">
                <a:solidFill>
                  <a:srgbClr val="04617B">
                    <a:shade val="90000"/>
                  </a:srgbClr>
                </a:solidFill>
              </a:rPr>
              <a:pPr/>
              <a:t>‹#›</a:t>
            </a:fld>
            <a:endParaRPr lang="en-IN">
              <a:solidFill>
                <a:srgbClr val="04617B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405586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BFC8A-7108-4831-8A3D-B92CBCD49B8E}" type="datetime1">
              <a:rPr lang="en-US" smtClean="0">
                <a:solidFill>
                  <a:srgbClr val="04617B">
                    <a:shade val="90000"/>
                  </a:srgbClr>
                </a:solidFill>
              </a:rPr>
              <a:t>4/3/2022</a:t>
            </a:fld>
            <a:endParaRPr lang="en-IN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>
                <a:solidFill>
                  <a:srgbClr val="04617B">
                    <a:shade val="90000"/>
                  </a:srgbClr>
                </a:solidFill>
              </a:rPr>
              <a:t>EEEE AY 2021-22</a:t>
            </a:r>
            <a:endParaRPr lang="en-IN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238DB-7230-45D0-89A2-1890D4DEDBDF}" type="slidenum">
              <a:rPr lang="en-IN" smtClean="0">
                <a:solidFill>
                  <a:srgbClr val="04617B">
                    <a:shade val="90000"/>
                  </a:srgbClr>
                </a:solidFill>
              </a:rPr>
              <a:pPr/>
              <a:t>‹#›</a:t>
            </a:fld>
            <a:endParaRPr lang="en-IN">
              <a:solidFill>
                <a:srgbClr val="04617B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002823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3D4E2-EDA7-43BE-86AC-3F95215620BB}" type="datetime1">
              <a:rPr lang="en-US" smtClean="0">
                <a:solidFill>
                  <a:srgbClr val="04617B">
                    <a:shade val="90000"/>
                  </a:srgbClr>
                </a:solidFill>
              </a:rPr>
              <a:t>4/3/2022</a:t>
            </a:fld>
            <a:endParaRPr lang="en-IN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>
                <a:solidFill>
                  <a:srgbClr val="04617B">
                    <a:shade val="90000"/>
                  </a:srgbClr>
                </a:solidFill>
              </a:rPr>
              <a:t>EEEE AY 2021-22</a:t>
            </a:r>
            <a:endParaRPr lang="en-IN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238DB-7230-45D0-89A2-1890D4DEDBDF}" type="slidenum">
              <a:rPr lang="en-IN" smtClean="0">
                <a:solidFill>
                  <a:srgbClr val="04617B">
                    <a:shade val="90000"/>
                  </a:srgbClr>
                </a:solidFill>
              </a:rPr>
              <a:pPr/>
              <a:t>‹#›</a:t>
            </a:fld>
            <a:endParaRPr lang="en-IN">
              <a:solidFill>
                <a:srgbClr val="04617B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9592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44BB85-A497-482B-B804-F5D3746D2F3F}" type="datetime1">
              <a:rPr lang="en-US" smtClean="0"/>
              <a:t>4/3/2022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EEEE AY 2021-22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1" y="365128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1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FC16AB-8B46-4151-B768-BE4D31CCEF83}" type="datetime1">
              <a:rPr lang="en-US" smtClean="0">
                <a:solidFill>
                  <a:srgbClr val="04617B">
                    <a:shade val="90000"/>
                  </a:srgbClr>
                </a:solidFill>
              </a:rPr>
              <a:t>4/3/2022</a:t>
            </a:fld>
            <a:endParaRPr lang="en-IN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 smtClean="0">
                <a:solidFill>
                  <a:srgbClr val="04617B">
                    <a:shade val="90000"/>
                  </a:srgbClr>
                </a:solidFill>
              </a:rPr>
              <a:t>EEEE AY 2021-22</a:t>
            </a:r>
            <a:endParaRPr lang="en-IN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1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238DB-7230-45D0-89A2-1890D4DEDBDF}" type="slidenum">
              <a:rPr lang="en-IN" smtClean="0">
                <a:solidFill>
                  <a:srgbClr val="04617B">
                    <a:shade val="90000"/>
                  </a:srgbClr>
                </a:solidFill>
              </a:rPr>
              <a:pPr/>
              <a:t>‹#›</a:t>
            </a:fld>
            <a:endParaRPr lang="en-IN">
              <a:solidFill>
                <a:srgbClr val="04617B">
                  <a:shade val="90000"/>
                </a:srgbClr>
              </a:solidFill>
            </a:endParaRPr>
          </a:p>
        </p:txBody>
      </p:sp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="" xmlns:a16="http://schemas.microsoft.com/office/drawing/2014/main" id="{C9DDECDA-AC01-47B8-B70B-458DA2478788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245" y="93609"/>
            <a:ext cx="2837329" cy="863652"/>
          </a:xfrm>
          <a:prstGeom prst="rect">
            <a:avLst/>
          </a:prstGeom>
        </p:spPr>
      </p:pic>
      <p:pic>
        <p:nvPicPr>
          <p:cNvPr id="8" name="Content Placeholder 6" descr="A close up of a sign&#10;&#10;Description automatically generated">
            <a:extLst>
              <a:ext uri="{FF2B5EF4-FFF2-40B4-BE49-F238E27FC236}">
                <a16:creationId xmlns="" xmlns:a16="http://schemas.microsoft.com/office/drawing/2014/main" id="{AFB8B780-B92F-4BF8-8EAF-809E1CF54073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8102" y="93609"/>
            <a:ext cx="985130" cy="7219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5400000">
            <a:off x="4204042" y="1938903"/>
            <a:ext cx="702416" cy="917749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5400000">
            <a:off x="5540362" y="2572804"/>
            <a:ext cx="207493" cy="6999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470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emf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7.emf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emf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0" Type="http://schemas.openxmlformats.org/officeDocument/2006/relationships/image" Target="../media/image6.emf"/><Relationship Id="rId4" Type="http://schemas.openxmlformats.org/officeDocument/2006/relationships/image" Target="../media/image3.emf"/><Relationship Id="rId9" Type="http://schemas.openxmlformats.org/officeDocument/2006/relationships/customXml" Target="../ink/ink4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1.xml"/><Relationship Id="rId18" Type="http://schemas.openxmlformats.org/officeDocument/2006/relationships/image" Target="../media/image15.emf"/><Relationship Id="rId26" Type="http://schemas.openxmlformats.org/officeDocument/2006/relationships/image" Target="../media/image19.emf"/><Relationship Id="rId39" Type="http://schemas.openxmlformats.org/officeDocument/2006/relationships/customXml" Target="../ink/ink24.xml"/><Relationship Id="rId3" Type="http://schemas.openxmlformats.org/officeDocument/2006/relationships/customXml" Target="../ink/ink6.xml"/><Relationship Id="rId21" Type="http://schemas.openxmlformats.org/officeDocument/2006/relationships/customXml" Target="../ink/ink15.xml"/><Relationship Id="rId34" Type="http://schemas.openxmlformats.org/officeDocument/2006/relationships/image" Target="../media/image23.emf"/><Relationship Id="rId42" Type="http://schemas.openxmlformats.org/officeDocument/2006/relationships/image" Target="../media/image27.emf"/><Relationship Id="rId47" Type="http://schemas.openxmlformats.org/officeDocument/2006/relationships/customXml" Target="../ink/ink28.xml"/><Relationship Id="rId50" Type="http://schemas.openxmlformats.org/officeDocument/2006/relationships/image" Target="../media/image31.emf"/><Relationship Id="rId7" Type="http://schemas.openxmlformats.org/officeDocument/2006/relationships/customXml" Target="../ink/ink8.xml"/><Relationship Id="rId12" Type="http://schemas.openxmlformats.org/officeDocument/2006/relationships/image" Target="../media/image12.emf"/><Relationship Id="rId17" Type="http://schemas.openxmlformats.org/officeDocument/2006/relationships/customXml" Target="../ink/ink13.xml"/><Relationship Id="rId25" Type="http://schemas.openxmlformats.org/officeDocument/2006/relationships/customXml" Target="../ink/ink17.xml"/><Relationship Id="rId33" Type="http://schemas.openxmlformats.org/officeDocument/2006/relationships/customXml" Target="../ink/ink21.xml"/><Relationship Id="rId38" Type="http://schemas.openxmlformats.org/officeDocument/2006/relationships/image" Target="../media/image25.emf"/><Relationship Id="rId46" Type="http://schemas.openxmlformats.org/officeDocument/2006/relationships/image" Target="../media/image29.emf"/><Relationship Id="rId2" Type="http://schemas.openxmlformats.org/officeDocument/2006/relationships/image" Target="../media/image5.jpeg"/><Relationship Id="rId16" Type="http://schemas.openxmlformats.org/officeDocument/2006/relationships/image" Target="../media/image14.emf"/><Relationship Id="rId20" Type="http://schemas.openxmlformats.org/officeDocument/2006/relationships/image" Target="../media/image16.emf"/><Relationship Id="rId29" Type="http://schemas.openxmlformats.org/officeDocument/2006/relationships/customXml" Target="../ink/ink19.xml"/><Relationship Id="rId41" Type="http://schemas.openxmlformats.org/officeDocument/2006/relationships/customXml" Target="../ink/ink25.xml"/><Relationship Id="rId54" Type="http://schemas.openxmlformats.org/officeDocument/2006/relationships/image" Target="../media/image33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emf"/><Relationship Id="rId11" Type="http://schemas.openxmlformats.org/officeDocument/2006/relationships/customXml" Target="../ink/ink10.xml"/><Relationship Id="rId24" Type="http://schemas.openxmlformats.org/officeDocument/2006/relationships/image" Target="../media/image18.emf"/><Relationship Id="rId32" Type="http://schemas.openxmlformats.org/officeDocument/2006/relationships/image" Target="../media/image22.emf"/><Relationship Id="rId37" Type="http://schemas.openxmlformats.org/officeDocument/2006/relationships/customXml" Target="../ink/ink23.xml"/><Relationship Id="rId40" Type="http://schemas.openxmlformats.org/officeDocument/2006/relationships/image" Target="../media/image26.emf"/><Relationship Id="rId45" Type="http://schemas.openxmlformats.org/officeDocument/2006/relationships/customXml" Target="../ink/ink27.xml"/><Relationship Id="rId53" Type="http://schemas.openxmlformats.org/officeDocument/2006/relationships/customXml" Target="../ink/ink31.xml"/><Relationship Id="rId5" Type="http://schemas.openxmlformats.org/officeDocument/2006/relationships/customXml" Target="../ink/ink7.xml"/><Relationship Id="rId15" Type="http://schemas.openxmlformats.org/officeDocument/2006/relationships/customXml" Target="../ink/ink12.xml"/><Relationship Id="rId23" Type="http://schemas.openxmlformats.org/officeDocument/2006/relationships/customXml" Target="../ink/ink16.xml"/><Relationship Id="rId28" Type="http://schemas.openxmlformats.org/officeDocument/2006/relationships/image" Target="../media/image20.emf"/><Relationship Id="rId36" Type="http://schemas.openxmlformats.org/officeDocument/2006/relationships/image" Target="../media/image24.emf"/><Relationship Id="rId49" Type="http://schemas.openxmlformats.org/officeDocument/2006/relationships/customXml" Target="../ink/ink29.xml"/><Relationship Id="rId10" Type="http://schemas.openxmlformats.org/officeDocument/2006/relationships/image" Target="../media/image11.emf"/><Relationship Id="rId19" Type="http://schemas.openxmlformats.org/officeDocument/2006/relationships/customXml" Target="../ink/ink14.xml"/><Relationship Id="rId31" Type="http://schemas.openxmlformats.org/officeDocument/2006/relationships/customXml" Target="../ink/ink20.xml"/><Relationship Id="rId44" Type="http://schemas.openxmlformats.org/officeDocument/2006/relationships/image" Target="../media/image28.emf"/><Relationship Id="rId52" Type="http://schemas.openxmlformats.org/officeDocument/2006/relationships/image" Target="../media/image32.emf"/><Relationship Id="rId4" Type="http://schemas.openxmlformats.org/officeDocument/2006/relationships/image" Target="../media/image8.emf"/><Relationship Id="rId9" Type="http://schemas.openxmlformats.org/officeDocument/2006/relationships/customXml" Target="../ink/ink9.xml"/><Relationship Id="rId14" Type="http://schemas.openxmlformats.org/officeDocument/2006/relationships/image" Target="../media/image13.emf"/><Relationship Id="rId22" Type="http://schemas.openxmlformats.org/officeDocument/2006/relationships/image" Target="../media/image17.emf"/><Relationship Id="rId27" Type="http://schemas.openxmlformats.org/officeDocument/2006/relationships/customXml" Target="../ink/ink18.xml"/><Relationship Id="rId30" Type="http://schemas.openxmlformats.org/officeDocument/2006/relationships/image" Target="../media/image21.emf"/><Relationship Id="rId35" Type="http://schemas.openxmlformats.org/officeDocument/2006/relationships/customXml" Target="../ink/ink22.xml"/><Relationship Id="rId43" Type="http://schemas.openxmlformats.org/officeDocument/2006/relationships/customXml" Target="../ink/ink26.xml"/><Relationship Id="rId48" Type="http://schemas.openxmlformats.org/officeDocument/2006/relationships/image" Target="../media/image30.emf"/><Relationship Id="rId8" Type="http://schemas.openxmlformats.org/officeDocument/2006/relationships/image" Target="../media/image10.emf"/><Relationship Id="rId51" Type="http://schemas.openxmlformats.org/officeDocument/2006/relationships/customXml" Target="../ink/ink3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32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emf"/><Relationship Id="rId3" Type="http://schemas.openxmlformats.org/officeDocument/2006/relationships/customXml" Target="../ink/ink33.xml"/><Relationship Id="rId7" Type="http://schemas.openxmlformats.org/officeDocument/2006/relationships/customXml" Target="../ink/ink35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emf"/><Relationship Id="rId5" Type="http://schemas.openxmlformats.org/officeDocument/2006/relationships/customXml" Target="../ink/ink34.xml"/><Relationship Id="rId10" Type="http://schemas.openxmlformats.org/officeDocument/2006/relationships/image" Target="../media/image38.emf"/><Relationship Id="rId4" Type="http://schemas.openxmlformats.org/officeDocument/2006/relationships/image" Target="../media/image35.emf"/><Relationship Id="rId9" Type="http://schemas.openxmlformats.org/officeDocument/2006/relationships/customXml" Target="../ink/ink3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emf"/><Relationship Id="rId13" Type="http://schemas.openxmlformats.org/officeDocument/2006/relationships/customXml" Target="../ink/ink42.xml"/><Relationship Id="rId18" Type="http://schemas.openxmlformats.org/officeDocument/2006/relationships/image" Target="../media/image46.emf"/><Relationship Id="rId3" Type="http://schemas.openxmlformats.org/officeDocument/2006/relationships/customXml" Target="../ink/ink37.xml"/><Relationship Id="rId7" Type="http://schemas.openxmlformats.org/officeDocument/2006/relationships/customXml" Target="../ink/ink39.xml"/><Relationship Id="rId12" Type="http://schemas.openxmlformats.org/officeDocument/2006/relationships/image" Target="../media/image43.emf"/><Relationship Id="rId17" Type="http://schemas.openxmlformats.org/officeDocument/2006/relationships/customXml" Target="../ink/ink44.xml"/><Relationship Id="rId2" Type="http://schemas.openxmlformats.org/officeDocument/2006/relationships/image" Target="../media/image5.jpeg"/><Relationship Id="rId16" Type="http://schemas.openxmlformats.org/officeDocument/2006/relationships/image" Target="../media/image4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emf"/><Relationship Id="rId11" Type="http://schemas.openxmlformats.org/officeDocument/2006/relationships/customXml" Target="../ink/ink41.xml"/><Relationship Id="rId5" Type="http://schemas.openxmlformats.org/officeDocument/2006/relationships/customXml" Target="../ink/ink38.xml"/><Relationship Id="rId15" Type="http://schemas.openxmlformats.org/officeDocument/2006/relationships/customXml" Target="../ink/ink43.xml"/><Relationship Id="rId10" Type="http://schemas.openxmlformats.org/officeDocument/2006/relationships/image" Target="../media/image42.emf"/><Relationship Id="rId4" Type="http://schemas.openxmlformats.org/officeDocument/2006/relationships/image" Target="../media/image39.emf"/><Relationship Id="rId9" Type="http://schemas.openxmlformats.org/officeDocument/2006/relationships/customXml" Target="../ink/ink40.xml"/><Relationship Id="rId14" Type="http://schemas.openxmlformats.org/officeDocument/2006/relationships/image" Target="../media/image44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49.emf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6.xml"/><Relationship Id="rId5" Type="http://schemas.openxmlformats.org/officeDocument/2006/relationships/image" Target="../media/image48.emf"/><Relationship Id="rId4" Type="http://schemas.openxmlformats.org/officeDocument/2006/relationships/customXml" Target="../ink/ink45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emf"/><Relationship Id="rId3" Type="http://schemas.openxmlformats.org/officeDocument/2006/relationships/image" Target="../media/image7.png"/><Relationship Id="rId7" Type="http://schemas.openxmlformats.org/officeDocument/2006/relationships/customXml" Target="../ink/ink48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emf"/><Relationship Id="rId5" Type="http://schemas.openxmlformats.org/officeDocument/2006/relationships/customXml" Target="../ink/ink47.xml"/><Relationship Id="rId10" Type="http://schemas.openxmlformats.org/officeDocument/2006/relationships/image" Target="../media/image54.emf"/><Relationship Id="rId4" Type="http://schemas.openxmlformats.org/officeDocument/2006/relationships/image" Target="../media/image8.png"/><Relationship Id="rId9" Type="http://schemas.openxmlformats.org/officeDocument/2006/relationships/customXml" Target="../ink/ink49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52.xml"/><Relationship Id="rId3" Type="http://schemas.openxmlformats.org/officeDocument/2006/relationships/image" Target="../media/image9.png"/><Relationship Id="rId7" Type="http://schemas.openxmlformats.org/officeDocument/2006/relationships/image" Target="../media/image57.emf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1.xml"/><Relationship Id="rId5" Type="http://schemas.openxmlformats.org/officeDocument/2006/relationships/image" Target="../media/image56.emf"/><Relationship Id="rId4" Type="http://schemas.openxmlformats.org/officeDocument/2006/relationships/customXml" Target="../ink/ink50.xml"/><Relationship Id="rId9" Type="http://schemas.openxmlformats.org/officeDocument/2006/relationships/image" Target="../media/image58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ustomXml" Target="../ink/ink56.xml"/><Relationship Id="rId13" Type="http://schemas.openxmlformats.org/officeDocument/2006/relationships/image" Target="../media/image60.emf"/><Relationship Id="rId18" Type="http://schemas.openxmlformats.org/officeDocument/2006/relationships/customXml" Target="../ink/ink61.xml"/><Relationship Id="rId26" Type="http://schemas.openxmlformats.org/officeDocument/2006/relationships/customXml" Target="../ink/ink65.xml"/><Relationship Id="rId3" Type="http://schemas.openxmlformats.org/officeDocument/2006/relationships/image" Target="../media/image47.emf"/><Relationship Id="rId21" Type="http://schemas.openxmlformats.org/officeDocument/2006/relationships/image" Target="../media/image64.emf"/><Relationship Id="rId7" Type="http://schemas.openxmlformats.org/officeDocument/2006/relationships/image" Target="../media/image51.emf"/><Relationship Id="rId12" Type="http://schemas.openxmlformats.org/officeDocument/2006/relationships/customXml" Target="../ink/ink58.xml"/><Relationship Id="rId17" Type="http://schemas.openxmlformats.org/officeDocument/2006/relationships/image" Target="../media/image62.emf"/><Relationship Id="rId25" Type="http://schemas.openxmlformats.org/officeDocument/2006/relationships/image" Target="../media/image66.emf"/><Relationship Id="rId33" Type="http://schemas.openxmlformats.org/officeDocument/2006/relationships/image" Target="../media/image70.emf"/><Relationship Id="rId2" Type="http://schemas.openxmlformats.org/officeDocument/2006/relationships/customXml" Target="../ink/ink53.xml"/><Relationship Id="rId16" Type="http://schemas.openxmlformats.org/officeDocument/2006/relationships/customXml" Target="../ink/ink60.xml"/><Relationship Id="rId20" Type="http://schemas.openxmlformats.org/officeDocument/2006/relationships/customXml" Target="../ink/ink62.xml"/><Relationship Id="rId29" Type="http://schemas.openxmlformats.org/officeDocument/2006/relationships/image" Target="../media/image68.emf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5.xml"/><Relationship Id="rId11" Type="http://schemas.openxmlformats.org/officeDocument/2006/relationships/image" Target="../media/image59.emf"/><Relationship Id="rId24" Type="http://schemas.openxmlformats.org/officeDocument/2006/relationships/customXml" Target="../ink/ink64.xml"/><Relationship Id="rId32" Type="http://schemas.openxmlformats.org/officeDocument/2006/relationships/customXml" Target="../ink/ink68.xml"/><Relationship Id="rId5" Type="http://schemas.openxmlformats.org/officeDocument/2006/relationships/image" Target="../media/image50.emf"/><Relationship Id="rId15" Type="http://schemas.openxmlformats.org/officeDocument/2006/relationships/image" Target="../media/image61.emf"/><Relationship Id="rId23" Type="http://schemas.openxmlformats.org/officeDocument/2006/relationships/image" Target="../media/image65.emf"/><Relationship Id="rId28" Type="http://schemas.openxmlformats.org/officeDocument/2006/relationships/customXml" Target="../ink/ink66.xml"/><Relationship Id="rId10" Type="http://schemas.openxmlformats.org/officeDocument/2006/relationships/customXml" Target="../ink/ink57.xml"/><Relationship Id="rId19" Type="http://schemas.openxmlformats.org/officeDocument/2006/relationships/image" Target="../media/image63.emf"/><Relationship Id="rId31" Type="http://schemas.openxmlformats.org/officeDocument/2006/relationships/image" Target="../media/image69.emf"/><Relationship Id="rId4" Type="http://schemas.openxmlformats.org/officeDocument/2006/relationships/customXml" Target="../ink/ink54.xml"/><Relationship Id="rId9" Type="http://schemas.openxmlformats.org/officeDocument/2006/relationships/image" Target="../media/image55.emf"/><Relationship Id="rId14" Type="http://schemas.openxmlformats.org/officeDocument/2006/relationships/customXml" Target="../ink/ink59.xml"/><Relationship Id="rId22" Type="http://schemas.openxmlformats.org/officeDocument/2006/relationships/customXml" Target="../ink/ink63.xml"/><Relationship Id="rId27" Type="http://schemas.openxmlformats.org/officeDocument/2006/relationships/image" Target="../media/image67.emf"/><Relationship Id="rId30" Type="http://schemas.openxmlformats.org/officeDocument/2006/relationships/customXml" Target="../ink/ink6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6.emf"/><Relationship Id="rId18" Type="http://schemas.openxmlformats.org/officeDocument/2006/relationships/customXml" Target="../ink/ink77.xml"/><Relationship Id="rId26" Type="http://schemas.openxmlformats.org/officeDocument/2006/relationships/customXml" Target="../ink/ink81.xml"/><Relationship Id="rId39" Type="http://schemas.openxmlformats.org/officeDocument/2006/relationships/image" Target="../media/image89.emf"/><Relationship Id="rId21" Type="http://schemas.openxmlformats.org/officeDocument/2006/relationships/image" Target="../media/image80.emf"/><Relationship Id="rId34" Type="http://schemas.openxmlformats.org/officeDocument/2006/relationships/customXml" Target="../ink/ink85.xml"/><Relationship Id="rId42" Type="http://schemas.openxmlformats.org/officeDocument/2006/relationships/customXml" Target="../ink/ink89.xml"/><Relationship Id="rId47" Type="http://schemas.openxmlformats.org/officeDocument/2006/relationships/image" Target="../media/image93.emf"/><Relationship Id="rId50" Type="http://schemas.openxmlformats.org/officeDocument/2006/relationships/customXml" Target="../ink/ink93.xml"/><Relationship Id="rId55" Type="http://schemas.openxmlformats.org/officeDocument/2006/relationships/image" Target="../media/image97.emf"/><Relationship Id="rId7" Type="http://schemas.openxmlformats.org/officeDocument/2006/relationships/image" Target="../media/image73.emf"/><Relationship Id="rId12" Type="http://schemas.openxmlformats.org/officeDocument/2006/relationships/customXml" Target="../ink/ink74.xml"/><Relationship Id="rId17" Type="http://schemas.openxmlformats.org/officeDocument/2006/relationships/image" Target="../media/image78.emf"/><Relationship Id="rId25" Type="http://schemas.openxmlformats.org/officeDocument/2006/relationships/image" Target="../media/image82.emf"/><Relationship Id="rId33" Type="http://schemas.openxmlformats.org/officeDocument/2006/relationships/image" Target="../media/image86.emf"/><Relationship Id="rId38" Type="http://schemas.openxmlformats.org/officeDocument/2006/relationships/customXml" Target="../ink/ink87.xml"/><Relationship Id="rId46" Type="http://schemas.openxmlformats.org/officeDocument/2006/relationships/customXml" Target="../ink/ink91.xml"/><Relationship Id="rId2" Type="http://schemas.openxmlformats.org/officeDocument/2006/relationships/customXml" Target="../ink/ink69.xml"/><Relationship Id="rId16" Type="http://schemas.openxmlformats.org/officeDocument/2006/relationships/customXml" Target="../ink/ink76.xml"/><Relationship Id="rId20" Type="http://schemas.openxmlformats.org/officeDocument/2006/relationships/customXml" Target="../ink/ink78.xml"/><Relationship Id="rId29" Type="http://schemas.openxmlformats.org/officeDocument/2006/relationships/image" Target="../media/image84.emf"/><Relationship Id="rId41" Type="http://schemas.openxmlformats.org/officeDocument/2006/relationships/image" Target="../media/image90.emf"/><Relationship Id="rId54" Type="http://schemas.openxmlformats.org/officeDocument/2006/relationships/customXml" Target="../ink/ink9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1.xml"/><Relationship Id="rId11" Type="http://schemas.openxmlformats.org/officeDocument/2006/relationships/image" Target="../media/image75.emf"/><Relationship Id="rId24" Type="http://schemas.openxmlformats.org/officeDocument/2006/relationships/customXml" Target="../ink/ink80.xml"/><Relationship Id="rId32" Type="http://schemas.openxmlformats.org/officeDocument/2006/relationships/customXml" Target="../ink/ink84.xml"/><Relationship Id="rId37" Type="http://schemas.openxmlformats.org/officeDocument/2006/relationships/image" Target="../media/image88.emf"/><Relationship Id="rId40" Type="http://schemas.openxmlformats.org/officeDocument/2006/relationships/customXml" Target="../ink/ink88.xml"/><Relationship Id="rId45" Type="http://schemas.openxmlformats.org/officeDocument/2006/relationships/image" Target="../media/image92.emf"/><Relationship Id="rId53" Type="http://schemas.openxmlformats.org/officeDocument/2006/relationships/image" Target="../media/image96.emf"/><Relationship Id="rId5" Type="http://schemas.openxmlformats.org/officeDocument/2006/relationships/image" Target="../media/image72.emf"/><Relationship Id="rId15" Type="http://schemas.openxmlformats.org/officeDocument/2006/relationships/image" Target="../media/image77.emf"/><Relationship Id="rId23" Type="http://schemas.openxmlformats.org/officeDocument/2006/relationships/image" Target="../media/image81.emf"/><Relationship Id="rId28" Type="http://schemas.openxmlformats.org/officeDocument/2006/relationships/customXml" Target="../ink/ink82.xml"/><Relationship Id="rId36" Type="http://schemas.openxmlformats.org/officeDocument/2006/relationships/customXml" Target="../ink/ink86.xml"/><Relationship Id="rId49" Type="http://schemas.openxmlformats.org/officeDocument/2006/relationships/image" Target="../media/image94.emf"/><Relationship Id="rId57" Type="http://schemas.openxmlformats.org/officeDocument/2006/relationships/image" Target="../media/image98.emf"/><Relationship Id="rId10" Type="http://schemas.openxmlformats.org/officeDocument/2006/relationships/customXml" Target="../ink/ink73.xml"/><Relationship Id="rId19" Type="http://schemas.openxmlformats.org/officeDocument/2006/relationships/image" Target="../media/image79.emf"/><Relationship Id="rId31" Type="http://schemas.openxmlformats.org/officeDocument/2006/relationships/image" Target="../media/image85.emf"/><Relationship Id="rId44" Type="http://schemas.openxmlformats.org/officeDocument/2006/relationships/customXml" Target="../ink/ink90.xml"/><Relationship Id="rId52" Type="http://schemas.openxmlformats.org/officeDocument/2006/relationships/customXml" Target="../ink/ink94.xml"/><Relationship Id="rId4" Type="http://schemas.openxmlformats.org/officeDocument/2006/relationships/customXml" Target="../ink/ink70.xml"/><Relationship Id="rId9" Type="http://schemas.openxmlformats.org/officeDocument/2006/relationships/image" Target="../media/image74.emf"/><Relationship Id="rId14" Type="http://schemas.openxmlformats.org/officeDocument/2006/relationships/customXml" Target="../ink/ink75.xml"/><Relationship Id="rId22" Type="http://schemas.openxmlformats.org/officeDocument/2006/relationships/customXml" Target="../ink/ink79.xml"/><Relationship Id="rId27" Type="http://schemas.openxmlformats.org/officeDocument/2006/relationships/image" Target="../media/image83.emf"/><Relationship Id="rId30" Type="http://schemas.openxmlformats.org/officeDocument/2006/relationships/customXml" Target="../ink/ink83.xml"/><Relationship Id="rId35" Type="http://schemas.openxmlformats.org/officeDocument/2006/relationships/image" Target="../media/image87.emf"/><Relationship Id="rId43" Type="http://schemas.openxmlformats.org/officeDocument/2006/relationships/image" Target="../media/image91.emf"/><Relationship Id="rId48" Type="http://schemas.openxmlformats.org/officeDocument/2006/relationships/customXml" Target="../ink/ink92.xml"/><Relationship Id="rId56" Type="http://schemas.openxmlformats.org/officeDocument/2006/relationships/customXml" Target="../ink/ink96.xml"/><Relationship Id="rId8" Type="http://schemas.openxmlformats.org/officeDocument/2006/relationships/customXml" Target="../ink/ink72.xml"/><Relationship Id="rId51" Type="http://schemas.openxmlformats.org/officeDocument/2006/relationships/image" Target="../media/image95.emf"/><Relationship Id="rId3" Type="http://schemas.openxmlformats.org/officeDocument/2006/relationships/image" Target="../media/image71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02.emf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98.xml"/><Relationship Id="rId5" Type="http://schemas.openxmlformats.org/officeDocument/2006/relationships/image" Target="../media/image101.emf"/><Relationship Id="rId4" Type="http://schemas.openxmlformats.org/officeDocument/2006/relationships/customXml" Target="../ink/ink9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customXml" Target="../ink/ink101.xml"/><Relationship Id="rId13" Type="http://schemas.openxmlformats.org/officeDocument/2006/relationships/image" Target="../media/image760.emf"/><Relationship Id="rId3" Type="http://schemas.openxmlformats.org/officeDocument/2006/relationships/image" Target="../media/image24.png"/><Relationship Id="rId7" Type="http://schemas.openxmlformats.org/officeDocument/2006/relationships/image" Target="../media/image730.emf"/><Relationship Id="rId12" Type="http://schemas.openxmlformats.org/officeDocument/2006/relationships/customXml" Target="../ink/ink103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00.xml"/><Relationship Id="rId11" Type="http://schemas.openxmlformats.org/officeDocument/2006/relationships/image" Target="../media/image750.emf"/><Relationship Id="rId5" Type="http://schemas.openxmlformats.org/officeDocument/2006/relationships/image" Target="../media/image720.emf"/><Relationship Id="rId10" Type="http://schemas.openxmlformats.org/officeDocument/2006/relationships/customXml" Target="../ink/ink102.xml"/><Relationship Id="rId4" Type="http://schemas.openxmlformats.org/officeDocument/2006/relationships/customXml" Target="../ink/ink99.xml"/><Relationship Id="rId9" Type="http://schemas.openxmlformats.org/officeDocument/2006/relationships/image" Target="../media/image740.emf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025" y="1676400"/>
            <a:ext cx="8229600" cy="2015816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>Elements of Electrical and Electronics Engineering</a:t>
            </a:r>
            <a:r>
              <a:rPr lang="en-IN" dirty="0"/>
              <a:t/>
            </a:r>
            <a:br>
              <a:rPr lang="en-IN" dirty="0"/>
            </a:br>
            <a:r>
              <a:rPr lang="en-IN" dirty="0" smtClean="0"/>
              <a:t>FY </a:t>
            </a:r>
            <a:r>
              <a:rPr lang="en-IN" dirty="0" err="1"/>
              <a:t>BTech</a:t>
            </a:r>
            <a:r>
              <a:rPr lang="en-IN" dirty="0"/>
              <a:t> </a:t>
            </a:r>
            <a:br>
              <a:rPr lang="en-IN" dirty="0"/>
            </a:br>
            <a:endParaRPr lang="en-IN" b="1" dirty="0">
              <a:solidFill>
                <a:srgbClr val="9966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1C86-7BEA-4622-82D5-F462F9C693F2}" type="datetime1">
              <a:rPr lang="en-US" smtClean="0">
                <a:solidFill>
                  <a:srgbClr val="04617B">
                    <a:shade val="90000"/>
                  </a:srgbClr>
                </a:solidFill>
              </a:rPr>
              <a:t>4/3/2022</a:t>
            </a:fld>
            <a:endParaRPr lang="en-IN" dirty="0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238DB-7230-45D0-89A2-1890D4DEDBDF}" type="slidenum">
              <a:rPr lang="en-IN" smtClean="0">
                <a:solidFill>
                  <a:srgbClr val="04617B">
                    <a:shade val="90000"/>
                  </a:srgbClr>
                </a:solidFill>
              </a:rPr>
              <a:pPr/>
              <a:t>1</a:t>
            </a:fld>
            <a:endParaRPr lang="en-IN" dirty="0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>
                <a:solidFill>
                  <a:srgbClr val="04617B">
                    <a:shade val="90000"/>
                  </a:srgbClr>
                </a:solidFill>
              </a:rPr>
              <a:t>EEEE AY 2021-22</a:t>
            </a:r>
            <a:endParaRPr lang="en-IN" dirty="0">
              <a:solidFill>
                <a:srgbClr val="04617B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1604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Syllabus Modules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/>
          <a:lstStyle/>
          <a:p>
            <a:r>
              <a:rPr lang="en-IN" u="sng" dirty="0" smtClean="0"/>
              <a:t>D.C Circuits</a:t>
            </a:r>
          </a:p>
          <a:p>
            <a:r>
              <a:rPr lang="en-IN" dirty="0" smtClean="0"/>
              <a:t>A. C. Circuits</a:t>
            </a:r>
          </a:p>
          <a:p>
            <a:r>
              <a:rPr lang="en-IN" u="sng" dirty="0" smtClean="0"/>
              <a:t>Basic Electronic Devices and applications</a:t>
            </a:r>
          </a:p>
          <a:p>
            <a:r>
              <a:rPr lang="en-IN" dirty="0" smtClean="0"/>
              <a:t>Electrical machines</a:t>
            </a:r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EEEE AY 2021-22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6" name="Picture 5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DA3B82F8-7F36-4AE6-A785-76BCA479C67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6326902"/>
            <a:ext cx="1327784" cy="33194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Ink 7"/>
              <p14:cNvContentPartPr/>
              <p14:nvPr/>
            </p14:nvContentPartPr>
            <p14:xfrm>
              <a:off x="732075" y="1239075"/>
              <a:ext cx="313560" cy="236520"/>
            </p14:xfrm>
          </p:contentPart>
        </mc:Choice>
        <mc:Fallback xmlns="">
          <p:pic>
            <p:nvPicPr>
              <p:cNvPr id="8" name="Ink 7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5955" y="1233315"/>
                <a:ext cx="325440" cy="24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Ink 9"/>
              <p14:cNvContentPartPr/>
              <p14:nvPr/>
            </p14:nvContentPartPr>
            <p14:xfrm>
              <a:off x="702915" y="2438595"/>
              <a:ext cx="293760" cy="213120"/>
            </p14:xfrm>
          </p:contentPart>
        </mc:Choice>
        <mc:Fallback xmlns="">
          <p:pic>
            <p:nvPicPr>
              <p:cNvPr id="10" name="Ink 9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96435" y="2433915"/>
                <a:ext cx="306720" cy="22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9" name="Ink 18"/>
              <p14:cNvContentPartPr/>
              <p14:nvPr/>
            </p14:nvContentPartPr>
            <p14:xfrm>
              <a:off x="2926275" y="1302075"/>
              <a:ext cx="735120" cy="199800"/>
            </p14:xfrm>
          </p:contentPart>
        </mc:Choice>
        <mc:Fallback xmlns="">
          <p:pic>
            <p:nvPicPr>
              <p:cNvPr id="19" name="Ink 18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920515" y="1297395"/>
                <a:ext cx="745920" cy="21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8" name="Ink 27"/>
              <p14:cNvContentPartPr/>
              <p14:nvPr/>
            </p14:nvContentPartPr>
            <p14:xfrm>
              <a:off x="7772235" y="2439315"/>
              <a:ext cx="612720" cy="178560"/>
            </p14:xfrm>
          </p:contentPart>
        </mc:Choice>
        <mc:Fallback xmlns="">
          <p:pic>
            <p:nvPicPr>
              <p:cNvPr id="28" name="Ink 27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766475" y="2433555"/>
                <a:ext cx="622800" cy="19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30" name="Ink 29"/>
              <p14:cNvContentPartPr/>
              <p14:nvPr/>
            </p14:nvContentPartPr>
            <p14:xfrm>
              <a:off x="4733835" y="4324275"/>
              <a:ext cx="360" cy="360"/>
            </p14:xfrm>
          </p:contentPart>
        </mc:Choice>
        <mc:Fallback xmlns="">
          <p:pic>
            <p:nvPicPr>
              <p:cNvPr id="30" name="Ink 29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725555" y="4315995"/>
                <a:ext cx="16920" cy="1692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Rectangle 6"/>
          <p:cNvSpPr/>
          <p:nvPr/>
        </p:nvSpPr>
        <p:spPr>
          <a:xfrm>
            <a:off x="457200" y="5569545"/>
            <a:ext cx="8382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https://somaiya0-my.sharepoint.com/:v:/g/personal/sangeetakulkarni_somaiya_edu/EUsKvLjkvj9Ds7A3aE26fWgBnN-A2fGcNMshz72xKWT2Gw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85075-98E9-4604-ABBB-F0A47D0362D0}" type="datetime1">
              <a:rPr lang="en-US" smtClean="0"/>
              <a:t>4/3/2022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037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IN" dirty="0" err="1" smtClean="0"/>
              <a:t>D.C.Circuits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/>
          <a:lstStyle/>
          <a:p>
            <a:r>
              <a:rPr lang="en-IN" dirty="0"/>
              <a:t>D.C. Vs A.C.</a:t>
            </a:r>
          </a:p>
          <a:p>
            <a:r>
              <a:rPr lang="en-IN" dirty="0"/>
              <a:t>Direct current</a:t>
            </a:r>
          </a:p>
          <a:p>
            <a:r>
              <a:rPr lang="en-IN" dirty="0"/>
              <a:t>Alternating current </a:t>
            </a:r>
          </a:p>
          <a:p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EEEE AY 2021-22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6" name="Picture 5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DA3B82F8-7F36-4AE6-A785-76BCA479C67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6326902"/>
            <a:ext cx="1327784" cy="33194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3" name="Ink 12"/>
              <p14:cNvContentPartPr/>
              <p14:nvPr/>
            </p14:nvContentPartPr>
            <p14:xfrm>
              <a:off x="4588035" y="2049300"/>
              <a:ext cx="1557360" cy="27720"/>
            </p14:xfrm>
          </p:contentPart>
        </mc:Choice>
        <mc:Fallback xmlns="">
          <p:pic>
            <p:nvPicPr>
              <p:cNvPr id="13" name="Ink 1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83355" y="2046060"/>
                <a:ext cx="156708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9" name="Ink 58"/>
              <p14:cNvContentPartPr/>
              <p14:nvPr/>
            </p14:nvContentPartPr>
            <p14:xfrm>
              <a:off x="4480395" y="2832300"/>
              <a:ext cx="439920" cy="817560"/>
            </p14:xfrm>
          </p:contentPart>
        </mc:Choice>
        <mc:Fallback xmlns="">
          <p:pic>
            <p:nvPicPr>
              <p:cNvPr id="59" name="Ink 58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475355" y="2825820"/>
                <a:ext cx="451080" cy="82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4" name="Ink 63"/>
              <p14:cNvContentPartPr/>
              <p14:nvPr/>
            </p14:nvContentPartPr>
            <p14:xfrm>
              <a:off x="4475715" y="2781180"/>
              <a:ext cx="2718720" cy="569160"/>
            </p14:xfrm>
          </p:contentPart>
        </mc:Choice>
        <mc:Fallback xmlns="">
          <p:pic>
            <p:nvPicPr>
              <p:cNvPr id="64" name="Ink 63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470315" y="2774340"/>
                <a:ext cx="2731320" cy="58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65" name="Ink 64"/>
              <p14:cNvContentPartPr/>
              <p14:nvPr/>
            </p14:nvContentPartPr>
            <p14:xfrm>
              <a:off x="6231435" y="3054060"/>
              <a:ext cx="1484280" cy="38160"/>
            </p14:xfrm>
          </p:contentPart>
        </mc:Choice>
        <mc:Fallback xmlns="">
          <p:pic>
            <p:nvPicPr>
              <p:cNvPr id="65" name="Ink 64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228555" y="3050820"/>
                <a:ext cx="1493280" cy="4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69" name="Ink 68"/>
              <p14:cNvContentPartPr/>
              <p14:nvPr/>
            </p14:nvContentPartPr>
            <p14:xfrm>
              <a:off x="4397955" y="2639340"/>
              <a:ext cx="2005200" cy="865440"/>
            </p14:xfrm>
          </p:contentPart>
        </mc:Choice>
        <mc:Fallback xmlns="">
          <p:pic>
            <p:nvPicPr>
              <p:cNvPr id="69" name="Ink 68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393635" y="2632140"/>
                <a:ext cx="2016720" cy="87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87" name="Ink 86"/>
              <p14:cNvContentPartPr/>
              <p14:nvPr/>
            </p14:nvContentPartPr>
            <p14:xfrm>
              <a:off x="726315" y="3252780"/>
              <a:ext cx="546840" cy="404280"/>
            </p14:xfrm>
          </p:contentPart>
        </mc:Choice>
        <mc:Fallback xmlns="">
          <p:pic>
            <p:nvPicPr>
              <p:cNvPr id="87" name="Ink 86"/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20555" y="3247380"/>
                <a:ext cx="558000" cy="41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19" name="Ink 118"/>
              <p14:cNvContentPartPr/>
              <p14:nvPr/>
            </p14:nvContentPartPr>
            <p14:xfrm>
              <a:off x="900915" y="3923820"/>
              <a:ext cx="412920" cy="33480"/>
            </p14:xfrm>
          </p:contentPart>
        </mc:Choice>
        <mc:Fallback xmlns="">
          <p:pic>
            <p:nvPicPr>
              <p:cNvPr id="119" name="Ink 118"/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895515" y="3916980"/>
                <a:ext cx="425160" cy="4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20" name="Ink 119"/>
              <p14:cNvContentPartPr/>
              <p14:nvPr/>
            </p14:nvContentPartPr>
            <p14:xfrm>
              <a:off x="2212755" y="3896100"/>
              <a:ext cx="594720" cy="78120"/>
            </p14:xfrm>
          </p:contentPart>
        </mc:Choice>
        <mc:Fallback xmlns="">
          <p:pic>
            <p:nvPicPr>
              <p:cNvPr id="120" name="Ink 119"/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208435" y="3890700"/>
                <a:ext cx="606240" cy="8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28" name="Ink 127"/>
              <p14:cNvContentPartPr/>
              <p14:nvPr/>
            </p14:nvContentPartPr>
            <p14:xfrm>
              <a:off x="2056875" y="3099420"/>
              <a:ext cx="659160" cy="888840"/>
            </p14:xfrm>
          </p:contentPart>
        </mc:Choice>
        <mc:Fallback xmlns="">
          <p:pic>
            <p:nvPicPr>
              <p:cNvPr id="128" name="Ink 127"/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2051115" y="3093660"/>
                <a:ext cx="670680" cy="90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32" name="Ink 131"/>
              <p14:cNvContentPartPr/>
              <p14:nvPr/>
            </p14:nvContentPartPr>
            <p14:xfrm>
              <a:off x="4914195" y="1663740"/>
              <a:ext cx="30600" cy="468360"/>
            </p14:xfrm>
          </p:contentPart>
        </mc:Choice>
        <mc:Fallback xmlns="">
          <p:pic>
            <p:nvPicPr>
              <p:cNvPr id="132" name="Ink 131"/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4908435" y="1656900"/>
                <a:ext cx="43200" cy="48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35" name="Ink 134"/>
              <p14:cNvContentPartPr/>
              <p14:nvPr/>
            </p14:nvContentPartPr>
            <p14:xfrm>
              <a:off x="4274835" y="3623940"/>
              <a:ext cx="350640" cy="471960"/>
            </p14:xfrm>
          </p:contentPart>
        </mc:Choice>
        <mc:Fallback xmlns="">
          <p:pic>
            <p:nvPicPr>
              <p:cNvPr id="135" name="Ink 134"/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4269435" y="3617100"/>
                <a:ext cx="362160" cy="48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36" name="Ink 135"/>
              <p14:cNvContentPartPr/>
              <p14:nvPr/>
            </p14:nvContentPartPr>
            <p14:xfrm>
              <a:off x="4361955" y="3889260"/>
              <a:ext cx="152640" cy="93600"/>
            </p14:xfrm>
          </p:contentPart>
        </mc:Choice>
        <mc:Fallback xmlns="">
          <p:pic>
            <p:nvPicPr>
              <p:cNvPr id="136" name="Ink 135"/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4354755" y="3882060"/>
                <a:ext cx="166680" cy="10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43" name="Ink 142"/>
              <p14:cNvContentPartPr/>
              <p14:nvPr/>
            </p14:nvContentPartPr>
            <p14:xfrm>
              <a:off x="3703155" y="3882420"/>
              <a:ext cx="424440" cy="244800"/>
            </p14:xfrm>
          </p:contentPart>
        </mc:Choice>
        <mc:Fallback xmlns="">
          <p:pic>
            <p:nvPicPr>
              <p:cNvPr id="143" name="Ink 142"/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3696675" y="3877380"/>
                <a:ext cx="436320" cy="25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70" name="Ink 169"/>
              <p14:cNvContentPartPr/>
              <p14:nvPr/>
            </p14:nvContentPartPr>
            <p14:xfrm>
              <a:off x="2181075" y="3091500"/>
              <a:ext cx="420840" cy="23760"/>
            </p14:xfrm>
          </p:contentPart>
        </mc:Choice>
        <mc:Fallback xmlns="">
          <p:pic>
            <p:nvPicPr>
              <p:cNvPr id="170" name="Ink 169"/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2175675" y="3085740"/>
                <a:ext cx="432000" cy="3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75" name="Ink 174"/>
              <p14:cNvContentPartPr/>
              <p14:nvPr/>
            </p14:nvContentPartPr>
            <p14:xfrm>
              <a:off x="875355" y="3690900"/>
              <a:ext cx="10080" cy="282960"/>
            </p14:xfrm>
          </p:contentPart>
        </mc:Choice>
        <mc:Fallback xmlns="">
          <p:pic>
            <p:nvPicPr>
              <p:cNvPr id="175" name="Ink 174"/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868875" y="3684420"/>
                <a:ext cx="23040" cy="29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77" name="Ink 176"/>
              <p14:cNvContentPartPr/>
              <p14:nvPr/>
            </p14:nvContentPartPr>
            <p14:xfrm>
              <a:off x="1277475" y="3918780"/>
              <a:ext cx="48960" cy="57240"/>
            </p14:xfrm>
          </p:contentPart>
        </mc:Choice>
        <mc:Fallback xmlns="">
          <p:pic>
            <p:nvPicPr>
              <p:cNvPr id="177" name="Ink 176"/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1272435" y="3914460"/>
                <a:ext cx="56880" cy="6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79" name="Ink 178"/>
              <p14:cNvContentPartPr/>
              <p14:nvPr/>
            </p14:nvContentPartPr>
            <p14:xfrm>
              <a:off x="490875" y="3240540"/>
              <a:ext cx="810360" cy="548640"/>
            </p14:xfrm>
          </p:contentPart>
        </mc:Choice>
        <mc:Fallback xmlns="">
          <p:pic>
            <p:nvPicPr>
              <p:cNvPr id="179" name="Ink 178"/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484755" y="3236220"/>
                <a:ext cx="821520" cy="56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82" name="Ink 181"/>
              <p14:cNvContentPartPr/>
              <p14:nvPr/>
            </p14:nvContentPartPr>
            <p14:xfrm>
              <a:off x="1914675" y="3293460"/>
              <a:ext cx="389160" cy="412200"/>
            </p14:xfrm>
          </p:contentPart>
        </mc:Choice>
        <mc:Fallback xmlns="">
          <p:pic>
            <p:nvPicPr>
              <p:cNvPr id="182" name="Ink 181"/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1908915" y="3287700"/>
                <a:ext cx="401400" cy="42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83" name="Ink 182"/>
              <p14:cNvContentPartPr/>
              <p14:nvPr/>
            </p14:nvContentPartPr>
            <p14:xfrm>
              <a:off x="2155155" y="3753180"/>
              <a:ext cx="226080" cy="200520"/>
            </p14:xfrm>
          </p:contentPart>
        </mc:Choice>
        <mc:Fallback xmlns="">
          <p:pic>
            <p:nvPicPr>
              <p:cNvPr id="183" name="Ink 182"/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2149395" y="3748500"/>
                <a:ext cx="234720" cy="21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99" name="Ink 198"/>
              <p14:cNvContentPartPr/>
              <p14:nvPr/>
            </p14:nvContentPartPr>
            <p14:xfrm>
              <a:off x="4510635" y="1699380"/>
              <a:ext cx="1308240" cy="275760"/>
            </p14:xfrm>
          </p:contentPart>
        </mc:Choice>
        <mc:Fallback xmlns="">
          <p:pic>
            <p:nvPicPr>
              <p:cNvPr id="199" name="Ink 198"/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4505955" y="1695060"/>
                <a:ext cx="1319400" cy="28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202" name="Ink 201"/>
              <p14:cNvContentPartPr/>
              <p14:nvPr/>
            </p14:nvContentPartPr>
            <p14:xfrm>
              <a:off x="6559755" y="1287900"/>
              <a:ext cx="2579760" cy="1644120"/>
            </p14:xfrm>
          </p:contentPart>
        </mc:Choice>
        <mc:Fallback xmlns="">
          <p:pic>
            <p:nvPicPr>
              <p:cNvPr id="202" name="Ink 201"/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6552915" y="1282140"/>
                <a:ext cx="2593800" cy="165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215" name="Ink 214"/>
              <p14:cNvContentPartPr/>
              <p14:nvPr/>
            </p14:nvContentPartPr>
            <p14:xfrm>
              <a:off x="4813395" y="3637620"/>
              <a:ext cx="92880" cy="759960"/>
            </p14:xfrm>
          </p:contentPart>
        </mc:Choice>
        <mc:Fallback xmlns="">
          <p:pic>
            <p:nvPicPr>
              <p:cNvPr id="215" name="Ink 214"/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4807995" y="3633660"/>
                <a:ext cx="104040" cy="76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216" name="Ink 215"/>
              <p14:cNvContentPartPr/>
              <p14:nvPr/>
            </p14:nvContentPartPr>
            <p14:xfrm>
              <a:off x="6622755" y="3992940"/>
              <a:ext cx="682560" cy="291600"/>
            </p14:xfrm>
          </p:contentPart>
        </mc:Choice>
        <mc:Fallback xmlns="">
          <p:pic>
            <p:nvPicPr>
              <p:cNvPr id="216" name="Ink 215"/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6616995" y="3986820"/>
                <a:ext cx="693720" cy="30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222" name="Ink 221"/>
              <p14:cNvContentPartPr/>
              <p14:nvPr/>
            </p14:nvContentPartPr>
            <p14:xfrm>
              <a:off x="5310915" y="2138220"/>
              <a:ext cx="500400" cy="180000"/>
            </p14:xfrm>
          </p:contentPart>
        </mc:Choice>
        <mc:Fallback xmlns="">
          <p:pic>
            <p:nvPicPr>
              <p:cNvPr id="222" name="Ink 221"/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5305875" y="2131740"/>
                <a:ext cx="511200" cy="19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223" name="Ink 222"/>
              <p14:cNvContentPartPr/>
              <p14:nvPr/>
            </p14:nvContentPartPr>
            <p14:xfrm>
              <a:off x="4456995" y="3101580"/>
              <a:ext cx="3814200" cy="1282320"/>
            </p14:xfrm>
          </p:contentPart>
        </mc:Choice>
        <mc:Fallback xmlns="">
          <p:pic>
            <p:nvPicPr>
              <p:cNvPr id="223" name="Ink 222"/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4450515" y="3095820"/>
                <a:ext cx="3826800" cy="129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226" name="Ink 225"/>
              <p14:cNvContentPartPr/>
              <p14:nvPr/>
            </p14:nvContentPartPr>
            <p14:xfrm>
              <a:off x="4868115" y="3139020"/>
              <a:ext cx="108360" cy="143640"/>
            </p14:xfrm>
          </p:contentPart>
        </mc:Choice>
        <mc:Fallback xmlns="">
          <p:pic>
            <p:nvPicPr>
              <p:cNvPr id="226" name="Ink 225"/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4859115" y="3130740"/>
                <a:ext cx="124200" cy="15804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08C87-CAF3-43E4-AC48-ECBE7413A9E5}" type="datetime1">
              <a:rPr lang="en-US" smtClean="0"/>
              <a:t>4/3/2022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650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IN" dirty="0" err="1" smtClean="0"/>
              <a:t>D.C.Circuits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/>
          <a:lstStyle/>
          <a:p>
            <a:r>
              <a:rPr lang="en-IN" dirty="0" smtClean="0"/>
              <a:t>Course outcome: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</a:t>
            </a:r>
            <a:r>
              <a:rPr lang="en-IN" dirty="0" err="1"/>
              <a:t>Analyze</a:t>
            </a:r>
            <a:r>
              <a:rPr lang="en-IN" dirty="0"/>
              <a:t> resistive networks excited by DC sources using various network theorems 	</a:t>
            </a:r>
          </a:p>
          <a:p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EEEE AY 2021-22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6" name="Picture 5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DA3B82F8-7F36-4AE6-A785-76BCA479C67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6326902"/>
            <a:ext cx="1327784" cy="33194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/>
              <p14:cNvContentPartPr/>
              <p14:nvPr/>
            </p14:nvContentPartPr>
            <p14:xfrm>
              <a:off x="-174405" y="1815435"/>
              <a:ext cx="581760" cy="1509120"/>
            </p14:xfrm>
          </p:contentPart>
        </mc:Choice>
        <mc:Fallback xmlns="">
          <p:pic>
            <p:nvPicPr>
              <p:cNvPr id="9" name="Ink 8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177285" y="1808235"/>
                <a:ext cx="593640" cy="1524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B9596-10B6-4051-8D3D-C611438D8E04}" type="datetime1">
              <a:rPr lang="en-US" smtClean="0"/>
              <a:t>4/3/2022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599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>
            <a:normAutofit lnSpcReduction="10000"/>
          </a:bodyPr>
          <a:lstStyle/>
          <a:p>
            <a:r>
              <a:rPr lang="en-IN" dirty="0" smtClean="0"/>
              <a:t>Basic Laws / theorem:</a:t>
            </a:r>
          </a:p>
          <a:p>
            <a:pPr lvl="1"/>
            <a:r>
              <a:rPr lang="en-IN" dirty="0" smtClean="0"/>
              <a:t>Ohm’s law</a:t>
            </a:r>
          </a:p>
          <a:p>
            <a:pPr lvl="1"/>
            <a:r>
              <a:rPr lang="en-IN" dirty="0" smtClean="0"/>
              <a:t>Kirchhoff’s  Voltage and current laws (KVL and KCL)</a:t>
            </a:r>
          </a:p>
          <a:p>
            <a:pPr lvl="1"/>
            <a:r>
              <a:rPr lang="en-IN" dirty="0" smtClean="0"/>
              <a:t>Mesh Analysis</a:t>
            </a:r>
          </a:p>
          <a:p>
            <a:pPr lvl="1"/>
            <a:r>
              <a:rPr lang="en-IN" dirty="0" smtClean="0"/>
              <a:t>Node Analysis</a:t>
            </a:r>
          </a:p>
          <a:p>
            <a:pPr lvl="1"/>
            <a:r>
              <a:rPr lang="en-IN" dirty="0" smtClean="0"/>
              <a:t>Superposition theorem</a:t>
            </a:r>
          </a:p>
          <a:p>
            <a:pPr lvl="1"/>
            <a:r>
              <a:rPr lang="en-IN" dirty="0" err="1"/>
              <a:t>Thevenin’s</a:t>
            </a:r>
            <a:r>
              <a:rPr lang="en-IN" dirty="0"/>
              <a:t> </a:t>
            </a:r>
            <a:r>
              <a:rPr lang="en-IN" dirty="0" smtClean="0"/>
              <a:t>Theorem</a:t>
            </a:r>
          </a:p>
          <a:p>
            <a:pPr lvl="1"/>
            <a:r>
              <a:rPr lang="en-IN" dirty="0" smtClean="0"/>
              <a:t>Norton’s Theorem</a:t>
            </a:r>
          </a:p>
          <a:p>
            <a:pPr lvl="1"/>
            <a:r>
              <a:rPr lang="en-IN" dirty="0" smtClean="0"/>
              <a:t>Maximum power transfer theorem</a:t>
            </a:r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EEEE AY 2021-22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6" name="Picture 5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DA3B82F8-7F36-4AE6-A785-76BCA479C67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6326902"/>
            <a:ext cx="1327784" cy="33194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7" name="Ink 46"/>
              <p14:cNvContentPartPr/>
              <p14:nvPr/>
            </p14:nvContentPartPr>
            <p14:xfrm>
              <a:off x="5707635" y="1324260"/>
              <a:ext cx="312120" cy="566640"/>
            </p14:xfrm>
          </p:contentPart>
        </mc:Choice>
        <mc:Fallback xmlns="">
          <p:pic>
            <p:nvPicPr>
              <p:cNvPr id="47" name="Ink 46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702595" y="1319220"/>
                <a:ext cx="322920" cy="57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5" name="Ink 54"/>
              <p14:cNvContentPartPr/>
              <p14:nvPr/>
            </p14:nvContentPartPr>
            <p14:xfrm>
              <a:off x="3451515" y="1546020"/>
              <a:ext cx="3477960" cy="442800"/>
            </p14:xfrm>
          </p:contentPart>
        </mc:Choice>
        <mc:Fallback xmlns="">
          <p:pic>
            <p:nvPicPr>
              <p:cNvPr id="55" name="Ink 54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448995" y="1540260"/>
                <a:ext cx="3485160" cy="45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6" name="Ink 55"/>
              <p14:cNvContentPartPr/>
              <p14:nvPr/>
            </p14:nvContentPartPr>
            <p14:xfrm>
              <a:off x="5346915" y="1509300"/>
              <a:ext cx="721080" cy="93960"/>
            </p14:xfrm>
          </p:contentPart>
        </mc:Choice>
        <mc:Fallback xmlns="">
          <p:pic>
            <p:nvPicPr>
              <p:cNvPr id="56" name="Ink 55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342955" y="1503540"/>
                <a:ext cx="730080" cy="10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57" name="Ink 56"/>
              <p14:cNvContentPartPr/>
              <p14:nvPr/>
            </p14:nvContentPartPr>
            <p14:xfrm>
              <a:off x="6223155" y="1627020"/>
              <a:ext cx="70560" cy="118080"/>
            </p14:xfrm>
          </p:contentPart>
        </mc:Choice>
        <mc:Fallback xmlns="">
          <p:pic>
            <p:nvPicPr>
              <p:cNvPr id="57" name="Ink 56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218835" y="1621980"/>
                <a:ext cx="78120" cy="12672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9E31F-4DC9-41B2-A94B-3DE498061919}" type="datetime1">
              <a:rPr lang="en-US" smtClean="0"/>
              <a:t>4/3/2022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546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IN" dirty="0" err="1" smtClean="0"/>
              <a:t>D.C.Circuits</a:t>
            </a:r>
            <a:r>
              <a:rPr lang="en-IN" dirty="0" smtClean="0"/>
              <a:t>- Basic Elements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rmAutofit/>
          </a:bodyPr>
          <a:lstStyle/>
          <a:p>
            <a:r>
              <a:rPr lang="en-IN" sz="2800" dirty="0" smtClean="0"/>
              <a:t>Voltage sources-</a:t>
            </a:r>
            <a:r>
              <a:rPr lang="en-IN" sz="2800" dirty="0"/>
              <a:t>basic network element which supplies energy to the </a:t>
            </a:r>
            <a:r>
              <a:rPr lang="en-IN" sz="2800" dirty="0" smtClean="0"/>
              <a:t>networks</a:t>
            </a:r>
          </a:p>
          <a:p>
            <a:r>
              <a:rPr lang="en-IN" sz="2800" dirty="0" smtClean="0"/>
              <a:t>Independent voltage source- </a:t>
            </a:r>
          </a:p>
          <a:p>
            <a:pPr marL="0" indent="0">
              <a:buNone/>
            </a:pPr>
            <a:r>
              <a:rPr lang="en-IN" sz="2400" dirty="0" smtClean="0"/>
              <a:t>An </a:t>
            </a:r>
            <a:r>
              <a:rPr lang="en-IN" sz="2400" dirty="0"/>
              <a:t>independent </a:t>
            </a:r>
            <a:r>
              <a:rPr lang="en-IN" sz="2400" dirty="0" smtClean="0"/>
              <a:t>voltage source </a:t>
            </a:r>
            <a:r>
              <a:rPr lang="en-IN" sz="2400" dirty="0"/>
              <a:t>is a </a:t>
            </a:r>
            <a:r>
              <a:rPr lang="en-IN" sz="2400" dirty="0" smtClean="0"/>
              <a:t>two terminal</a:t>
            </a:r>
            <a:r>
              <a:rPr lang="en-IN" sz="2400" dirty="0"/>
              <a:t> </a:t>
            </a:r>
            <a:r>
              <a:rPr lang="en-IN" sz="2400" dirty="0" smtClean="0"/>
              <a:t>network </a:t>
            </a:r>
            <a:r>
              <a:rPr lang="en-IN" sz="2400" dirty="0"/>
              <a:t>element </a:t>
            </a:r>
            <a:r>
              <a:rPr lang="en-IN" sz="2400" dirty="0" smtClean="0"/>
              <a:t>that establishes </a:t>
            </a:r>
            <a:r>
              <a:rPr lang="en-IN" sz="2400" dirty="0"/>
              <a:t>a specified voltage across its </a:t>
            </a:r>
            <a:r>
              <a:rPr lang="en-IN" sz="2400" dirty="0" smtClean="0"/>
              <a:t>terminals. The </a:t>
            </a:r>
            <a:r>
              <a:rPr lang="en-IN" sz="2400" dirty="0"/>
              <a:t>value of this voltage at any instant is </a:t>
            </a:r>
            <a:r>
              <a:rPr lang="en-IN" sz="2400" dirty="0" smtClean="0"/>
              <a:t>independent of </a:t>
            </a:r>
            <a:r>
              <a:rPr lang="en-IN" sz="2400" dirty="0"/>
              <a:t>the value or direction of the current that </a:t>
            </a:r>
            <a:r>
              <a:rPr lang="en-IN" sz="2400" dirty="0" smtClean="0"/>
              <a:t>flows through it. Can be constant value or time dependant value.</a:t>
            </a:r>
          </a:p>
          <a:p>
            <a:pPr marL="0" indent="0">
              <a:buNone/>
            </a:pPr>
            <a:endParaRPr lang="en-IN" sz="2400" dirty="0" smtClean="0"/>
          </a:p>
          <a:p>
            <a:pPr marL="0" indent="0">
              <a:buNone/>
            </a:pPr>
            <a:endParaRPr lang="en-IN" sz="2400" dirty="0" smtClean="0"/>
          </a:p>
          <a:p>
            <a:r>
              <a:rPr lang="en-IN" sz="2800" dirty="0"/>
              <a:t>Independent </a:t>
            </a:r>
            <a:r>
              <a:rPr lang="en-IN" sz="2800" dirty="0" smtClean="0"/>
              <a:t>Current </a:t>
            </a:r>
            <a:r>
              <a:rPr lang="en-IN" sz="2800" dirty="0"/>
              <a:t>source- </a:t>
            </a:r>
          </a:p>
          <a:p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EEEE AY 2021-22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6" name="Picture 5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DA3B82F8-7F36-4AE6-A785-76BCA479C67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6326902"/>
            <a:ext cx="1327784" cy="33194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2" name="Ink 11"/>
              <p14:cNvContentPartPr/>
              <p14:nvPr/>
            </p14:nvContentPartPr>
            <p14:xfrm>
              <a:off x="811275" y="4401540"/>
              <a:ext cx="6162120" cy="642600"/>
            </p14:xfrm>
          </p:contentPart>
        </mc:Choice>
        <mc:Fallback xmlns="">
          <p:pic>
            <p:nvPicPr>
              <p:cNvPr id="12" name="Ink 1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06955" y="4396140"/>
                <a:ext cx="6172560" cy="65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8" name="Ink 47"/>
              <p14:cNvContentPartPr/>
              <p14:nvPr/>
            </p14:nvContentPartPr>
            <p14:xfrm>
              <a:off x="3041115" y="4137660"/>
              <a:ext cx="3921480" cy="920880"/>
            </p14:xfrm>
          </p:contentPart>
        </mc:Choice>
        <mc:Fallback xmlns="">
          <p:pic>
            <p:nvPicPr>
              <p:cNvPr id="48" name="Ink 47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037155" y="4132980"/>
                <a:ext cx="3930840" cy="93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8" name="Ink 67"/>
              <p14:cNvContentPartPr/>
              <p14:nvPr/>
            </p14:nvContentPartPr>
            <p14:xfrm>
              <a:off x="7583235" y="4289580"/>
              <a:ext cx="418320" cy="349920"/>
            </p14:xfrm>
          </p:contentPart>
        </mc:Choice>
        <mc:Fallback xmlns="">
          <p:pic>
            <p:nvPicPr>
              <p:cNvPr id="68" name="Ink 67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577835" y="4284900"/>
                <a:ext cx="429840" cy="36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1" name="Ink 80"/>
              <p14:cNvContentPartPr/>
              <p14:nvPr/>
            </p14:nvContentPartPr>
            <p14:xfrm>
              <a:off x="7743075" y="4086180"/>
              <a:ext cx="793440" cy="484200"/>
            </p14:xfrm>
          </p:contentPart>
        </mc:Choice>
        <mc:Fallback xmlns="">
          <p:pic>
            <p:nvPicPr>
              <p:cNvPr id="81" name="Ink 80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739475" y="4082580"/>
                <a:ext cx="804600" cy="49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82" name="Ink 81"/>
              <p14:cNvContentPartPr/>
              <p14:nvPr/>
            </p14:nvContentPartPr>
            <p14:xfrm>
              <a:off x="7709955" y="4422060"/>
              <a:ext cx="158040" cy="88200"/>
            </p14:xfrm>
          </p:contentPart>
        </mc:Choice>
        <mc:Fallback xmlns="">
          <p:pic>
            <p:nvPicPr>
              <p:cNvPr id="82" name="Ink 81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702755" y="4414860"/>
                <a:ext cx="171000" cy="10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83" name="Ink 82"/>
              <p14:cNvContentPartPr/>
              <p14:nvPr/>
            </p14:nvContentPartPr>
            <p14:xfrm>
              <a:off x="8286315" y="4442580"/>
              <a:ext cx="83520" cy="0"/>
            </p14:xfrm>
          </p:contentPart>
        </mc:Choice>
        <mc:Fallback xmlns="">
          <p:pic>
            <p:nvPicPr>
              <p:cNvPr id="83" name="Ink 82"/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0" y="0"/>
                <a:ext cx="83520" cy="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92" name="Ink 91"/>
              <p14:cNvContentPartPr/>
              <p14:nvPr/>
            </p14:nvContentPartPr>
            <p14:xfrm>
              <a:off x="7761795" y="4649220"/>
              <a:ext cx="31320" cy="172800"/>
            </p14:xfrm>
          </p:contentPart>
        </mc:Choice>
        <mc:Fallback xmlns="">
          <p:pic>
            <p:nvPicPr>
              <p:cNvPr id="92" name="Ink 91"/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759635" y="4642740"/>
                <a:ext cx="39960" cy="18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93" name="Ink 92"/>
              <p14:cNvContentPartPr/>
              <p14:nvPr/>
            </p14:nvContentPartPr>
            <p14:xfrm>
              <a:off x="7760355" y="4789620"/>
              <a:ext cx="694440" cy="65520"/>
            </p14:xfrm>
          </p:contentPart>
        </mc:Choice>
        <mc:Fallback xmlns="">
          <p:pic>
            <p:nvPicPr>
              <p:cNvPr id="93" name="Ink 92"/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756395" y="4784940"/>
                <a:ext cx="703800" cy="7524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99C9B-CDD7-4074-BA3C-EFA01136E3FB}" type="datetime1">
              <a:rPr lang="en-US" smtClean="0"/>
              <a:t>4/3/2022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563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IN" dirty="0" err="1" smtClean="0"/>
              <a:t>D.C.Circuits</a:t>
            </a:r>
            <a:r>
              <a:rPr lang="en-IN" dirty="0" smtClean="0"/>
              <a:t>- Basic Elements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rmAutofit/>
          </a:bodyPr>
          <a:lstStyle/>
          <a:p>
            <a:r>
              <a:rPr lang="en-IN" sz="2800" dirty="0" smtClean="0"/>
              <a:t>Dependent source:</a:t>
            </a:r>
          </a:p>
          <a:p>
            <a:r>
              <a:rPr lang="en-IN" sz="2800" dirty="0"/>
              <a:t>If the voltage or current of a source depends in </a:t>
            </a:r>
            <a:r>
              <a:rPr lang="en-IN" sz="2800" dirty="0" smtClean="0"/>
              <a:t>turn upon </a:t>
            </a:r>
            <a:r>
              <a:rPr lang="en-IN" sz="2800" dirty="0"/>
              <a:t>some other voltage or </a:t>
            </a:r>
            <a:r>
              <a:rPr lang="en-IN" sz="2800" dirty="0" smtClean="0"/>
              <a:t>current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800" dirty="0" smtClean="0"/>
              <a:t>Voltage controlled voltage source( VCVS)- </a:t>
            </a:r>
          </a:p>
          <a:p>
            <a:pPr marL="0" indent="0">
              <a:buNone/>
            </a:pPr>
            <a:r>
              <a:rPr lang="en-IN" sz="2800" dirty="0" smtClean="0"/>
              <a:t>Voltage gain </a:t>
            </a:r>
          </a:p>
          <a:p>
            <a:pPr marL="0" indent="0">
              <a:buNone/>
            </a:pPr>
            <a:endParaRPr lang="en-IN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EEEE AY 2021-22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6" name="Picture 5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DA3B82F8-7F36-4AE6-A785-76BCA479C67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6326902"/>
            <a:ext cx="1327784" cy="331946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3581400"/>
            <a:ext cx="4552950" cy="150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3" name="Ink 12"/>
              <p14:cNvContentPartPr/>
              <p14:nvPr/>
            </p14:nvContentPartPr>
            <p14:xfrm>
              <a:off x="6736515" y="3645540"/>
              <a:ext cx="167760" cy="0"/>
            </p14:xfrm>
          </p:contentPart>
        </mc:Choice>
        <mc:Fallback xmlns="">
          <p:pic>
            <p:nvPicPr>
              <p:cNvPr id="13" name="Ink 12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0" y="0"/>
                <a:ext cx="167760" cy="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4" name="Ink 13"/>
              <p14:cNvContentPartPr/>
              <p14:nvPr/>
            </p14:nvContentPartPr>
            <p14:xfrm>
              <a:off x="6240075" y="3407220"/>
              <a:ext cx="2239560" cy="1008720"/>
            </p14:xfrm>
          </p:contentPart>
        </mc:Choice>
        <mc:Fallback xmlns="">
          <p:pic>
            <p:nvPicPr>
              <p:cNvPr id="14" name="Ink 13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233955" y="3400740"/>
                <a:ext cx="2251440" cy="102096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56700-1F4F-4FD3-9AAF-5042AA6205BD}" type="datetime1">
              <a:rPr lang="en-US" smtClean="0"/>
              <a:t>4/3/2022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997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IN" dirty="0" err="1" smtClean="0"/>
              <a:t>D.C.Circuits</a:t>
            </a:r>
            <a:r>
              <a:rPr lang="en-IN" dirty="0" smtClean="0"/>
              <a:t>- Basic Elements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2400" dirty="0" smtClean="0"/>
          </a:p>
          <a:p>
            <a:r>
              <a:rPr lang="en-IN" dirty="0" smtClean="0"/>
              <a:t> </a:t>
            </a:r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EEEE AY 2021-22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6" name="Picture 5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DA3B82F8-7F36-4AE6-A785-76BCA479C67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6326902"/>
            <a:ext cx="1327784" cy="331946"/>
          </a:xfrm>
          <a:prstGeom prst="rect">
            <a:avLst/>
          </a:prstGeom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752600"/>
            <a:ext cx="4362450" cy="149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4419600"/>
            <a:ext cx="4352925" cy="164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"/>
          <p:cNvSpPr/>
          <p:nvPr/>
        </p:nvSpPr>
        <p:spPr>
          <a:xfrm>
            <a:off x="1219200" y="1066800"/>
            <a:ext cx="59436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 smtClean="0"/>
              <a:t>2. Voltage </a:t>
            </a:r>
            <a:r>
              <a:rPr lang="en-IN" sz="2400" dirty="0"/>
              <a:t>controlled </a:t>
            </a:r>
            <a:r>
              <a:rPr lang="en-IN" sz="2400" dirty="0" smtClean="0"/>
              <a:t>Current  </a:t>
            </a:r>
            <a:r>
              <a:rPr lang="en-IN" sz="2400" dirty="0"/>
              <a:t>source( </a:t>
            </a:r>
            <a:r>
              <a:rPr lang="en-IN" sz="2400" dirty="0" smtClean="0"/>
              <a:t>VCCS)- </a:t>
            </a:r>
            <a:r>
              <a:rPr lang="en-IN" sz="2400" dirty="0" err="1" smtClean="0"/>
              <a:t>Transconductance</a:t>
            </a:r>
            <a:r>
              <a:rPr lang="en-IN" sz="2400" dirty="0" smtClean="0"/>
              <a:t> </a:t>
            </a:r>
            <a:endParaRPr lang="en-IN" sz="2400" dirty="0"/>
          </a:p>
        </p:txBody>
      </p:sp>
      <p:sp>
        <p:nvSpPr>
          <p:cNvPr id="10" name="Rectangle 9"/>
          <p:cNvSpPr/>
          <p:nvPr/>
        </p:nvSpPr>
        <p:spPr>
          <a:xfrm>
            <a:off x="609600" y="3588603"/>
            <a:ext cx="59436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/>
              <a:t>3</a:t>
            </a:r>
            <a:r>
              <a:rPr lang="en-IN" sz="2400" dirty="0" smtClean="0"/>
              <a:t>. Current  </a:t>
            </a:r>
            <a:r>
              <a:rPr lang="en-IN" sz="2400" dirty="0"/>
              <a:t>controlled </a:t>
            </a:r>
            <a:r>
              <a:rPr lang="en-IN" sz="2400" dirty="0" smtClean="0"/>
              <a:t>Voltage  </a:t>
            </a:r>
            <a:r>
              <a:rPr lang="en-IN" sz="2400" dirty="0"/>
              <a:t>source( </a:t>
            </a:r>
            <a:r>
              <a:rPr lang="en-IN" sz="2400" dirty="0" smtClean="0"/>
              <a:t>CCVS)- mutual resistance </a:t>
            </a:r>
            <a:endParaRPr lang="en-IN" sz="24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Ink 10"/>
              <p14:cNvContentPartPr/>
              <p14:nvPr/>
            </p14:nvContentPartPr>
            <p14:xfrm>
              <a:off x="5588835" y="1672380"/>
              <a:ext cx="2829600" cy="1361160"/>
            </p14:xfrm>
          </p:contentPart>
        </mc:Choice>
        <mc:Fallback xmlns="">
          <p:pic>
            <p:nvPicPr>
              <p:cNvPr id="11" name="Ink 10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583075" y="1664460"/>
                <a:ext cx="2842200" cy="137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129" name="Ink 2128"/>
              <p14:cNvContentPartPr/>
              <p14:nvPr/>
            </p14:nvContentPartPr>
            <p14:xfrm>
              <a:off x="5413875" y="4215780"/>
              <a:ext cx="3058560" cy="725040"/>
            </p14:xfrm>
          </p:contentPart>
        </mc:Choice>
        <mc:Fallback xmlns="">
          <p:pic>
            <p:nvPicPr>
              <p:cNvPr id="2129" name="Ink 2128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407035" y="4207140"/>
                <a:ext cx="3071160" cy="74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130" name="Ink 2129"/>
              <p14:cNvContentPartPr/>
              <p14:nvPr/>
            </p14:nvContentPartPr>
            <p14:xfrm>
              <a:off x="8041155" y="4685580"/>
              <a:ext cx="968760" cy="628200"/>
            </p14:xfrm>
          </p:contentPart>
        </mc:Choice>
        <mc:Fallback xmlns="">
          <p:pic>
            <p:nvPicPr>
              <p:cNvPr id="2130" name="Ink 2129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038275" y="4680180"/>
                <a:ext cx="977400" cy="63972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86834-B79F-43D9-AEEA-C66BCD3C47AB}" type="datetime1">
              <a:rPr lang="en-US" smtClean="0"/>
              <a:t>4/3/2022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764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IN" dirty="0" err="1" smtClean="0"/>
              <a:t>D.C.Circuits</a:t>
            </a:r>
            <a:r>
              <a:rPr lang="en-IN" dirty="0" smtClean="0"/>
              <a:t>- Basic Elements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rmAutofit/>
          </a:bodyPr>
          <a:lstStyle/>
          <a:p>
            <a:r>
              <a:rPr lang="en-IN" sz="2400" dirty="0" smtClean="0"/>
              <a:t>.</a:t>
            </a:r>
          </a:p>
          <a:p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EEEE AY 2021-22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6" name="Picture 5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DA3B82F8-7F36-4AE6-A785-76BCA479C67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6326902"/>
            <a:ext cx="1327784" cy="331946"/>
          </a:xfrm>
          <a:prstGeom prst="rect">
            <a:avLst/>
          </a:prstGeom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192" y="1676400"/>
            <a:ext cx="4229100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/>
        </p:nvSpPr>
        <p:spPr>
          <a:xfrm>
            <a:off x="1066800" y="1066800"/>
            <a:ext cx="59436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 smtClean="0"/>
              <a:t>4. Current  </a:t>
            </a:r>
            <a:r>
              <a:rPr lang="en-IN" sz="2400" dirty="0"/>
              <a:t>controlled </a:t>
            </a:r>
            <a:r>
              <a:rPr lang="en-IN" sz="2400" dirty="0" smtClean="0"/>
              <a:t>Current   </a:t>
            </a:r>
            <a:r>
              <a:rPr lang="en-IN" sz="2400" dirty="0"/>
              <a:t>source( </a:t>
            </a:r>
            <a:r>
              <a:rPr lang="en-IN" sz="2400" dirty="0" smtClean="0"/>
              <a:t>CCCS)- Current gain </a:t>
            </a:r>
            <a:endParaRPr lang="en-IN" sz="24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2" name="Ink 11"/>
              <p14:cNvContentPartPr/>
              <p14:nvPr/>
            </p14:nvContentPartPr>
            <p14:xfrm>
              <a:off x="5764515" y="1731420"/>
              <a:ext cx="2222640" cy="716040"/>
            </p14:xfrm>
          </p:contentPart>
        </mc:Choice>
        <mc:Fallback xmlns="">
          <p:pic>
            <p:nvPicPr>
              <p:cNvPr id="12" name="Ink 11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757315" y="1722780"/>
                <a:ext cx="2237040" cy="73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7" name="Ink 26"/>
              <p14:cNvContentPartPr/>
              <p14:nvPr/>
            </p14:nvContentPartPr>
            <p14:xfrm>
              <a:off x="7206675" y="2218860"/>
              <a:ext cx="86760" cy="0"/>
            </p14:xfrm>
          </p:contentPart>
        </mc:Choice>
        <mc:Fallback xmlns="">
          <p:pic>
            <p:nvPicPr>
              <p:cNvPr id="27" name="Ink 26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0" y="0"/>
                <a:ext cx="86760" cy="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076" name="Ink 3075"/>
              <p14:cNvContentPartPr/>
              <p14:nvPr/>
            </p14:nvContentPartPr>
            <p14:xfrm>
              <a:off x="1438155" y="3381300"/>
              <a:ext cx="360" cy="360"/>
            </p14:xfrm>
          </p:contentPart>
        </mc:Choice>
        <mc:Fallback xmlns="">
          <p:pic>
            <p:nvPicPr>
              <p:cNvPr id="3076" name="Ink 3075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429875" y="3373020"/>
                <a:ext cx="16920" cy="1692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39052-F8DD-4B17-A493-E1B3E468DA4D}" type="datetime1">
              <a:rPr lang="en-US" smtClean="0"/>
              <a:t>4/3/2022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721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IN" dirty="0" err="1" smtClean="0"/>
              <a:t>D.C.Circuits</a:t>
            </a:r>
            <a:r>
              <a:rPr lang="en-IN" dirty="0" smtClean="0"/>
              <a:t>- Basics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rmAutofit/>
          </a:bodyPr>
          <a:lstStyle/>
          <a:p>
            <a:r>
              <a:rPr lang="en-IN" sz="2400" dirty="0" smtClean="0"/>
              <a:t>.</a:t>
            </a:r>
          </a:p>
          <a:p>
            <a:r>
              <a:rPr lang="en-IN" dirty="0" smtClean="0"/>
              <a:t>Ohm’s Law- V=I * R </a:t>
            </a:r>
          </a:p>
          <a:p>
            <a:r>
              <a:rPr lang="en-IN" dirty="0" smtClean="0"/>
              <a:t>Resistances in series R= R1+R2+R3+…….</a:t>
            </a:r>
          </a:p>
          <a:p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EEEE AY 2021-22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6" name="Picture 5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DA3B82F8-7F36-4AE6-A785-76BCA479C67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6326902"/>
            <a:ext cx="1327784" cy="331946"/>
          </a:xfrm>
          <a:prstGeom prst="rect">
            <a:avLst/>
          </a:prstGeom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" y="2667001"/>
            <a:ext cx="2400300" cy="150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B4EFC-D37C-43D5-AB78-8A96EC38DB79}" type="datetime1">
              <a:rPr lang="en-US" smtClean="0"/>
              <a:t>4/3/2022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4159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IN" dirty="0" err="1" smtClean="0"/>
              <a:t>D.C.Circuits</a:t>
            </a:r>
            <a:r>
              <a:rPr lang="en-IN" dirty="0" smtClean="0"/>
              <a:t>- Basic Elements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rmAutofit/>
          </a:bodyPr>
          <a:lstStyle/>
          <a:p>
            <a:r>
              <a:rPr lang="en-IN" sz="2400" dirty="0" smtClean="0"/>
              <a:t>.Resistances in parallel</a:t>
            </a:r>
          </a:p>
          <a:p>
            <a:r>
              <a:rPr lang="en-IN" sz="2400" dirty="0" smtClean="0"/>
              <a:t>(1/R)= (1/R1)+(1/R2) OR R= (R1R2)/ (R1+R2)</a:t>
            </a:r>
          </a:p>
          <a:p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EEEE AY 2021-22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6" name="Picture 5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DA3B82F8-7F36-4AE6-A785-76BCA479C67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6326902"/>
            <a:ext cx="1327784" cy="331946"/>
          </a:xfrm>
          <a:prstGeom prst="rect">
            <a:avLst/>
          </a:prstGeom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057400"/>
            <a:ext cx="2762250" cy="186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4D9DE-29E9-43A5-AE2A-552E30C4F40B}" type="datetime1">
              <a:rPr lang="en-US" smtClean="0"/>
              <a:t>4/3/2022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170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EEEE AY 2021-22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/>
              <p14:cNvContentPartPr/>
              <p14:nvPr/>
            </p14:nvContentPartPr>
            <p14:xfrm>
              <a:off x="1303515" y="1689300"/>
              <a:ext cx="397800" cy="1139400"/>
            </p14:xfrm>
          </p:contentPart>
        </mc:Choice>
        <mc:Fallback xmlns="">
          <p:pic>
            <p:nvPicPr>
              <p:cNvPr id="7" name="Ink 6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97395" y="1683180"/>
                <a:ext cx="409320" cy="115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5" name="Ink 14"/>
              <p14:cNvContentPartPr/>
              <p14:nvPr/>
            </p14:nvContentPartPr>
            <p14:xfrm>
              <a:off x="1380915" y="1759860"/>
              <a:ext cx="433080" cy="797760"/>
            </p14:xfrm>
          </p:contentPart>
        </mc:Choice>
        <mc:Fallback xmlns="">
          <p:pic>
            <p:nvPicPr>
              <p:cNvPr id="15" name="Ink 14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76595" y="1755180"/>
                <a:ext cx="443160" cy="80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1" name="Ink 40"/>
              <p14:cNvContentPartPr/>
              <p14:nvPr/>
            </p14:nvContentPartPr>
            <p14:xfrm>
              <a:off x="710595" y="1586340"/>
              <a:ext cx="315360" cy="955080"/>
            </p14:xfrm>
          </p:contentPart>
        </mc:Choice>
        <mc:Fallback xmlns="">
          <p:pic>
            <p:nvPicPr>
              <p:cNvPr id="41" name="Ink 40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08435" y="1580580"/>
                <a:ext cx="322560" cy="96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2" name="Ink 41"/>
              <p14:cNvContentPartPr/>
              <p14:nvPr/>
            </p14:nvContentPartPr>
            <p14:xfrm>
              <a:off x="234315" y="1790820"/>
              <a:ext cx="1601640" cy="868680"/>
            </p14:xfrm>
          </p:contentPart>
        </mc:Choice>
        <mc:Fallback xmlns="">
          <p:pic>
            <p:nvPicPr>
              <p:cNvPr id="42" name="Ink 41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29275" y="1782540"/>
                <a:ext cx="1611000" cy="88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43" name="Ink 42"/>
              <p14:cNvContentPartPr/>
              <p14:nvPr/>
            </p14:nvContentPartPr>
            <p14:xfrm>
              <a:off x="1061235" y="2008980"/>
              <a:ext cx="1117800" cy="1118160"/>
            </p14:xfrm>
          </p:contentPart>
        </mc:Choice>
        <mc:Fallback xmlns="">
          <p:pic>
            <p:nvPicPr>
              <p:cNvPr id="43" name="Ink 42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55835" y="2003940"/>
                <a:ext cx="1128960" cy="112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45" name="Ink 44"/>
              <p14:cNvContentPartPr/>
              <p14:nvPr/>
            </p14:nvContentPartPr>
            <p14:xfrm>
              <a:off x="285435" y="2227860"/>
              <a:ext cx="518760" cy="985320"/>
            </p14:xfrm>
          </p:contentPart>
        </mc:Choice>
        <mc:Fallback xmlns="">
          <p:pic>
            <p:nvPicPr>
              <p:cNvPr id="45" name="Ink 44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81835" y="2224260"/>
                <a:ext cx="526680" cy="99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46" name="Ink 45"/>
              <p14:cNvContentPartPr/>
              <p14:nvPr/>
            </p14:nvContentPartPr>
            <p14:xfrm>
              <a:off x="710235" y="2860380"/>
              <a:ext cx="442440" cy="421200"/>
            </p14:xfrm>
          </p:contentPart>
        </mc:Choice>
        <mc:Fallback xmlns="">
          <p:pic>
            <p:nvPicPr>
              <p:cNvPr id="46" name="Ink 45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04835" y="2855700"/>
                <a:ext cx="45396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47" name="Ink 46"/>
              <p14:cNvContentPartPr/>
              <p14:nvPr/>
            </p14:nvContentPartPr>
            <p14:xfrm>
              <a:off x="809595" y="3059820"/>
              <a:ext cx="163440" cy="112320"/>
            </p14:xfrm>
          </p:contentPart>
        </mc:Choice>
        <mc:Fallback xmlns="">
          <p:pic>
            <p:nvPicPr>
              <p:cNvPr id="47" name="Ink 46"/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03835" y="3054060"/>
                <a:ext cx="174960" cy="12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52" name="Ink 51"/>
              <p14:cNvContentPartPr/>
              <p14:nvPr/>
            </p14:nvContentPartPr>
            <p14:xfrm>
              <a:off x="2474595" y="1509660"/>
              <a:ext cx="3618360" cy="3301200"/>
            </p14:xfrm>
          </p:contentPart>
        </mc:Choice>
        <mc:Fallback xmlns="">
          <p:pic>
            <p:nvPicPr>
              <p:cNvPr id="52" name="Ink 51"/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468115" y="1503540"/>
                <a:ext cx="3630240" cy="331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90" name="Ink 89"/>
              <p14:cNvContentPartPr/>
              <p14:nvPr/>
            </p14:nvContentPartPr>
            <p14:xfrm>
              <a:off x="3121515" y="2295180"/>
              <a:ext cx="1211040" cy="23040"/>
            </p14:xfrm>
          </p:contentPart>
        </mc:Choice>
        <mc:Fallback xmlns="">
          <p:pic>
            <p:nvPicPr>
              <p:cNvPr id="90" name="Ink 89"/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116835" y="2291220"/>
                <a:ext cx="1221120" cy="3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13" name="Ink 112"/>
              <p14:cNvContentPartPr/>
              <p14:nvPr/>
            </p14:nvContentPartPr>
            <p14:xfrm>
              <a:off x="4225635" y="2279700"/>
              <a:ext cx="615960" cy="24480"/>
            </p14:xfrm>
          </p:contentPart>
        </mc:Choice>
        <mc:Fallback xmlns="">
          <p:pic>
            <p:nvPicPr>
              <p:cNvPr id="113" name="Ink 112"/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222035" y="2275020"/>
                <a:ext cx="622080" cy="3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14" name="Ink 113"/>
              <p14:cNvContentPartPr/>
              <p14:nvPr/>
            </p14:nvContentPartPr>
            <p14:xfrm>
              <a:off x="4973715" y="2264220"/>
              <a:ext cx="279720" cy="8640"/>
            </p14:xfrm>
          </p:contentPart>
        </mc:Choice>
        <mc:Fallback xmlns="">
          <p:pic>
            <p:nvPicPr>
              <p:cNvPr id="114" name="Ink 113"/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970475" y="2258460"/>
                <a:ext cx="288720" cy="1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42" name="Ink 141"/>
              <p14:cNvContentPartPr/>
              <p14:nvPr/>
            </p14:nvContentPartPr>
            <p14:xfrm>
              <a:off x="3767715" y="3005460"/>
              <a:ext cx="1190520" cy="42840"/>
            </p14:xfrm>
          </p:contentPart>
        </mc:Choice>
        <mc:Fallback xmlns="">
          <p:pic>
            <p:nvPicPr>
              <p:cNvPr id="142" name="Ink 141"/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761955" y="2999700"/>
                <a:ext cx="1202040" cy="5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73" name="Ink 172"/>
              <p14:cNvContentPartPr/>
              <p14:nvPr/>
            </p14:nvContentPartPr>
            <p14:xfrm>
              <a:off x="3889395" y="3764700"/>
              <a:ext cx="1767240" cy="64440"/>
            </p14:xfrm>
          </p:contentPart>
        </mc:Choice>
        <mc:Fallback xmlns="">
          <p:pic>
            <p:nvPicPr>
              <p:cNvPr id="173" name="Ink 172"/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883635" y="3757860"/>
                <a:ext cx="1779840" cy="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08" name="Ink 207"/>
              <p14:cNvContentPartPr/>
              <p14:nvPr/>
            </p14:nvContentPartPr>
            <p14:xfrm>
              <a:off x="4035915" y="4523220"/>
              <a:ext cx="982800" cy="44640"/>
            </p14:xfrm>
          </p:contentPart>
        </mc:Choice>
        <mc:Fallback xmlns="">
          <p:pic>
            <p:nvPicPr>
              <p:cNvPr id="208" name="Ink 207"/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030515" y="4516740"/>
                <a:ext cx="994680" cy="5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24" name="Ink 223"/>
              <p14:cNvContentPartPr/>
              <p14:nvPr/>
            </p14:nvContentPartPr>
            <p14:xfrm>
              <a:off x="4867155" y="4476780"/>
              <a:ext cx="1287000" cy="57240"/>
            </p14:xfrm>
          </p:contentPart>
        </mc:Choice>
        <mc:Fallback xmlns="">
          <p:pic>
            <p:nvPicPr>
              <p:cNvPr id="224" name="Ink 223"/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862115" y="4470660"/>
                <a:ext cx="1298160" cy="6768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CFEB2-E75B-413B-8D64-831733B69B78}" type="datetime1">
              <a:rPr lang="en-US" smtClean="0"/>
              <a:t>4/3/2022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782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838200"/>
            <a:ext cx="8763000" cy="5287963"/>
          </a:xfrm>
        </p:spPr>
        <p:txBody>
          <a:bodyPr/>
          <a:lstStyle/>
          <a:p>
            <a:r>
              <a:rPr lang="en-IN" dirty="0" smtClean="0"/>
              <a:t>If 5 resistors of 5</a:t>
            </a:r>
            <a:r>
              <a:rPr lang="el-GR" dirty="0" smtClean="0"/>
              <a:t>Ω</a:t>
            </a:r>
            <a:r>
              <a:rPr lang="en-IN" dirty="0" smtClean="0"/>
              <a:t> each are connected in parallel, Effective resistance is ------</a:t>
            </a:r>
          </a:p>
          <a:p>
            <a:r>
              <a:rPr lang="en-IN" dirty="0" smtClean="0"/>
              <a:t>If n  resistors of R </a:t>
            </a:r>
            <a:r>
              <a:rPr lang="el-GR" dirty="0" smtClean="0"/>
              <a:t>Ω</a:t>
            </a:r>
            <a:r>
              <a:rPr lang="en-IN" dirty="0" smtClean="0"/>
              <a:t>  each are connected in parallel, </a:t>
            </a:r>
            <a:r>
              <a:rPr lang="en-IN" dirty="0"/>
              <a:t>Effective resistance is ------</a:t>
            </a:r>
          </a:p>
          <a:p>
            <a:endParaRPr lang="en-IN" dirty="0" smtClean="0"/>
          </a:p>
          <a:p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EEEE AY 2021-22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319F3-DCCD-4163-B814-55B6C21129EE}" type="datetime1">
              <a:rPr lang="en-US" smtClean="0"/>
              <a:t>4/3/2022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530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IN" dirty="0" err="1" smtClean="0"/>
              <a:t>D.C.Circuits</a:t>
            </a:r>
            <a:r>
              <a:rPr lang="en-IN" dirty="0" smtClean="0"/>
              <a:t>- Basic Elements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rmAutofit/>
          </a:bodyPr>
          <a:lstStyle/>
          <a:p>
            <a:r>
              <a:rPr lang="en-IN" sz="2400" dirty="0" smtClean="0"/>
              <a:t>.</a:t>
            </a:r>
          </a:p>
          <a:p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EEEE AY 2021-22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6" name="Picture 5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DA3B82F8-7F36-4AE6-A785-76BCA479C67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6326902"/>
            <a:ext cx="1327784" cy="331946"/>
          </a:xfrm>
          <a:prstGeom prst="rect">
            <a:avLst/>
          </a:prstGeom>
        </p:spPr>
      </p:pic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143000"/>
            <a:ext cx="7296150" cy="140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86225-2C5E-49EC-A616-A08F1DDE9536}" type="datetime1">
              <a:rPr lang="en-US" smtClean="0"/>
              <a:t>4/3/2022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434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287963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EEEE AY 2021-22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6" name="Ink 15"/>
              <p14:cNvContentPartPr/>
              <p14:nvPr/>
            </p14:nvContentPartPr>
            <p14:xfrm>
              <a:off x="1803195" y="2086380"/>
              <a:ext cx="32040" cy="606960"/>
            </p14:xfrm>
          </p:contentPart>
        </mc:Choice>
        <mc:Fallback xmlns="">
          <p:pic>
            <p:nvPicPr>
              <p:cNvPr id="16" name="Ink 15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96355" y="2079540"/>
                <a:ext cx="43920" cy="62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4" name="Ink 33"/>
              <p14:cNvContentPartPr/>
              <p14:nvPr/>
            </p14:nvContentPartPr>
            <p14:xfrm>
              <a:off x="2602755" y="2046780"/>
              <a:ext cx="1664280" cy="1045440"/>
            </p14:xfrm>
          </p:contentPart>
        </mc:Choice>
        <mc:Fallback xmlns="">
          <p:pic>
            <p:nvPicPr>
              <p:cNvPr id="34" name="Ink 33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598435" y="2041020"/>
                <a:ext cx="1674720" cy="105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0" name="Ink 49"/>
              <p14:cNvContentPartPr/>
              <p14:nvPr/>
            </p14:nvContentPartPr>
            <p14:xfrm>
              <a:off x="3598155" y="2574540"/>
              <a:ext cx="1619280" cy="789120"/>
            </p14:xfrm>
          </p:contentPart>
        </mc:Choice>
        <mc:Fallback xmlns="">
          <p:pic>
            <p:nvPicPr>
              <p:cNvPr id="50" name="Ink 49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593475" y="2568060"/>
                <a:ext cx="1630440" cy="80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1" name="Ink 50"/>
              <p14:cNvContentPartPr/>
              <p14:nvPr/>
            </p14:nvContentPartPr>
            <p14:xfrm>
              <a:off x="2544435" y="3288060"/>
              <a:ext cx="1207800" cy="365400"/>
            </p14:xfrm>
          </p:contentPart>
        </mc:Choice>
        <mc:Fallback xmlns="">
          <p:pic>
            <p:nvPicPr>
              <p:cNvPr id="51" name="Ink 50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539395" y="3281940"/>
                <a:ext cx="1218960" cy="37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4" name="Ink 63"/>
              <p14:cNvContentPartPr/>
              <p14:nvPr/>
            </p14:nvContentPartPr>
            <p14:xfrm>
              <a:off x="1990755" y="1323900"/>
              <a:ext cx="360" cy="360"/>
            </p14:xfrm>
          </p:contentPart>
        </mc:Choice>
        <mc:Fallback xmlns="">
          <p:pic>
            <p:nvPicPr>
              <p:cNvPr id="64" name="Ink 63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982475" y="1315620"/>
                <a:ext cx="16920" cy="1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4" name="Ink 73"/>
              <p14:cNvContentPartPr/>
              <p14:nvPr/>
            </p14:nvContentPartPr>
            <p14:xfrm>
              <a:off x="1376955" y="2556540"/>
              <a:ext cx="1585800" cy="883080"/>
            </p14:xfrm>
          </p:contentPart>
        </mc:Choice>
        <mc:Fallback xmlns="">
          <p:pic>
            <p:nvPicPr>
              <p:cNvPr id="74" name="Ink 73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371915" y="2550060"/>
                <a:ext cx="1597680" cy="89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77" name="Ink 76"/>
              <p14:cNvContentPartPr/>
              <p14:nvPr/>
            </p14:nvContentPartPr>
            <p14:xfrm>
              <a:off x="1790955" y="2056860"/>
              <a:ext cx="1869480" cy="942480"/>
            </p14:xfrm>
          </p:contentPart>
        </mc:Choice>
        <mc:Fallback xmlns="">
          <p:pic>
            <p:nvPicPr>
              <p:cNvPr id="77" name="Ink 76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785555" y="2050380"/>
                <a:ext cx="1882440" cy="95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81" name="Ink 80"/>
              <p14:cNvContentPartPr/>
              <p14:nvPr/>
            </p14:nvContentPartPr>
            <p14:xfrm>
              <a:off x="3153915" y="2177460"/>
              <a:ext cx="502920" cy="800280"/>
            </p14:xfrm>
          </p:contentPart>
        </mc:Choice>
        <mc:Fallback xmlns="">
          <p:pic>
            <p:nvPicPr>
              <p:cNvPr id="81" name="Ink 80"/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146715" y="2170620"/>
                <a:ext cx="515160" cy="81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86" name="Ink 85"/>
              <p14:cNvContentPartPr/>
              <p14:nvPr/>
            </p14:nvContentPartPr>
            <p14:xfrm>
              <a:off x="2278035" y="3295260"/>
              <a:ext cx="1654920" cy="607680"/>
            </p14:xfrm>
          </p:contentPart>
        </mc:Choice>
        <mc:Fallback xmlns="">
          <p:pic>
            <p:nvPicPr>
              <p:cNvPr id="86" name="Ink 85"/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272635" y="3289860"/>
                <a:ext cx="1664640" cy="61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3" name="Ink 102"/>
              <p14:cNvContentPartPr/>
              <p14:nvPr/>
            </p14:nvContentPartPr>
            <p14:xfrm>
              <a:off x="3837555" y="2068020"/>
              <a:ext cx="2886120" cy="591840"/>
            </p14:xfrm>
          </p:contentPart>
        </mc:Choice>
        <mc:Fallback xmlns="">
          <p:pic>
            <p:nvPicPr>
              <p:cNvPr id="103" name="Ink 102"/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832875" y="2062260"/>
                <a:ext cx="2895840" cy="60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14" name="Ink 113"/>
              <p14:cNvContentPartPr/>
              <p14:nvPr/>
            </p14:nvContentPartPr>
            <p14:xfrm>
              <a:off x="828315" y="2372220"/>
              <a:ext cx="969480" cy="175320"/>
            </p14:xfrm>
          </p:contentPart>
        </mc:Choice>
        <mc:Fallback xmlns="">
          <p:pic>
            <p:nvPicPr>
              <p:cNvPr id="114" name="Ink 113"/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821835" y="2366460"/>
                <a:ext cx="981720" cy="18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29" name="Ink 128"/>
              <p14:cNvContentPartPr/>
              <p14:nvPr/>
            </p14:nvContentPartPr>
            <p14:xfrm>
              <a:off x="2697795" y="2429820"/>
              <a:ext cx="498240" cy="516600"/>
            </p14:xfrm>
          </p:contentPart>
        </mc:Choice>
        <mc:Fallback xmlns="">
          <p:pic>
            <p:nvPicPr>
              <p:cNvPr id="129" name="Ink 128"/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693835" y="2422980"/>
                <a:ext cx="509400" cy="53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30" name="Ink 129"/>
              <p14:cNvContentPartPr/>
              <p14:nvPr/>
            </p14:nvContentPartPr>
            <p14:xfrm>
              <a:off x="1523835" y="3583620"/>
              <a:ext cx="1881000" cy="854640"/>
            </p14:xfrm>
          </p:contentPart>
        </mc:Choice>
        <mc:Fallback xmlns="">
          <p:pic>
            <p:nvPicPr>
              <p:cNvPr id="130" name="Ink 129"/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517355" y="3577140"/>
                <a:ext cx="1892880" cy="86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31" name="Ink 130"/>
              <p14:cNvContentPartPr/>
              <p14:nvPr/>
            </p14:nvContentPartPr>
            <p14:xfrm>
              <a:off x="1111275" y="4102740"/>
              <a:ext cx="1101240" cy="506160"/>
            </p14:xfrm>
          </p:contentPart>
        </mc:Choice>
        <mc:Fallback xmlns="">
          <p:pic>
            <p:nvPicPr>
              <p:cNvPr id="131" name="Ink 130"/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105155" y="4096620"/>
                <a:ext cx="1113480" cy="51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38" name="Ink 137"/>
              <p14:cNvContentPartPr/>
              <p14:nvPr/>
            </p14:nvContentPartPr>
            <p14:xfrm>
              <a:off x="1765035" y="4670820"/>
              <a:ext cx="494280" cy="137880"/>
            </p14:xfrm>
          </p:contentPart>
        </mc:Choice>
        <mc:Fallback xmlns="">
          <p:pic>
            <p:nvPicPr>
              <p:cNvPr id="138" name="Ink 137"/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761795" y="4664700"/>
                <a:ext cx="503280" cy="15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39" name="Ink 138"/>
              <p14:cNvContentPartPr/>
              <p14:nvPr/>
            </p14:nvContentPartPr>
            <p14:xfrm>
              <a:off x="2012715" y="4495860"/>
              <a:ext cx="1902960" cy="89280"/>
            </p14:xfrm>
          </p:contentPart>
        </mc:Choice>
        <mc:Fallback xmlns="">
          <p:pic>
            <p:nvPicPr>
              <p:cNvPr id="139" name="Ink 138"/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007675" y="4491900"/>
                <a:ext cx="1914480" cy="9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45" name="Ink 144"/>
              <p14:cNvContentPartPr/>
              <p14:nvPr/>
            </p14:nvContentPartPr>
            <p14:xfrm>
              <a:off x="860355" y="3589380"/>
              <a:ext cx="2039760" cy="772200"/>
            </p14:xfrm>
          </p:contentPart>
        </mc:Choice>
        <mc:Fallback xmlns="">
          <p:pic>
            <p:nvPicPr>
              <p:cNvPr id="145" name="Ink 144"/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853875" y="3583620"/>
                <a:ext cx="2052360" cy="78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56" name="Ink 155"/>
              <p14:cNvContentPartPr/>
              <p14:nvPr/>
            </p14:nvContentPartPr>
            <p14:xfrm>
              <a:off x="5842035" y="3425580"/>
              <a:ext cx="3001320" cy="340200"/>
            </p14:xfrm>
          </p:contentPart>
        </mc:Choice>
        <mc:Fallback xmlns="">
          <p:pic>
            <p:nvPicPr>
              <p:cNvPr id="156" name="Ink 155"/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835555" y="3420540"/>
                <a:ext cx="3013200" cy="34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74" name="Ink 173"/>
              <p14:cNvContentPartPr/>
              <p14:nvPr/>
            </p14:nvContentPartPr>
            <p14:xfrm>
              <a:off x="3791115" y="2038500"/>
              <a:ext cx="360" cy="360"/>
            </p14:xfrm>
          </p:contentPart>
        </mc:Choice>
        <mc:Fallback xmlns="">
          <p:pic>
            <p:nvPicPr>
              <p:cNvPr id="174" name="Ink 173"/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3782835" y="2030220"/>
                <a:ext cx="16920" cy="1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75" name="Ink 174"/>
              <p14:cNvContentPartPr/>
              <p14:nvPr/>
            </p14:nvContentPartPr>
            <p14:xfrm>
              <a:off x="3545595" y="2413260"/>
              <a:ext cx="185760" cy="502560"/>
            </p14:xfrm>
          </p:contentPart>
        </mc:Choice>
        <mc:Fallback xmlns="">
          <p:pic>
            <p:nvPicPr>
              <p:cNvPr id="175" name="Ink 174"/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3543075" y="2408940"/>
                <a:ext cx="193320" cy="51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96" name="Ink 195"/>
              <p14:cNvContentPartPr/>
              <p14:nvPr/>
            </p14:nvContentPartPr>
            <p14:xfrm>
              <a:off x="7091235" y="4080060"/>
              <a:ext cx="604800" cy="489240"/>
            </p14:xfrm>
          </p:contentPart>
        </mc:Choice>
        <mc:Fallback xmlns="">
          <p:pic>
            <p:nvPicPr>
              <p:cNvPr id="196" name="Ink 195"/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7087275" y="4073940"/>
                <a:ext cx="615240" cy="50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20" name="Ink 219"/>
              <p14:cNvContentPartPr/>
              <p14:nvPr/>
            </p14:nvContentPartPr>
            <p14:xfrm>
              <a:off x="3398355" y="3443940"/>
              <a:ext cx="1314360" cy="208800"/>
            </p14:xfrm>
          </p:contentPart>
        </mc:Choice>
        <mc:Fallback xmlns="">
          <p:pic>
            <p:nvPicPr>
              <p:cNvPr id="220" name="Ink 219"/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3392595" y="3437820"/>
                <a:ext cx="1325880" cy="22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21" name="Ink 220"/>
              <p14:cNvContentPartPr/>
              <p14:nvPr/>
            </p14:nvContentPartPr>
            <p14:xfrm>
              <a:off x="3834675" y="4134420"/>
              <a:ext cx="35280" cy="390240"/>
            </p14:xfrm>
          </p:contentPart>
        </mc:Choice>
        <mc:Fallback xmlns="">
          <p:pic>
            <p:nvPicPr>
              <p:cNvPr id="221" name="Ink 220"/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3827475" y="4127220"/>
                <a:ext cx="49680" cy="40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43" name="Ink 242"/>
              <p14:cNvContentPartPr/>
              <p14:nvPr/>
            </p14:nvContentPartPr>
            <p14:xfrm>
              <a:off x="3393675" y="3843900"/>
              <a:ext cx="3646080" cy="381960"/>
            </p14:xfrm>
          </p:contentPart>
        </mc:Choice>
        <mc:Fallback xmlns="">
          <p:pic>
            <p:nvPicPr>
              <p:cNvPr id="243" name="Ink 242"/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387555" y="3837420"/>
                <a:ext cx="3658680" cy="39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44" name="Ink 243"/>
              <p14:cNvContentPartPr/>
              <p14:nvPr/>
            </p14:nvContentPartPr>
            <p14:xfrm>
              <a:off x="6208515" y="3827700"/>
              <a:ext cx="2453400" cy="816840"/>
            </p14:xfrm>
          </p:contentPart>
        </mc:Choice>
        <mc:Fallback xmlns="">
          <p:pic>
            <p:nvPicPr>
              <p:cNvPr id="244" name="Ink 243"/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6201675" y="3821940"/>
                <a:ext cx="2465640" cy="82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45" name="Ink 244"/>
              <p14:cNvContentPartPr/>
              <p14:nvPr/>
            </p14:nvContentPartPr>
            <p14:xfrm>
              <a:off x="3381435" y="4631220"/>
              <a:ext cx="4358880" cy="346680"/>
            </p14:xfrm>
          </p:contentPart>
        </mc:Choice>
        <mc:Fallback xmlns="">
          <p:pic>
            <p:nvPicPr>
              <p:cNvPr id="245" name="Ink 244"/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3374955" y="4625820"/>
                <a:ext cx="4370400" cy="35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246" name="Ink 245"/>
              <p14:cNvContentPartPr/>
              <p14:nvPr/>
            </p14:nvContentPartPr>
            <p14:xfrm>
              <a:off x="5867955" y="4705020"/>
              <a:ext cx="815040" cy="38520"/>
            </p14:xfrm>
          </p:contentPart>
        </mc:Choice>
        <mc:Fallback xmlns="">
          <p:pic>
            <p:nvPicPr>
              <p:cNvPr id="246" name="Ink 245"/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5863995" y="4701060"/>
                <a:ext cx="82188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247" name="Ink 246"/>
              <p14:cNvContentPartPr/>
              <p14:nvPr/>
            </p14:nvContentPartPr>
            <p14:xfrm>
              <a:off x="6244875" y="4741740"/>
              <a:ext cx="1659240" cy="359640"/>
            </p14:xfrm>
          </p:contentPart>
        </mc:Choice>
        <mc:Fallback xmlns="">
          <p:pic>
            <p:nvPicPr>
              <p:cNvPr id="247" name="Ink 246"/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6241275" y="4738500"/>
                <a:ext cx="1667880" cy="36756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FC494-EB7D-4EBF-9B00-6602F9FA3F27}" type="datetime1">
              <a:rPr lang="en-US" smtClean="0"/>
              <a:t>4/3/2022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684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IN" dirty="0" err="1" smtClean="0"/>
              <a:t>D.C.Circuits</a:t>
            </a:r>
            <a:r>
              <a:rPr lang="en-IN" dirty="0" smtClean="0"/>
              <a:t>- Basic Elements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rmAutofit/>
          </a:bodyPr>
          <a:lstStyle/>
          <a:p>
            <a:r>
              <a:rPr lang="en-IN" sz="2400" dirty="0" smtClean="0"/>
              <a:t>.</a:t>
            </a:r>
          </a:p>
          <a:p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EEEE AY 2021-22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6" name="Picture 5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DA3B82F8-7F36-4AE6-A785-76BCA479C67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6326902"/>
            <a:ext cx="1327784" cy="331946"/>
          </a:xfrm>
          <a:prstGeom prst="rect">
            <a:avLst/>
          </a:prstGeom>
        </p:spPr>
      </p:pic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092" y="1143000"/>
            <a:ext cx="3400425" cy="248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"/>
          <p:cNvSpPr/>
          <p:nvPr/>
        </p:nvSpPr>
        <p:spPr>
          <a:xfrm>
            <a:off x="4419600" y="1111935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/>
              <a:t>Find the equivalent resistance between terminals A and B.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5DBC0-8F5D-4DB6-B91A-556F0AAB66E8}" type="datetime1">
              <a:rPr lang="en-US" smtClean="0"/>
              <a:t>4/3/2022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095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IN" dirty="0" err="1" smtClean="0"/>
              <a:t>D.C.Circuits</a:t>
            </a:r>
            <a:r>
              <a:rPr lang="en-IN" dirty="0" smtClean="0"/>
              <a:t>- Basic Elements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rmAutofit/>
          </a:bodyPr>
          <a:lstStyle/>
          <a:p>
            <a:r>
              <a:rPr lang="en-IN" sz="2400" dirty="0" smtClean="0"/>
              <a:t>.</a:t>
            </a:r>
          </a:p>
          <a:p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EEEE AY 2021-22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6" name="Picture 5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DA3B82F8-7F36-4AE6-A785-76BCA479C67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6326902"/>
            <a:ext cx="1327784" cy="331946"/>
          </a:xfrm>
          <a:prstGeom prst="rect">
            <a:avLst/>
          </a:prstGeom>
        </p:spPr>
      </p:pic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0836" y="1295400"/>
            <a:ext cx="4987636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4572000" y="1600200"/>
            <a:ext cx="4343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 smtClean="0"/>
              <a:t>Value of  current I if all resistances of </a:t>
            </a:r>
            <a:endParaRPr lang="en-IN" sz="2000" dirty="0" smtClean="0"/>
          </a:p>
          <a:p>
            <a:r>
              <a:rPr lang="en-IN" sz="2000" dirty="0" smtClean="0"/>
              <a:t>1 </a:t>
            </a:r>
            <a:r>
              <a:rPr lang="el-GR" sz="2000" dirty="0" smtClean="0"/>
              <a:t>Ω</a:t>
            </a:r>
            <a:r>
              <a:rPr lang="en-IN" sz="2000" dirty="0" smtClean="0"/>
              <a:t> </a:t>
            </a:r>
            <a:r>
              <a:rPr lang="en-IN" sz="2000" dirty="0" smtClean="0"/>
              <a:t>each </a:t>
            </a:r>
            <a:endParaRPr lang="en-IN" sz="20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Ink 8"/>
              <p14:cNvContentPartPr/>
              <p14:nvPr/>
            </p14:nvContentPartPr>
            <p14:xfrm>
              <a:off x="992475" y="2115900"/>
              <a:ext cx="346680" cy="158040"/>
            </p14:xfrm>
          </p:contentPart>
        </mc:Choice>
        <mc:Fallback xmlns="">
          <p:pic>
            <p:nvPicPr>
              <p:cNvPr id="9" name="Ink 8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86355" y="2109060"/>
                <a:ext cx="358200" cy="17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3" name="Ink 12"/>
              <p14:cNvContentPartPr/>
              <p14:nvPr/>
            </p14:nvContentPartPr>
            <p14:xfrm>
              <a:off x="1692675" y="1439100"/>
              <a:ext cx="106200" cy="826200"/>
            </p14:xfrm>
          </p:contentPart>
        </mc:Choice>
        <mc:Fallback xmlns="">
          <p:pic>
            <p:nvPicPr>
              <p:cNvPr id="13" name="Ink 12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686555" y="1432260"/>
                <a:ext cx="116280" cy="83880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E51BE-5A22-40D0-A787-A2FE08480542}" type="datetime1">
              <a:rPr lang="en-US" smtClean="0"/>
              <a:t>4/3/2022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609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 err="1" smtClean="0"/>
              <a:t>D.C.Circuits</a:t>
            </a:r>
            <a:r>
              <a:rPr lang="en-IN" dirty="0" smtClean="0"/>
              <a:t>- Basic Elements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>
            <a:normAutofit/>
          </a:bodyPr>
          <a:lstStyle/>
          <a:p>
            <a:r>
              <a:rPr lang="en-IN" sz="2800" dirty="0" smtClean="0"/>
              <a:t>KVL and KCL- (Kirchhoff’s voltage and current laws ) </a:t>
            </a:r>
          </a:p>
          <a:p>
            <a:pPr marL="400050" lvl="1" indent="0">
              <a:buNone/>
            </a:pPr>
            <a:r>
              <a:rPr lang="en-IN" dirty="0" smtClean="0"/>
              <a:t> </a:t>
            </a:r>
            <a:r>
              <a:rPr lang="en-IN" sz="2000" dirty="0"/>
              <a:t>The algebraic sum of currents meeting at a junction </a:t>
            </a:r>
            <a:r>
              <a:rPr lang="en-IN" sz="2000" dirty="0" smtClean="0"/>
              <a:t>or node </a:t>
            </a:r>
            <a:r>
              <a:rPr lang="en-IN" sz="2000" dirty="0"/>
              <a:t>in an electric circuit is zero</a:t>
            </a:r>
            <a:r>
              <a:rPr lang="en-IN" sz="2000" dirty="0" smtClean="0"/>
              <a:t>.</a:t>
            </a:r>
          </a:p>
          <a:p>
            <a:pPr marL="400050" lvl="1" indent="0">
              <a:buNone/>
            </a:pPr>
            <a:endParaRPr lang="en-IN" sz="2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EEEE AY 2021-22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6" name="Picture 5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DA3B82F8-7F36-4AE6-A785-76BCA479C67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6326902"/>
            <a:ext cx="1327784" cy="331946"/>
          </a:xfrm>
          <a:prstGeom prst="rect">
            <a:avLst/>
          </a:prstGeom>
        </p:spPr>
      </p:pic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819400"/>
            <a:ext cx="3143250" cy="216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3581400" y="2623403"/>
            <a:ext cx="556260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 smtClean="0"/>
              <a:t>At node O</a:t>
            </a:r>
          </a:p>
          <a:p>
            <a:r>
              <a:rPr lang="en-IN" sz="2400" dirty="0" smtClean="0"/>
              <a:t>I1-I2+I3-I4+I5=0</a:t>
            </a:r>
          </a:p>
          <a:p>
            <a:r>
              <a:rPr lang="en-IN" sz="2400" dirty="0" smtClean="0"/>
              <a:t>(Assuming incoming currents positive and outgoing negative)</a:t>
            </a:r>
          </a:p>
          <a:p>
            <a:endParaRPr lang="en-IN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47B22-2CF9-49E0-8067-C02CCE22C68A}" type="datetime1">
              <a:rPr lang="en-US" smtClean="0"/>
              <a:t>4/3/2022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019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IN" dirty="0" err="1" smtClean="0"/>
              <a:t>D.C.Circuits</a:t>
            </a:r>
            <a:r>
              <a:rPr lang="en-IN" dirty="0" smtClean="0"/>
              <a:t>- Basic Elements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rmAutofit/>
          </a:bodyPr>
          <a:lstStyle/>
          <a:p>
            <a:r>
              <a:rPr lang="en-IN" sz="2400" dirty="0" smtClean="0"/>
              <a:t>.</a:t>
            </a:r>
          </a:p>
          <a:p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EEEE AY 2021-22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6" name="Picture 5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DA3B82F8-7F36-4AE6-A785-76BCA479C67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6326902"/>
            <a:ext cx="1327784" cy="33194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90600" y="1219200"/>
            <a:ext cx="78486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/>
              <a:t>Kirchhoff’s Voltage Law (KVL) </a:t>
            </a:r>
            <a:r>
              <a:rPr lang="en-IN" sz="2400" dirty="0" smtClean="0"/>
              <a:t>- The algebraic sum </a:t>
            </a:r>
            <a:r>
              <a:rPr lang="en-IN" sz="2400" dirty="0"/>
              <a:t>of all the voltages in any closed circuit </a:t>
            </a:r>
            <a:r>
              <a:rPr lang="en-IN" sz="2400" dirty="0" smtClean="0"/>
              <a:t>or </a:t>
            </a:r>
            <a:r>
              <a:rPr lang="nl-NL" sz="2400" dirty="0" smtClean="0"/>
              <a:t>mesh </a:t>
            </a:r>
            <a:r>
              <a:rPr lang="nl-NL" sz="2400" dirty="0"/>
              <a:t>or loop is zero</a:t>
            </a:r>
            <a:r>
              <a:rPr lang="nl-NL" sz="2400" dirty="0" smtClean="0"/>
              <a:t>.</a:t>
            </a:r>
          </a:p>
          <a:p>
            <a:r>
              <a:rPr lang="nl-NL" sz="2400" dirty="0" smtClean="0"/>
              <a:t>Sign convention: </a:t>
            </a:r>
            <a:endParaRPr lang="nl-NL" sz="2400" dirty="0"/>
          </a:p>
          <a:p>
            <a:endParaRPr lang="en-IN" sz="2400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684" y="2345947"/>
            <a:ext cx="1905000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6600" y="2350332"/>
            <a:ext cx="19050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4184" y="3733800"/>
            <a:ext cx="1714500" cy="100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5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3762375"/>
            <a:ext cx="1924050" cy="98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7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4560132"/>
            <a:ext cx="3567112" cy="17292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6D926-5440-4E34-8213-0F80590FA578}" type="datetime1">
              <a:rPr lang="en-US" smtClean="0"/>
              <a:t>4/3/2022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8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34962"/>
          </a:xfrm>
        </p:spPr>
        <p:txBody>
          <a:bodyPr>
            <a:noAutofit/>
          </a:bodyPr>
          <a:lstStyle/>
          <a:p>
            <a:r>
              <a:rPr lang="en-IN" sz="1600" dirty="0" smtClean="0"/>
              <a:t>Find currents in all branches of circuit </a:t>
            </a:r>
            <a:endParaRPr lang="en-IN" sz="16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60540-66C9-4C70-9BB3-84A7AE275C79}" type="datetime1">
              <a:rPr lang="en-US" smtClean="0"/>
              <a:t>4/4/2022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EEEE AY 2021-22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1" y="685801"/>
            <a:ext cx="4355038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199" y="2047876"/>
            <a:ext cx="3886201" cy="267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973693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IN" dirty="0" err="1" smtClean="0"/>
              <a:t>D.C.Circuits</a:t>
            </a:r>
            <a:r>
              <a:rPr lang="en-IN" dirty="0" smtClean="0"/>
              <a:t>- KCL/KVL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rmAutofit/>
          </a:bodyPr>
          <a:lstStyle/>
          <a:p>
            <a:r>
              <a:rPr lang="en-IN" sz="2400" dirty="0" smtClean="0"/>
              <a:t>.</a:t>
            </a:r>
          </a:p>
          <a:p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EEEE AY 2021-22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  <p:pic>
        <p:nvPicPr>
          <p:cNvPr id="6" name="Picture 5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DA3B82F8-7F36-4AE6-A785-76BCA479C67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6326902"/>
            <a:ext cx="1327784" cy="331946"/>
          </a:xfrm>
          <a:prstGeom prst="rect">
            <a:avLst/>
          </a:prstGeom>
        </p:spPr>
      </p:pic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663" y="1143000"/>
            <a:ext cx="6611937" cy="21670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754DD-0D3E-468F-9267-C82A57C9691B}" type="datetime1">
              <a:rPr lang="en-US" smtClean="0"/>
              <a:t>4/3/2022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566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IN" dirty="0" err="1" smtClean="0"/>
              <a:t>D.C.Circuits</a:t>
            </a:r>
            <a:r>
              <a:rPr lang="en-IN" dirty="0" smtClean="0"/>
              <a:t>- KCL/KVL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rmAutofit/>
          </a:bodyPr>
          <a:lstStyle/>
          <a:p>
            <a:r>
              <a:rPr lang="en-IN" sz="2400" dirty="0" smtClean="0"/>
              <a:t>.</a:t>
            </a:r>
          </a:p>
          <a:p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EEEE AY 2021-22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6" name="Picture 5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DA3B82F8-7F36-4AE6-A785-76BCA479C67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6326902"/>
            <a:ext cx="1327784" cy="331946"/>
          </a:xfrm>
          <a:prstGeom prst="rect">
            <a:avLst/>
          </a:prstGeom>
        </p:spPr>
      </p:pic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143000"/>
            <a:ext cx="4371975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"/>
          <p:cNvSpPr/>
          <p:nvPr/>
        </p:nvSpPr>
        <p:spPr>
          <a:xfrm>
            <a:off x="4727575" y="1143000"/>
            <a:ext cx="388302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Find the value of current flowing through the 2 </a:t>
            </a:r>
            <a:r>
              <a:rPr lang="en-IN" dirty="0" smtClean="0"/>
              <a:t>ohm </a:t>
            </a:r>
            <a:r>
              <a:rPr lang="en-IN" dirty="0"/>
              <a:t>resistor.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Ink 8"/>
              <p14:cNvContentPartPr/>
              <p14:nvPr/>
            </p14:nvContentPartPr>
            <p14:xfrm>
              <a:off x="1379100" y="1447920"/>
              <a:ext cx="99360" cy="114480"/>
            </p14:xfrm>
          </p:contentPart>
        </mc:Choice>
        <mc:Fallback xmlns="">
          <p:pic>
            <p:nvPicPr>
              <p:cNvPr id="9" name="Ink 8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70820" y="1439640"/>
                <a:ext cx="115920" cy="13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1" name="Ink 10"/>
              <p14:cNvContentPartPr/>
              <p14:nvPr/>
            </p14:nvContentPartPr>
            <p14:xfrm>
              <a:off x="1729740" y="1684080"/>
              <a:ext cx="114480" cy="61200"/>
            </p14:xfrm>
          </p:contentPart>
        </mc:Choice>
        <mc:Fallback xmlns="">
          <p:pic>
            <p:nvPicPr>
              <p:cNvPr id="11" name="Ink 10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721460" y="1675800"/>
                <a:ext cx="131040" cy="7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5" name="Ink 14"/>
              <p14:cNvContentPartPr/>
              <p14:nvPr/>
            </p14:nvContentPartPr>
            <p14:xfrm>
              <a:off x="2011620" y="1463040"/>
              <a:ext cx="85680" cy="93600"/>
            </p14:xfrm>
          </p:contentPart>
        </mc:Choice>
        <mc:Fallback xmlns="">
          <p:pic>
            <p:nvPicPr>
              <p:cNvPr id="15" name="Ink 14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003340" y="1454760"/>
                <a:ext cx="102240" cy="11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7" name="Ink 16"/>
              <p14:cNvContentPartPr/>
              <p14:nvPr/>
            </p14:nvContentPartPr>
            <p14:xfrm>
              <a:off x="2407980" y="2362320"/>
              <a:ext cx="124560" cy="62280"/>
            </p14:xfrm>
          </p:contentPart>
        </mc:Choice>
        <mc:Fallback xmlns="">
          <p:pic>
            <p:nvPicPr>
              <p:cNvPr id="17" name="Ink 16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399700" y="2354040"/>
                <a:ext cx="141120" cy="7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9" name="Ink 18"/>
              <p14:cNvContentPartPr/>
              <p14:nvPr/>
            </p14:nvContentPartPr>
            <p14:xfrm>
              <a:off x="3101340" y="1447920"/>
              <a:ext cx="374760" cy="183240"/>
            </p14:xfrm>
          </p:contentPart>
        </mc:Choice>
        <mc:Fallback xmlns="">
          <p:pic>
            <p:nvPicPr>
              <p:cNvPr id="19" name="Ink 18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093060" y="1439640"/>
                <a:ext cx="391320" cy="19980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3EE39-49D4-49EF-8F54-F710C1A7A345}" type="datetime1">
              <a:rPr lang="en-US" smtClean="0"/>
              <a:t>4/3/2022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155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IN" dirty="0" err="1" smtClean="0"/>
              <a:t>D.C.Circuits</a:t>
            </a:r>
            <a:r>
              <a:rPr lang="en-IN" dirty="0" smtClean="0"/>
              <a:t>- Basic Elements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rmAutofit/>
          </a:bodyPr>
          <a:lstStyle/>
          <a:p>
            <a:r>
              <a:rPr lang="en-IN" sz="2400" dirty="0" smtClean="0"/>
              <a:t>.</a:t>
            </a:r>
          </a:p>
          <a:p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EEEE AY 2021-22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  <p:pic>
        <p:nvPicPr>
          <p:cNvPr id="6" name="Picture 5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DA3B82F8-7F36-4AE6-A785-76BCA479C67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6326902"/>
            <a:ext cx="1327784" cy="331946"/>
          </a:xfrm>
          <a:prstGeom prst="rect">
            <a:avLst/>
          </a:prstGeom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AADAA-90FA-4A30-9109-0F870CF54C8A}" type="datetime1">
              <a:rPr lang="en-US" smtClean="0"/>
              <a:t>4/3/2022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665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IN" dirty="0" err="1" smtClean="0"/>
              <a:t>D.C.Circuits</a:t>
            </a:r>
            <a:r>
              <a:rPr lang="en-IN" dirty="0" smtClean="0"/>
              <a:t>- Basic Elements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rmAutofit/>
          </a:bodyPr>
          <a:lstStyle/>
          <a:p>
            <a:r>
              <a:rPr lang="en-IN" sz="2400" dirty="0" smtClean="0"/>
              <a:t>.</a:t>
            </a:r>
          </a:p>
          <a:p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EEEE AY 2021-22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  <p:pic>
        <p:nvPicPr>
          <p:cNvPr id="6" name="Picture 5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DA3B82F8-7F36-4AE6-A785-76BCA479C67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6326902"/>
            <a:ext cx="1327784" cy="331946"/>
          </a:xfrm>
          <a:prstGeom prst="rect">
            <a:avLst/>
          </a:prstGeom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F32AA-2856-4139-B537-A580E3F996C9}" type="datetime1">
              <a:rPr lang="en-US" smtClean="0"/>
              <a:t>4/3/2022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040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IN" dirty="0" err="1" smtClean="0"/>
              <a:t>D.C.Circuits</a:t>
            </a:r>
            <a:r>
              <a:rPr lang="en-IN" dirty="0" smtClean="0"/>
              <a:t>- Basic Elements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rmAutofit/>
          </a:bodyPr>
          <a:lstStyle/>
          <a:p>
            <a:r>
              <a:rPr lang="en-IN" sz="2400" dirty="0" smtClean="0"/>
              <a:t>.</a:t>
            </a:r>
          </a:p>
          <a:p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EEEE AY 2021-22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  <p:pic>
        <p:nvPicPr>
          <p:cNvPr id="6" name="Picture 5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DA3B82F8-7F36-4AE6-A785-76BCA479C67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6326902"/>
            <a:ext cx="1327784" cy="331946"/>
          </a:xfrm>
          <a:prstGeom prst="rect">
            <a:avLst/>
          </a:prstGeom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571AB-7297-44C5-B13C-09DD1BE3ECEE}" type="datetime1">
              <a:rPr lang="en-US" smtClean="0"/>
              <a:t>4/3/2022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642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IN" dirty="0" err="1" smtClean="0"/>
              <a:t>D.C.Circuits</a:t>
            </a:r>
            <a:r>
              <a:rPr lang="en-IN" dirty="0" smtClean="0"/>
              <a:t>- Basic Elements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rmAutofit/>
          </a:bodyPr>
          <a:lstStyle/>
          <a:p>
            <a:r>
              <a:rPr lang="en-IN" sz="2400" dirty="0" smtClean="0"/>
              <a:t>.</a:t>
            </a:r>
          </a:p>
          <a:p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EEEE AY 2021-22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  <p:pic>
        <p:nvPicPr>
          <p:cNvPr id="6" name="Picture 5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DA3B82F8-7F36-4AE6-A785-76BCA479C67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6326902"/>
            <a:ext cx="1327784" cy="331946"/>
          </a:xfrm>
          <a:prstGeom prst="rect">
            <a:avLst/>
          </a:prstGeom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4FBB7-B241-406F-88DF-3D444A3568FB}" type="datetime1">
              <a:rPr lang="en-US" smtClean="0"/>
              <a:t>4/3/2022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398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VU_KJSCE THEME TEMPLATE FOR PPT_Standard Screen (1)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11055</TotalTime>
  <Words>580</Words>
  <Application>Microsoft Office PowerPoint</Application>
  <PresentationFormat>On-screen Show (4:3)</PresentationFormat>
  <Paragraphs>163</Paragraphs>
  <Slides>26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26</vt:i4>
      </vt:variant>
    </vt:vector>
  </HeadingPairs>
  <TitlesOfParts>
    <vt:vector size="28" baseType="lpstr">
      <vt:lpstr>Office Theme</vt:lpstr>
      <vt:lpstr>SVU_KJSCE THEME TEMPLATE FOR PPT_Standard Screen (1)</vt:lpstr>
      <vt:lpstr>Elements of Electrical and Electronics Engineering FY BTech  </vt:lpstr>
      <vt:lpstr>Syllabus Modules</vt:lpstr>
      <vt:lpstr>D.C.Circuits</vt:lpstr>
      <vt:lpstr>D.C.Circuits</vt:lpstr>
      <vt:lpstr>PowerPoint Presentation</vt:lpstr>
      <vt:lpstr>D.C.Circuits- Basic Elements</vt:lpstr>
      <vt:lpstr>D.C.Circuits- Basic Elements</vt:lpstr>
      <vt:lpstr>D.C.Circuits- Basic Elements</vt:lpstr>
      <vt:lpstr>D.C.Circuits- Basic Elements</vt:lpstr>
      <vt:lpstr>D.C.Circuits- Basics</vt:lpstr>
      <vt:lpstr>D.C.Circuits- Basic Elements</vt:lpstr>
      <vt:lpstr>PowerPoint Presentation</vt:lpstr>
      <vt:lpstr>PowerPoint Presentation</vt:lpstr>
      <vt:lpstr>D.C.Circuits- Basic Elements</vt:lpstr>
      <vt:lpstr>PowerPoint Presentation</vt:lpstr>
      <vt:lpstr>D.C.Circuits- Basic Elements</vt:lpstr>
      <vt:lpstr>D.C.Circuits- Basic Elements</vt:lpstr>
      <vt:lpstr>D.C.Circuits- Basic Elements</vt:lpstr>
      <vt:lpstr>D.C.Circuits- Basic Elements</vt:lpstr>
      <vt:lpstr>Find currents in all branches of circuit </vt:lpstr>
      <vt:lpstr>D.C.Circuits- KCL/KVL</vt:lpstr>
      <vt:lpstr>D.C.Circuits- KCL/KVL</vt:lpstr>
      <vt:lpstr>D.C.Circuits- Basic Elements</vt:lpstr>
      <vt:lpstr>D.C.Circuits- Basic Elements</vt:lpstr>
      <vt:lpstr>D.C.Circuits- Basic Elements</vt:lpstr>
      <vt:lpstr>D.C.Circuits- Basic Elements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37</cp:revision>
  <dcterms:created xsi:type="dcterms:W3CDTF">2006-08-16T00:00:00Z</dcterms:created>
  <dcterms:modified xsi:type="dcterms:W3CDTF">2022-04-05T15:14:47Z</dcterms:modified>
</cp:coreProperties>
</file>